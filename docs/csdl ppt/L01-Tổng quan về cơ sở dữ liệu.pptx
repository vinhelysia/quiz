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27254-1F88-4CD3-8FEE-C94863164235}" v="1" dt="2025-05-13T02:01:17.60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BD340-5CDF-4F01-96A1-010430B870F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A8D09-91DA-4014-9B2D-61D5A82BB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1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215" y="1179067"/>
            <a:ext cx="242570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E3EB6-837F-4770-922B-D1C5FEC88F31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E45A0-4743-4DDD-9004-8E37F3BC5B54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39CBA-0AB1-465B-877D-C5A5D8060A75}" type="datetime1">
              <a:rPr lang="en-US" smtClean="0"/>
              <a:t>5/13/2025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81F62-186A-4044-8E4A-10F74C2D0F51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46A1B-B667-49DA-A665-BAC110AAAB27}" type="datetime1">
              <a:rPr lang="en-US" smtClean="0"/>
              <a:t>5/13/2025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800" y="838200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5">
                <a:moveTo>
                  <a:pt x="0" y="0"/>
                </a:moveTo>
                <a:lnTo>
                  <a:pt x="8534400" y="1524"/>
                </a:lnTo>
              </a:path>
            </a:pathLst>
          </a:custGeom>
          <a:ln w="572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5561" y="6325361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4">
                <a:moveTo>
                  <a:pt x="0" y="0"/>
                </a:moveTo>
                <a:lnTo>
                  <a:pt x="8534400" y="1523"/>
                </a:lnTo>
              </a:path>
            </a:pathLst>
          </a:custGeom>
          <a:ln w="284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5815" y="95250"/>
            <a:ext cx="5949950" cy="6538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815" y="1089151"/>
            <a:ext cx="8531860" cy="429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C97AF-A918-4408-82A0-315C8D4F29E5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86216" y="6523557"/>
            <a:ext cx="287654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6844" y="3113277"/>
            <a:ext cx="629094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3190" marR="5080" indent="-2651125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Tổng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quan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về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cơ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sở</a:t>
            </a:r>
            <a:r>
              <a:rPr sz="4400" b="1" spc="-10" dirty="0">
                <a:latin typeface="Arial"/>
                <a:cs typeface="Arial"/>
              </a:rPr>
              <a:t> </a:t>
            </a:r>
            <a:r>
              <a:rPr sz="4400" b="1" spc="-25" dirty="0">
                <a:latin typeface="Arial"/>
                <a:cs typeface="Arial"/>
              </a:rPr>
              <a:t>dữ </a:t>
            </a:r>
            <a:r>
              <a:rPr sz="4400" b="1" spc="-20" dirty="0">
                <a:latin typeface="Arial"/>
                <a:cs typeface="Arial"/>
              </a:rPr>
              <a:t>liệu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dirty="0">
                <a:latin typeface="Arial"/>
                <a:cs typeface="Arial"/>
              </a:rPr>
              <a:t>Lecture</a:t>
            </a:r>
            <a:r>
              <a:rPr sz="4000" i="1" spc="-150" dirty="0">
                <a:latin typeface="Arial"/>
                <a:cs typeface="Arial"/>
              </a:rPr>
              <a:t> </a:t>
            </a:r>
            <a:r>
              <a:rPr sz="4000" i="1" spc="-25" dirty="0">
                <a:latin typeface="Arial"/>
                <a:cs typeface="Arial"/>
              </a:rPr>
              <a:t>01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A2DAA-97AD-039E-4AF8-B5C60D5601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t>1</a:t>
            </a:fld>
            <a:endParaRPr lang="en-US"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Nội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dung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trình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bày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988033"/>
            <a:ext cx="6903084" cy="474154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Giới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thiệu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Hệ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thống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xử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lý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tập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tin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Các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đặc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điểm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CSDL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Người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sử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dụng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CSDL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10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Các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ưu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điểm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CSDL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0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Mô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hình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dữ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liệu,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lược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đồ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và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thể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hiện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Kiến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trúc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hệ</a:t>
            </a:r>
            <a:r>
              <a:rPr sz="3200" spc="-20" dirty="0">
                <a:latin typeface="Arial"/>
                <a:cs typeface="Arial"/>
              </a:rPr>
              <a:t> CSDL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Ngôn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ngữ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HQT</a:t>
            </a:r>
            <a:r>
              <a:rPr sz="3200" spc="-20" dirty="0">
                <a:latin typeface="Arial"/>
                <a:cs typeface="Arial"/>
              </a:rPr>
              <a:t> CSDL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Giới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thiệu</a:t>
            </a:r>
            <a:r>
              <a:rPr b="1" spc="-25" dirty="0">
                <a:latin typeface="Arial"/>
                <a:cs typeface="Arial"/>
              </a:rPr>
              <a:t> 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235315" cy="29692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i="1" dirty="0">
                <a:latin typeface="Arial"/>
                <a:cs typeface="Arial"/>
              </a:rPr>
              <a:t>Thông</a:t>
            </a:r>
            <a:r>
              <a:rPr sz="2800" b="1" i="1" spc="-2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tin</a:t>
            </a:r>
            <a:r>
              <a:rPr sz="2800" b="1" i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và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Dữ</a:t>
            </a:r>
            <a:r>
              <a:rPr sz="2800" b="1" i="1" spc="-55" dirty="0">
                <a:latin typeface="Arial"/>
                <a:cs typeface="Arial"/>
              </a:rPr>
              <a:t> </a:t>
            </a:r>
            <a:r>
              <a:rPr sz="2800" b="1" i="1" spc="-10" dirty="0">
                <a:latin typeface="Arial"/>
                <a:cs typeface="Arial"/>
              </a:rPr>
              <a:t>liệu</a:t>
            </a:r>
            <a:r>
              <a:rPr sz="2800" spc="-10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751840" marR="510540" lvl="1" indent="-281940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751840" algn="l"/>
              </a:tabLst>
            </a:pPr>
            <a:r>
              <a:rPr sz="2400" b="1" dirty="0">
                <a:latin typeface="Arial"/>
                <a:cs typeface="Arial"/>
              </a:rPr>
              <a:t>Dữ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liệu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những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gì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thật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ý </a:t>
            </a:r>
            <a:r>
              <a:rPr sz="2400" dirty="0">
                <a:latin typeface="Arial"/>
                <a:cs typeface="Arial"/>
              </a:rPr>
              <a:t>nghĩa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ngầm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định.</a:t>
            </a:r>
            <a:endParaRPr sz="2400">
              <a:latin typeface="Arial"/>
              <a:cs typeface="Arial"/>
            </a:endParaRPr>
          </a:p>
          <a:p>
            <a:pPr marL="751840" marR="393700" lvl="1" indent="-28194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51840" algn="l"/>
              </a:tabLst>
            </a:pPr>
            <a:r>
              <a:rPr sz="2400" b="1" dirty="0">
                <a:latin typeface="Arial"/>
                <a:cs typeface="Arial"/>
              </a:rPr>
              <a:t>Thông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những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gì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sự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hiểu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con </a:t>
            </a:r>
            <a:r>
              <a:rPr sz="2400" dirty="0">
                <a:latin typeface="Arial"/>
                <a:cs typeface="Arial"/>
              </a:rPr>
              <a:t>người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tượng,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sự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vật.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Thông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lý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máy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thông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dữ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Giới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thiệu</a:t>
            </a:r>
            <a:r>
              <a:rPr b="1" spc="-25" dirty="0">
                <a:latin typeface="Arial"/>
                <a:cs typeface="Arial"/>
              </a:rPr>
              <a:t> 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985505"/>
            <a:ext cx="8465820" cy="511048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19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b="1" dirty="0">
                <a:latin typeface="Arial"/>
                <a:cs typeface="Arial"/>
              </a:rPr>
              <a:t>CSDL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–</a:t>
            </a:r>
            <a:r>
              <a:rPr sz="3200" b="1" spc="-10" dirty="0">
                <a:latin typeface="Arial"/>
                <a:cs typeface="Arial"/>
              </a:rPr>
              <a:t> Database</a:t>
            </a:r>
            <a:endParaRPr sz="3200">
              <a:latin typeface="Arial"/>
              <a:cs typeface="Arial"/>
            </a:endParaRPr>
          </a:p>
          <a:p>
            <a:pPr marL="749935" lvl="1" indent="-280035" algn="just">
              <a:lnSpc>
                <a:spcPct val="100000"/>
              </a:lnSpc>
              <a:spcBef>
                <a:spcPts val="710"/>
              </a:spcBef>
              <a:buChar char="•"/>
              <a:tabLst>
                <a:tab pos="749935" algn="l"/>
              </a:tabLst>
            </a:pPr>
            <a:r>
              <a:rPr sz="2800" dirty="0">
                <a:latin typeface="Arial"/>
                <a:cs typeface="Arial"/>
              </a:rPr>
              <a:t>Tập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hợp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dữ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liệu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liên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với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nhau.</a:t>
            </a:r>
            <a:endParaRPr sz="2800">
              <a:latin typeface="Arial"/>
              <a:cs typeface="Arial"/>
            </a:endParaRPr>
          </a:p>
          <a:p>
            <a:pPr marL="750570" lvl="1" indent="-280670" algn="just">
              <a:lnSpc>
                <a:spcPct val="100000"/>
              </a:lnSpc>
              <a:spcBef>
                <a:spcPts val="710"/>
              </a:spcBef>
              <a:buChar char="•"/>
              <a:tabLst>
                <a:tab pos="750570" algn="l"/>
              </a:tabLst>
            </a:pPr>
            <a:r>
              <a:rPr sz="2800" dirty="0">
                <a:latin typeface="Arial"/>
                <a:cs typeface="Arial"/>
              </a:rPr>
              <a:t>Ví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dụ</a:t>
            </a:r>
            <a:endParaRPr sz="2800">
              <a:latin typeface="Arial"/>
              <a:cs typeface="Arial"/>
            </a:endParaRPr>
          </a:p>
          <a:p>
            <a:pPr marL="1153795" lvl="2" indent="-226695" algn="just">
              <a:lnSpc>
                <a:spcPct val="100000"/>
              </a:lnSpc>
              <a:spcBef>
                <a:spcPts val="60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Danh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sách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viên.</a:t>
            </a:r>
            <a:endParaRPr sz="2400">
              <a:latin typeface="Arial"/>
              <a:cs typeface="Arial"/>
            </a:endParaRPr>
          </a:p>
          <a:p>
            <a:pPr marL="1154430" lvl="2" indent="-227329" algn="just">
              <a:lnSpc>
                <a:spcPct val="100000"/>
              </a:lnSpc>
              <a:spcBef>
                <a:spcPts val="600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Danh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mục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sách,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tạp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chí,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tài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viện.</a:t>
            </a:r>
            <a:endParaRPr sz="2400">
              <a:latin typeface="Arial"/>
              <a:cs typeface="Arial"/>
            </a:endParaRPr>
          </a:p>
          <a:p>
            <a:pPr marL="750570" lvl="1" indent="-280670" algn="just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750570" algn="l"/>
              </a:tabLst>
            </a:pPr>
            <a:r>
              <a:rPr sz="2800" b="1" dirty="0">
                <a:latin typeface="Arial"/>
                <a:cs typeface="Arial"/>
              </a:rPr>
              <a:t>Tính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chất</a:t>
            </a:r>
            <a:endParaRPr sz="2800">
              <a:latin typeface="Arial"/>
              <a:cs typeface="Arial"/>
            </a:endParaRPr>
          </a:p>
          <a:p>
            <a:pPr marL="1153795" lvl="2" indent="-226695" algn="just">
              <a:lnSpc>
                <a:spcPct val="100000"/>
              </a:lnSpc>
              <a:spcBef>
                <a:spcPts val="61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Biểu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diễn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thế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giới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thực.</a:t>
            </a:r>
            <a:endParaRPr sz="2400">
              <a:latin typeface="Arial"/>
              <a:cs typeface="Arial"/>
            </a:endParaRPr>
          </a:p>
          <a:p>
            <a:pPr marL="1154430" lvl="2" indent="-227329" algn="just">
              <a:lnSpc>
                <a:spcPct val="100000"/>
              </a:lnSpc>
              <a:spcBef>
                <a:spcPts val="600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Tập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chặt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chẽ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logic.</a:t>
            </a:r>
            <a:endParaRPr sz="2400">
              <a:latin typeface="Arial"/>
              <a:cs typeface="Arial"/>
            </a:endParaRPr>
          </a:p>
          <a:p>
            <a:pPr marL="1153795" marR="5080" lvl="2" indent="-226695" algn="just">
              <a:lnSpc>
                <a:spcPct val="100000"/>
              </a:lnSpc>
              <a:spcBef>
                <a:spcPts val="605"/>
              </a:spcBef>
              <a:buChar char="-"/>
              <a:tabLst>
                <a:tab pos="1155700" algn="l"/>
              </a:tabLst>
            </a:pPr>
            <a:r>
              <a:rPr sz="2400" dirty="0">
                <a:latin typeface="Arial"/>
                <a:cs typeface="Arial"/>
              </a:rPr>
              <a:t>CSDL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xây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mục 	</a:t>
            </a:r>
            <a:r>
              <a:rPr sz="2400" dirty="0">
                <a:latin typeface="Arial"/>
                <a:cs typeface="Arial"/>
              </a:rPr>
              <a:t>đích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phục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vụ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nhóm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người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một 	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ứng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nhất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định.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Giới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thiệu</a:t>
            </a:r>
            <a:r>
              <a:rPr b="1" spc="-25" dirty="0">
                <a:latin typeface="Arial"/>
                <a:cs typeface="Arial"/>
              </a:rPr>
              <a:t> (3)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373745" cy="461581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HQT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CSDL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–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Database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Management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System</a:t>
            </a:r>
            <a:endParaRPr sz="2800">
              <a:latin typeface="Arial"/>
              <a:cs typeface="Arial"/>
            </a:endParaRPr>
          </a:p>
          <a:p>
            <a:pPr marL="751840" marR="508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Tập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chương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tạo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cơ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sở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máy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tính.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Hệ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thống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mềm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giúp: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9"/>
              </a:spcBef>
              <a:buFont typeface="Arial"/>
              <a:buChar char="-"/>
              <a:tabLst>
                <a:tab pos="1155700" algn="l"/>
              </a:tabLst>
            </a:pPr>
            <a:r>
              <a:rPr sz="2000" b="1" dirty="0">
                <a:latin typeface="Arial"/>
                <a:cs typeface="Arial"/>
              </a:rPr>
              <a:t>Định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nghĩa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cấu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trúc,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ràng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cho</a:t>
            </a:r>
            <a:endParaRPr sz="20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dữ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liệu.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95"/>
              </a:spcBef>
              <a:buFont typeface="Arial"/>
              <a:buChar char="-"/>
              <a:tabLst>
                <a:tab pos="1155700" algn="l"/>
              </a:tabLst>
            </a:pPr>
            <a:r>
              <a:rPr sz="2000" b="1" dirty="0">
                <a:latin typeface="Arial"/>
                <a:cs typeface="Arial"/>
              </a:rPr>
              <a:t>Xây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dựng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trữ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phương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tiện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trữ.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Arial"/>
              <a:buChar char="-"/>
              <a:tabLst>
                <a:tab pos="1155700" algn="l"/>
              </a:tabLst>
            </a:pPr>
            <a:r>
              <a:rPr sz="2000" b="1" dirty="0">
                <a:latin typeface="Arial"/>
                <a:cs typeface="Arial"/>
              </a:rPr>
              <a:t>Xử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lý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vấn,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nhật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báo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cáo.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Font typeface="Arial"/>
              <a:buChar char="-"/>
              <a:tabLst>
                <a:tab pos="1155700" algn="l"/>
              </a:tabLst>
            </a:pPr>
            <a:r>
              <a:rPr sz="2000" b="1" dirty="0">
                <a:latin typeface="Arial"/>
                <a:cs typeface="Arial"/>
              </a:rPr>
              <a:t>Chia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sẻ: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phép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nhiều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người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dùng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ứng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xuất</a:t>
            </a:r>
            <a:endParaRPr sz="20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cơ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sở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cùng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lúc.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95"/>
              </a:spcBef>
              <a:buFont typeface="Arial"/>
              <a:buChar char="-"/>
              <a:tabLst>
                <a:tab pos="1155700" algn="l"/>
              </a:tabLst>
            </a:pPr>
            <a:r>
              <a:rPr sz="2000" b="1" dirty="0">
                <a:latin typeface="Arial"/>
                <a:cs typeface="Arial"/>
              </a:rPr>
              <a:t>Bảo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vệ: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đảm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bảo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toàn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thống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toàn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bảo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mật.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Arial"/>
              <a:buChar char="-"/>
              <a:tabLst>
                <a:tab pos="1155700" algn="l"/>
              </a:tabLst>
            </a:pPr>
            <a:r>
              <a:rPr sz="2000" b="1" dirty="0">
                <a:latin typeface="Arial"/>
                <a:cs typeface="Arial"/>
              </a:rPr>
              <a:t>Duy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trì: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dễ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dàng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phát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triển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thống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cầu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đổi.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Giới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thiệu</a:t>
            </a:r>
            <a:r>
              <a:rPr b="1" spc="-25" dirty="0">
                <a:latin typeface="Arial"/>
                <a:cs typeface="Arial"/>
              </a:rPr>
              <a:t> (4)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2199"/>
            <a:ext cx="5227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Hệ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CSDL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–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Database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System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800" y="3505200"/>
            <a:ext cx="2514600" cy="6858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1800" dirty="0">
                <a:latin typeface="Arial"/>
                <a:cs typeface="Arial"/>
              </a:rPr>
              <a:t>Xử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lý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truy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vấn</a:t>
            </a:r>
            <a:endParaRPr sz="18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chương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trình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2800" y="4572000"/>
            <a:ext cx="2514600" cy="3810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404495">
              <a:lnSpc>
                <a:spcPct val="100000"/>
              </a:lnSpc>
              <a:spcBef>
                <a:spcPts val="380"/>
              </a:spcBef>
            </a:pPr>
            <a:r>
              <a:rPr sz="1800" dirty="0">
                <a:latin typeface="Arial"/>
                <a:cs typeface="Arial"/>
              </a:rPr>
              <a:t>Truy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xuất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dữ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liệu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38400" y="5334000"/>
            <a:ext cx="1447800" cy="838200"/>
          </a:xfrm>
          <a:custGeom>
            <a:avLst/>
            <a:gdLst/>
            <a:ahLst/>
            <a:cxnLst/>
            <a:rect l="l" t="t" r="r" b="b"/>
            <a:pathLst>
              <a:path w="1447800" h="838200">
                <a:moveTo>
                  <a:pt x="1447800" y="104775"/>
                </a:moveTo>
                <a:lnTo>
                  <a:pt x="1410894" y="137909"/>
                </a:lnTo>
                <a:lnTo>
                  <a:pt x="1348965" y="157677"/>
                </a:lnTo>
                <a:lnTo>
                  <a:pt x="1308128" y="166673"/>
                </a:lnTo>
                <a:lnTo>
                  <a:pt x="1261298" y="174993"/>
                </a:lnTo>
                <a:lnTo>
                  <a:pt x="1208916" y="182572"/>
                </a:lnTo>
                <a:lnTo>
                  <a:pt x="1151424" y="189347"/>
                </a:lnTo>
                <a:lnTo>
                  <a:pt x="1089264" y="195255"/>
                </a:lnTo>
                <a:lnTo>
                  <a:pt x="1022878" y="200231"/>
                </a:lnTo>
                <a:lnTo>
                  <a:pt x="952707" y="204212"/>
                </a:lnTo>
                <a:lnTo>
                  <a:pt x="879192" y="207135"/>
                </a:lnTo>
                <a:lnTo>
                  <a:pt x="802776" y="208935"/>
                </a:lnTo>
                <a:lnTo>
                  <a:pt x="723900" y="209550"/>
                </a:lnTo>
                <a:lnTo>
                  <a:pt x="645023" y="208935"/>
                </a:lnTo>
                <a:lnTo>
                  <a:pt x="568607" y="207135"/>
                </a:lnTo>
                <a:lnTo>
                  <a:pt x="495092" y="204212"/>
                </a:lnTo>
                <a:lnTo>
                  <a:pt x="424921" y="200231"/>
                </a:lnTo>
                <a:lnTo>
                  <a:pt x="358535" y="195255"/>
                </a:lnTo>
                <a:lnTo>
                  <a:pt x="296375" y="189347"/>
                </a:lnTo>
                <a:lnTo>
                  <a:pt x="238883" y="182572"/>
                </a:lnTo>
                <a:lnTo>
                  <a:pt x="186501" y="174993"/>
                </a:lnTo>
                <a:lnTo>
                  <a:pt x="139671" y="166673"/>
                </a:lnTo>
                <a:lnTo>
                  <a:pt x="98834" y="157677"/>
                </a:lnTo>
                <a:lnTo>
                  <a:pt x="36905" y="137909"/>
                </a:lnTo>
                <a:lnTo>
                  <a:pt x="4247" y="116199"/>
                </a:lnTo>
                <a:lnTo>
                  <a:pt x="0" y="104775"/>
                </a:lnTo>
                <a:lnTo>
                  <a:pt x="4247" y="93350"/>
                </a:lnTo>
                <a:lnTo>
                  <a:pt x="36905" y="71640"/>
                </a:lnTo>
                <a:lnTo>
                  <a:pt x="98834" y="51872"/>
                </a:lnTo>
                <a:lnTo>
                  <a:pt x="139671" y="42876"/>
                </a:lnTo>
                <a:lnTo>
                  <a:pt x="186501" y="34556"/>
                </a:lnTo>
                <a:lnTo>
                  <a:pt x="238883" y="26977"/>
                </a:lnTo>
                <a:lnTo>
                  <a:pt x="296375" y="20202"/>
                </a:lnTo>
                <a:lnTo>
                  <a:pt x="358535" y="14294"/>
                </a:lnTo>
                <a:lnTo>
                  <a:pt x="424921" y="9318"/>
                </a:lnTo>
                <a:lnTo>
                  <a:pt x="495092" y="5337"/>
                </a:lnTo>
                <a:lnTo>
                  <a:pt x="568607" y="2414"/>
                </a:lnTo>
                <a:lnTo>
                  <a:pt x="645023" y="614"/>
                </a:lnTo>
                <a:lnTo>
                  <a:pt x="723900" y="0"/>
                </a:lnTo>
                <a:lnTo>
                  <a:pt x="802776" y="614"/>
                </a:lnTo>
                <a:lnTo>
                  <a:pt x="879192" y="2414"/>
                </a:lnTo>
                <a:lnTo>
                  <a:pt x="952707" y="5337"/>
                </a:lnTo>
                <a:lnTo>
                  <a:pt x="1022878" y="9318"/>
                </a:lnTo>
                <a:lnTo>
                  <a:pt x="1089264" y="14294"/>
                </a:lnTo>
                <a:lnTo>
                  <a:pt x="1151424" y="20202"/>
                </a:lnTo>
                <a:lnTo>
                  <a:pt x="1208916" y="26977"/>
                </a:lnTo>
                <a:lnTo>
                  <a:pt x="1261298" y="34556"/>
                </a:lnTo>
                <a:lnTo>
                  <a:pt x="1308128" y="42876"/>
                </a:lnTo>
                <a:lnTo>
                  <a:pt x="1348965" y="51872"/>
                </a:lnTo>
                <a:lnTo>
                  <a:pt x="1410894" y="71640"/>
                </a:lnTo>
                <a:lnTo>
                  <a:pt x="1443552" y="93350"/>
                </a:lnTo>
                <a:lnTo>
                  <a:pt x="1447800" y="104775"/>
                </a:lnTo>
                <a:lnTo>
                  <a:pt x="1447800" y="733425"/>
                </a:lnTo>
                <a:lnTo>
                  <a:pt x="1410894" y="766540"/>
                </a:lnTo>
                <a:lnTo>
                  <a:pt x="1348965" y="786304"/>
                </a:lnTo>
                <a:lnTo>
                  <a:pt x="1308128" y="795301"/>
                </a:lnTo>
                <a:lnTo>
                  <a:pt x="1261298" y="803623"/>
                </a:lnTo>
                <a:lnTo>
                  <a:pt x="1208916" y="811204"/>
                </a:lnTo>
                <a:lnTo>
                  <a:pt x="1151424" y="817983"/>
                </a:lnTo>
                <a:lnTo>
                  <a:pt x="1089264" y="823894"/>
                </a:lnTo>
                <a:lnTo>
                  <a:pt x="1022878" y="828873"/>
                </a:lnTo>
                <a:lnTo>
                  <a:pt x="952707" y="832858"/>
                </a:lnTo>
                <a:lnTo>
                  <a:pt x="879192" y="835783"/>
                </a:lnTo>
                <a:lnTo>
                  <a:pt x="802776" y="837585"/>
                </a:lnTo>
                <a:lnTo>
                  <a:pt x="723900" y="838200"/>
                </a:lnTo>
                <a:lnTo>
                  <a:pt x="645023" y="837585"/>
                </a:lnTo>
                <a:lnTo>
                  <a:pt x="568607" y="835783"/>
                </a:lnTo>
                <a:lnTo>
                  <a:pt x="495092" y="832858"/>
                </a:lnTo>
                <a:lnTo>
                  <a:pt x="424921" y="828873"/>
                </a:lnTo>
                <a:lnTo>
                  <a:pt x="358535" y="823894"/>
                </a:lnTo>
                <a:lnTo>
                  <a:pt x="296375" y="817983"/>
                </a:lnTo>
                <a:lnTo>
                  <a:pt x="238883" y="811204"/>
                </a:lnTo>
                <a:lnTo>
                  <a:pt x="186501" y="803623"/>
                </a:lnTo>
                <a:lnTo>
                  <a:pt x="139671" y="795301"/>
                </a:lnTo>
                <a:lnTo>
                  <a:pt x="98834" y="786304"/>
                </a:lnTo>
                <a:lnTo>
                  <a:pt x="36905" y="766540"/>
                </a:lnTo>
                <a:lnTo>
                  <a:pt x="4247" y="744840"/>
                </a:lnTo>
                <a:lnTo>
                  <a:pt x="0" y="733425"/>
                </a:lnTo>
                <a:lnTo>
                  <a:pt x="0" y="104775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98801" y="5513933"/>
            <a:ext cx="1128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079" marR="5080" indent="-2470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Định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nghĩa CSDL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81600" y="5334000"/>
            <a:ext cx="1447800" cy="838200"/>
          </a:xfrm>
          <a:custGeom>
            <a:avLst/>
            <a:gdLst/>
            <a:ahLst/>
            <a:cxnLst/>
            <a:rect l="l" t="t" r="r" b="b"/>
            <a:pathLst>
              <a:path w="1447800" h="838200">
                <a:moveTo>
                  <a:pt x="1447800" y="104775"/>
                </a:moveTo>
                <a:lnTo>
                  <a:pt x="1410894" y="137909"/>
                </a:lnTo>
                <a:lnTo>
                  <a:pt x="1348965" y="157677"/>
                </a:lnTo>
                <a:lnTo>
                  <a:pt x="1308128" y="166673"/>
                </a:lnTo>
                <a:lnTo>
                  <a:pt x="1261298" y="174993"/>
                </a:lnTo>
                <a:lnTo>
                  <a:pt x="1208916" y="182572"/>
                </a:lnTo>
                <a:lnTo>
                  <a:pt x="1151424" y="189347"/>
                </a:lnTo>
                <a:lnTo>
                  <a:pt x="1089264" y="195255"/>
                </a:lnTo>
                <a:lnTo>
                  <a:pt x="1022878" y="200231"/>
                </a:lnTo>
                <a:lnTo>
                  <a:pt x="952707" y="204212"/>
                </a:lnTo>
                <a:lnTo>
                  <a:pt x="879192" y="207135"/>
                </a:lnTo>
                <a:lnTo>
                  <a:pt x="802776" y="208935"/>
                </a:lnTo>
                <a:lnTo>
                  <a:pt x="723900" y="209550"/>
                </a:lnTo>
                <a:lnTo>
                  <a:pt x="645023" y="208935"/>
                </a:lnTo>
                <a:lnTo>
                  <a:pt x="568607" y="207135"/>
                </a:lnTo>
                <a:lnTo>
                  <a:pt x="495092" y="204212"/>
                </a:lnTo>
                <a:lnTo>
                  <a:pt x="424921" y="200231"/>
                </a:lnTo>
                <a:lnTo>
                  <a:pt x="358535" y="195255"/>
                </a:lnTo>
                <a:lnTo>
                  <a:pt x="296375" y="189347"/>
                </a:lnTo>
                <a:lnTo>
                  <a:pt x="238883" y="182572"/>
                </a:lnTo>
                <a:lnTo>
                  <a:pt x="186501" y="174993"/>
                </a:lnTo>
                <a:lnTo>
                  <a:pt x="139671" y="166673"/>
                </a:lnTo>
                <a:lnTo>
                  <a:pt x="98834" y="157677"/>
                </a:lnTo>
                <a:lnTo>
                  <a:pt x="36905" y="137909"/>
                </a:lnTo>
                <a:lnTo>
                  <a:pt x="4247" y="116199"/>
                </a:lnTo>
                <a:lnTo>
                  <a:pt x="0" y="104775"/>
                </a:lnTo>
                <a:lnTo>
                  <a:pt x="4247" y="93350"/>
                </a:lnTo>
                <a:lnTo>
                  <a:pt x="36905" y="71640"/>
                </a:lnTo>
                <a:lnTo>
                  <a:pt x="98834" y="51872"/>
                </a:lnTo>
                <a:lnTo>
                  <a:pt x="139671" y="42876"/>
                </a:lnTo>
                <a:lnTo>
                  <a:pt x="186501" y="34556"/>
                </a:lnTo>
                <a:lnTo>
                  <a:pt x="238883" y="26977"/>
                </a:lnTo>
                <a:lnTo>
                  <a:pt x="296375" y="20202"/>
                </a:lnTo>
                <a:lnTo>
                  <a:pt x="358535" y="14294"/>
                </a:lnTo>
                <a:lnTo>
                  <a:pt x="424921" y="9318"/>
                </a:lnTo>
                <a:lnTo>
                  <a:pt x="495092" y="5337"/>
                </a:lnTo>
                <a:lnTo>
                  <a:pt x="568607" y="2414"/>
                </a:lnTo>
                <a:lnTo>
                  <a:pt x="645023" y="614"/>
                </a:lnTo>
                <a:lnTo>
                  <a:pt x="723900" y="0"/>
                </a:lnTo>
                <a:lnTo>
                  <a:pt x="802776" y="614"/>
                </a:lnTo>
                <a:lnTo>
                  <a:pt x="879192" y="2414"/>
                </a:lnTo>
                <a:lnTo>
                  <a:pt x="952707" y="5337"/>
                </a:lnTo>
                <a:lnTo>
                  <a:pt x="1022878" y="9318"/>
                </a:lnTo>
                <a:lnTo>
                  <a:pt x="1089264" y="14294"/>
                </a:lnTo>
                <a:lnTo>
                  <a:pt x="1151424" y="20202"/>
                </a:lnTo>
                <a:lnTo>
                  <a:pt x="1208916" y="26977"/>
                </a:lnTo>
                <a:lnTo>
                  <a:pt x="1261298" y="34556"/>
                </a:lnTo>
                <a:lnTo>
                  <a:pt x="1308128" y="42876"/>
                </a:lnTo>
                <a:lnTo>
                  <a:pt x="1348965" y="51872"/>
                </a:lnTo>
                <a:lnTo>
                  <a:pt x="1410894" y="71640"/>
                </a:lnTo>
                <a:lnTo>
                  <a:pt x="1443552" y="93350"/>
                </a:lnTo>
                <a:lnTo>
                  <a:pt x="1447800" y="104775"/>
                </a:lnTo>
                <a:lnTo>
                  <a:pt x="1447800" y="733425"/>
                </a:lnTo>
                <a:lnTo>
                  <a:pt x="1410894" y="766540"/>
                </a:lnTo>
                <a:lnTo>
                  <a:pt x="1348965" y="786304"/>
                </a:lnTo>
                <a:lnTo>
                  <a:pt x="1308128" y="795301"/>
                </a:lnTo>
                <a:lnTo>
                  <a:pt x="1261298" y="803623"/>
                </a:lnTo>
                <a:lnTo>
                  <a:pt x="1208916" y="811204"/>
                </a:lnTo>
                <a:lnTo>
                  <a:pt x="1151424" y="817983"/>
                </a:lnTo>
                <a:lnTo>
                  <a:pt x="1089264" y="823894"/>
                </a:lnTo>
                <a:lnTo>
                  <a:pt x="1022878" y="828873"/>
                </a:lnTo>
                <a:lnTo>
                  <a:pt x="952707" y="832858"/>
                </a:lnTo>
                <a:lnTo>
                  <a:pt x="879192" y="835783"/>
                </a:lnTo>
                <a:lnTo>
                  <a:pt x="802776" y="837585"/>
                </a:lnTo>
                <a:lnTo>
                  <a:pt x="723900" y="838200"/>
                </a:lnTo>
                <a:lnTo>
                  <a:pt x="645023" y="837585"/>
                </a:lnTo>
                <a:lnTo>
                  <a:pt x="568607" y="835783"/>
                </a:lnTo>
                <a:lnTo>
                  <a:pt x="495092" y="832858"/>
                </a:lnTo>
                <a:lnTo>
                  <a:pt x="424921" y="828873"/>
                </a:lnTo>
                <a:lnTo>
                  <a:pt x="358535" y="823894"/>
                </a:lnTo>
                <a:lnTo>
                  <a:pt x="296375" y="817983"/>
                </a:lnTo>
                <a:lnTo>
                  <a:pt x="238883" y="811204"/>
                </a:lnTo>
                <a:lnTo>
                  <a:pt x="186501" y="803623"/>
                </a:lnTo>
                <a:lnTo>
                  <a:pt x="139671" y="795301"/>
                </a:lnTo>
                <a:lnTo>
                  <a:pt x="98834" y="786304"/>
                </a:lnTo>
                <a:lnTo>
                  <a:pt x="36905" y="766540"/>
                </a:lnTo>
                <a:lnTo>
                  <a:pt x="4247" y="744840"/>
                </a:lnTo>
                <a:lnTo>
                  <a:pt x="0" y="733425"/>
                </a:lnTo>
                <a:lnTo>
                  <a:pt x="0" y="104775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589523" y="5651093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CSDL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1400" y="2743200"/>
            <a:ext cx="2057400" cy="3810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375"/>
              </a:spcBef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ứng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dụng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28635" y="1671720"/>
            <a:ext cx="379730" cy="1067435"/>
            <a:chOff x="4428635" y="1671720"/>
            <a:chExt cx="379730" cy="1067435"/>
          </a:xfrm>
        </p:grpSpPr>
        <p:sp>
          <p:nvSpPr>
            <p:cNvPr id="12" name="object 12"/>
            <p:cNvSpPr/>
            <p:nvPr/>
          </p:nvSpPr>
          <p:spPr>
            <a:xfrm>
              <a:off x="4433315" y="1676400"/>
              <a:ext cx="370840" cy="685800"/>
            </a:xfrm>
            <a:custGeom>
              <a:avLst/>
              <a:gdLst/>
              <a:ahLst/>
              <a:cxnLst/>
              <a:rect l="l" t="t" r="r" b="b"/>
              <a:pathLst>
                <a:path w="370839" h="685800">
                  <a:moveTo>
                    <a:pt x="62484" y="114300"/>
                  </a:moveTo>
                  <a:lnTo>
                    <a:pt x="71467" y="69812"/>
                  </a:lnTo>
                  <a:lnTo>
                    <a:pt x="95964" y="33480"/>
                  </a:lnTo>
                  <a:lnTo>
                    <a:pt x="132296" y="8983"/>
                  </a:lnTo>
                  <a:lnTo>
                    <a:pt x="176784" y="0"/>
                  </a:lnTo>
                  <a:lnTo>
                    <a:pt x="221271" y="8983"/>
                  </a:lnTo>
                  <a:lnTo>
                    <a:pt x="257603" y="33480"/>
                  </a:lnTo>
                  <a:lnTo>
                    <a:pt x="282100" y="69812"/>
                  </a:lnTo>
                  <a:lnTo>
                    <a:pt x="291084" y="114300"/>
                  </a:lnTo>
                  <a:lnTo>
                    <a:pt x="282100" y="158787"/>
                  </a:lnTo>
                  <a:lnTo>
                    <a:pt x="257603" y="195119"/>
                  </a:lnTo>
                  <a:lnTo>
                    <a:pt x="221271" y="219616"/>
                  </a:lnTo>
                  <a:lnTo>
                    <a:pt x="176784" y="228600"/>
                  </a:lnTo>
                  <a:lnTo>
                    <a:pt x="132296" y="219616"/>
                  </a:lnTo>
                  <a:lnTo>
                    <a:pt x="95964" y="195119"/>
                  </a:lnTo>
                  <a:lnTo>
                    <a:pt x="71467" y="158787"/>
                  </a:lnTo>
                  <a:lnTo>
                    <a:pt x="62484" y="114300"/>
                  </a:lnTo>
                  <a:close/>
                </a:path>
                <a:path w="370839" h="685800">
                  <a:moveTo>
                    <a:pt x="185928" y="228600"/>
                  </a:moveTo>
                  <a:lnTo>
                    <a:pt x="187451" y="457200"/>
                  </a:lnTo>
                </a:path>
                <a:path w="370839" h="685800">
                  <a:moveTo>
                    <a:pt x="184404" y="438912"/>
                  </a:moveTo>
                  <a:lnTo>
                    <a:pt x="59436" y="685800"/>
                  </a:lnTo>
                </a:path>
                <a:path w="370839" h="685800">
                  <a:moveTo>
                    <a:pt x="181356" y="457200"/>
                  </a:moveTo>
                  <a:lnTo>
                    <a:pt x="291084" y="685800"/>
                  </a:lnTo>
                </a:path>
                <a:path w="370839" h="685800">
                  <a:moveTo>
                    <a:pt x="370332" y="228600"/>
                  </a:moveTo>
                  <a:lnTo>
                    <a:pt x="169163" y="338327"/>
                  </a:lnTo>
                </a:path>
                <a:path w="370839" h="685800">
                  <a:moveTo>
                    <a:pt x="0" y="228600"/>
                  </a:moveTo>
                  <a:lnTo>
                    <a:pt x="181356" y="338327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82413" y="2362200"/>
              <a:ext cx="76200" cy="376555"/>
            </a:xfrm>
            <a:custGeom>
              <a:avLst/>
              <a:gdLst/>
              <a:ahLst/>
              <a:cxnLst/>
              <a:rect l="l" t="t" r="r" b="b"/>
              <a:pathLst>
                <a:path w="76200" h="376555">
                  <a:moveTo>
                    <a:pt x="31698" y="300354"/>
                  </a:moveTo>
                  <a:lnTo>
                    <a:pt x="0" y="300354"/>
                  </a:lnTo>
                  <a:lnTo>
                    <a:pt x="38353" y="376427"/>
                  </a:lnTo>
                  <a:lnTo>
                    <a:pt x="69839" y="312927"/>
                  </a:lnTo>
                  <a:lnTo>
                    <a:pt x="31750" y="312927"/>
                  </a:lnTo>
                  <a:lnTo>
                    <a:pt x="31698" y="300354"/>
                  </a:lnTo>
                  <a:close/>
                </a:path>
                <a:path w="76200" h="376555">
                  <a:moveTo>
                    <a:pt x="43180" y="0"/>
                  </a:moveTo>
                  <a:lnTo>
                    <a:pt x="30480" y="0"/>
                  </a:lnTo>
                  <a:lnTo>
                    <a:pt x="31698" y="300354"/>
                  </a:lnTo>
                  <a:lnTo>
                    <a:pt x="31750" y="312927"/>
                  </a:lnTo>
                  <a:lnTo>
                    <a:pt x="44450" y="312927"/>
                  </a:lnTo>
                  <a:lnTo>
                    <a:pt x="43180" y="0"/>
                  </a:lnTo>
                  <a:close/>
                </a:path>
                <a:path w="76200" h="376555">
                  <a:moveTo>
                    <a:pt x="76074" y="300354"/>
                  </a:moveTo>
                  <a:lnTo>
                    <a:pt x="44398" y="300354"/>
                  </a:lnTo>
                  <a:lnTo>
                    <a:pt x="44450" y="312927"/>
                  </a:lnTo>
                  <a:lnTo>
                    <a:pt x="69839" y="312927"/>
                  </a:lnTo>
                  <a:lnTo>
                    <a:pt x="76074" y="300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577841" y="3128772"/>
            <a:ext cx="76200" cy="376555"/>
          </a:xfrm>
          <a:custGeom>
            <a:avLst/>
            <a:gdLst/>
            <a:ahLst/>
            <a:cxnLst/>
            <a:rect l="l" t="t" r="r" b="b"/>
            <a:pathLst>
              <a:path w="76200" h="376554">
                <a:moveTo>
                  <a:pt x="31698" y="300354"/>
                </a:moveTo>
                <a:lnTo>
                  <a:pt x="0" y="300354"/>
                </a:lnTo>
                <a:lnTo>
                  <a:pt x="38354" y="376427"/>
                </a:lnTo>
                <a:lnTo>
                  <a:pt x="69839" y="312927"/>
                </a:lnTo>
                <a:lnTo>
                  <a:pt x="31750" y="312927"/>
                </a:lnTo>
                <a:lnTo>
                  <a:pt x="31698" y="300354"/>
                </a:lnTo>
                <a:close/>
              </a:path>
              <a:path w="76200" h="376554">
                <a:moveTo>
                  <a:pt x="43180" y="0"/>
                </a:moveTo>
                <a:lnTo>
                  <a:pt x="30480" y="0"/>
                </a:lnTo>
                <a:lnTo>
                  <a:pt x="31698" y="300354"/>
                </a:lnTo>
                <a:lnTo>
                  <a:pt x="31750" y="312927"/>
                </a:lnTo>
                <a:lnTo>
                  <a:pt x="44450" y="312927"/>
                </a:lnTo>
                <a:lnTo>
                  <a:pt x="43180" y="0"/>
                </a:lnTo>
                <a:close/>
              </a:path>
              <a:path w="76200" h="376554">
                <a:moveTo>
                  <a:pt x="76074" y="300354"/>
                </a:moveTo>
                <a:lnTo>
                  <a:pt x="44398" y="300354"/>
                </a:lnTo>
                <a:lnTo>
                  <a:pt x="44450" y="312927"/>
                </a:lnTo>
                <a:lnTo>
                  <a:pt x="69839" y="312927"/>
                </a:lnTo>
                <a:lnTo>
                  <a:pt x="76074" y="3003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82414" y="4195571"/>
            <a:ext cx="76200" cy="376555"/>
          </a:xfrm>
          <a:custGeom>
            <a:avLst/>
            <a:gdLst/>
            <a:ahLst/>
            <a:cxnLst/>
            <a:rect l="l" t="t" r="r" b="b"/>
            <a:pathLst>
              <a:path w="76200" h="376554">
                <a:moveTo>
                  <a:pt x="31698" y="300354"/>
                </a:moveTo>
                <a:lnTo>
                  <a:pt x="0" y="300354"/>
                </a:lnTo>
                <a:lnTo>
                  <a:pt x="38353" y="376427"/>
                </a:lnTo>
                <a:lnTo>
                  <a:pt x="69839" y="312927"/>
                </a:lnTo>
                <a:lnTo>
                  <a:pt x="31750" y="312927"/>
                </a:lnTo>
                <a:lnTo>
                  <a:pt x="31698" y="300354"/>
                </a:lnTo>
                <a:close/>
              </a:path>
              <a:path w="76200" h="376554">
                <a:moveTo>
                  <a:pt x="43180" y="0"/>
                </a:moveTo>
                <a:lnTo>
                  <a:pt x="30480" y="0"/>
                </a:lnTo>
                <a:lnTo>
                  <a:pt x="31698" y="300354"/>
                </a:lnTo>
                <a:lnTo>
                  <a:pt x="31750" y="312927"/>
                </a:lnTo>
                <a:lnTo>
                  <a:pt x="44450" y="312927"/>
                </a:lnTo>
                <a:lnTo>
                  <a:pt x="43180" y="0"/>
                </a:lnTo>
                <a:close/>
              </a:path>
              <a:path w="76200" h="376554">
                <a:moveTo>
                  <a:pt x="76074" y="300354"/>
                </a:moveTo>
                <a:lnTo>
                  <a:pt x="44398" y="300354"/>
                </a:lnTo>
                <a:lnTo>
                  <a:pt x="44450" y="312927"/>
                </a:lnTo>
                <a:lnTo>
                  <a:pt x="69839" y="312927"/>
                </a:lnTo>
                <a:lnTo>
                  <a:pt x="76074" y="3003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62300" y="4935601"/>
            <a:ext cx="2743200" cy="415925"/>
          </a:xfrm>
          <a:custGeom>
            <a:avLst/>
            <a:gdLst/>
            <a:ahLst/>
            <a:cxnLst/>
            <a:rect l="l" t="t" r="r" b="b"/>
            <a:pathLst>
              <a:path w="2743200" h="415925">
                <a:moveTo>
                  <a:pt x="1447800" y="17399"/>
                </a:moveTo>
                <a:lnTo>
                  <a:pt x="1364361" y="0"/>
                </a:lnTo>
                <a:lnTo>
                  <a:pt x="1372450" y="30683"/>
                </a:lnTo>
                <a:lnTo>
                  <a:pt x="72097" y="372821"/>
                </a:lnTo>
                <a:lnTo>
                  <a:pt x="64008" y="342138"/>
                </a:lnTo>
                <a:lnTo>
                  <a:pt x="0" y="398399"/>
                </a:lnTo>
                <a:lnTo>
                  <a:pt x="83439" y="415798"/>
                </a:lnTo>
                <a:lnTo>
                  <a:pt x="76200" y="388366"/>
                </a:lnTo>
                <a:lnTo>
                  <a:pt x="75336" y="385127"/>
                </a:lnTo>
                <a:lnTo>
                  <a:pt x="1375689" y="42989"/>
                </a:lnTo>
                <a:lnTo>
                  <a:pt x="1383792" y="73660"/>
                </a:lnTo>
                <a:lnTo>
                  <a:pt x="1436382" y="27432"/>
                </a:lnTo>
                <a:lnTo>
                  <a:pt x="1447800" y="17399"/>
                </a:lnTo>
                <a:close/>
              </a:path>
              <a:path w="2743200" h="415925">
                <a:moveTo>
                  <a:pt x="2743200" y="398399"/>
                </a:moveTo>
                <a:lnTo>
                  <a:pt x="2730500" y="386588"/>
                </a:lnTo>
                <a:lnTo>
                  <a:pt x="2680843" y="340360"/>
                </a:lnTo>
                <a:lnTo>
                  <a:pt x="2671902" y="370840"/>
                </a:lnTo>
                <a:lnTo>
                  <a:pt x="1522666" y="32791"/>
                </a:lnTo>
                <a:lnTo>
                  <a:pt x="1523707" y="29210"/>
                </a:lnTo>
                <a:lnTo>
                  <a:pt x="1531620" y="2286"/>
                </a:lnTo>
                <a:lnTo>
                  <a:pt x="1447800" y="17399"/>
                </a:lnTo>
                <a:lnTo>
                  <a:pt x="1510157" y="75438"/>
                </a:lnTo>
                <a:lnTo>
                  <a:pt x="1519085" y="44970"/>
                </a:lnTo>
                <a:lnTo>
                  <a:pt x="2668320" y="383019"/>
                </a:lnTo>
                <a:lnTo>
                  <a:pt x="2659380" y="413512"/>
                </a:lnTo>
                <a:lnTo>
                  <a:pt x="2743200" y="398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753361" y="3277361"/>
            <a:ext cx="5638800" cy="1905000"/>
          </a:xfrm>
          <a:prstGeom prst="rect">
            <a:avLst/>
          </a:prstGeom>
          <a:ln w="38159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Arial"/>
                <a:cs typeface="Arial"/>
              </a:rPr>
              <a:t>HQT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CSDL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133600"/>
            <a:ext cx="7208520" cy="435254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C9D4D0-B5D5-6DBE-4C8C-4150E209FF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t>7</a:t>
            </a:fld>
            <a:endParaRPr lang="en-US"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2286000"/>
            <a:ext cx="7162800" cy="405841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E1CA7-6C86-CDA1-58F8-D8D73E1CDF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t>8</a:t>
            </a:fld>
            <a:endParaRPr lang="en-US"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Ví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dụ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về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một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CSDL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10676" y="6523557"/>
            <a:ext cx="1250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50" dirty="0"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1567" y="1136699"/>
          <a:ext cx="5605780" cy="1365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SINHVIEN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TenSV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MaSV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Nam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Khoa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An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17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2002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TTH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Binh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14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2004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VL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61567" y="2887776"/>
          <a:ext cx="7369175" cy="1372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4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MONHOC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TenMH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MaMH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SoTC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KhoaPT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Cấu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trúc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dữ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liệu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TH103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CNTT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6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spc="-60" dirty="0">
                          <a:latin typeface="Arial"/>
                          <a:cs typeface="Arial"/>
                        </a:rPr>
                        <a:t>Toán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rời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rạc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TN220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TTH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0899" y="4646471"/>
          <a:ext cx="7131684" cy="1365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7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LOPHOC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MaLH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MaMH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Hocky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Nam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Giangvien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85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TN220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1998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Dung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92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TH103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2002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Bao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0D049-C62D-FC47-E2F0-B6AC7761D0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t>9</a:t>
            </a:fld>
            <a:endParaRPr lang="en-US"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2057400"/>
            <a:ext cx="6858000" cy="4495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Trước</a:t>
            </a:r>
            <a:r>
              <a:rPr spc="-25" dirty="0"/>
              <a:t> </a:t>
            </a:r>
            <a:r>
              <a:rPr dirty="0"/>
              <a:t>khi</a:t>
            </a:r>
            <a:r>
              <a:rPr spc="-35" dirty="0"/>
              <a:t> </a:t>
            </a:r>
            <a:r>
              <a:rPr dirty="0"/>
              <a:t>có</a:t>
            </a:r>
            <a:r>
              <a:rPr spc="-30" dirty="0"/>
              <a:t> </a:t>
            </a:r>
            <a:r>
              <a:rPr spc="-20" dirty="0"/>
              <a:t>CSDL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2CD8F-04EE-83E1-C7CA-7E1620AC32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t>10</a:t>
            </a:fld>
            <a:endParaRPr lang="en-US" spc="-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Hệ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thống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xử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lý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tập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tin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7761" y="2820161"/>
            <a:ext cx="3810000" cy="914400"/>
          </a:xfrm>
          <a:prstGeom prst="rect">
            <a:avLst/>
          </a:prstGeom>
          <a:ln w="38159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sz="1800">
              <a:latin typeface="Times New Roman"/>
              <a:cs typeface="Times New Roman"/>
            </a:endParaRPr>
          </a:p>
          <a:p>
            <a:pPr marL="72834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Hệ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thống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xử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lý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tập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tin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1447800"/>
            <a:ext cx="1371600" cy="381000"/>
          </a:xfrm>
          <a:prstGeom prst="rect">
            <a:avLst/>
          </a:prstGeom>
          <a:solidFill>
            <a:srgbClr val="FF9900"/>
          </a:solidFill>
          <a:ln w="9360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370"/>
              </a:spcBef>
            </a:pPr>
            <a:r>
              <a:rPr sz="1800" dirty="0">
                <a:latin typeface="Arial"/>
                <a:cs typeface="Arial"/>
              </a:rPr>
              <a:t>Ứng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dụng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14637" y="1443037"/>
            <a:ext cx="1457325" cy="390525"/>
            <a:chOff x="2814637" y="1443037"/>
            <a:chExt cx="1457325" cy="390525"/>
          </a:xfrm>
        </p:grpSpPr>
        <p:sp>
          <p:nvSpPr>
            <p:cNvPr id="6" name="object 6"/>
            <p:cNvSpPr/>
            <p:nvPr/>
          </p:nvSpPr>
          <p:spPr>
            <a:xfrm>
              <a:off x="2819400" y="1447800"/>
              <a:ext cx="1447800" cy="381000"/>
            </a:xfrm>
            <a:custGeom>
              <a:avLst/>
              <a:gdLst/>
              <a:ahLst/>
              <a:cxnLst/>
              <a:rect l="l" t="t" r="r" b="b"/>
              <a:pathLst>
                <a:path w="1447800" h="381000">
                  <a:moveTo>
                    <a:pt x="14478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447800" y="3810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8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19400" y="1447800"/>
              <a:ext cx="1447800" cy="381000"/>
            </a:xfrm>
            <a:custGeom>
              <a:avLst/>
              <a:gdLst/>
              <a:ahLst/>
              <a:cxnLst/>
              <a:rect l="l" t="t" r="r" b="b"/>
              <a:pathLst>
                <a:path w="1447800" h="381000">
                  <a:moveTo>
                    <a:pt x="0" y="381000"/>
                  </a:moveTo>
                  <a:lnTo>
                    <a:pt x="1447800" y="3810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24079" y="1482293"/>
            <a:ext cx="14389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Ứng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dụng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95837" y="1443037"/>
            <a:ext cx="1457325" cy="390525"/>
            <a:chOff x="4795837" y="1443037"/>
            <a:chExt cx="1457325" cy="390525"/>
          </a:xfrm>
        </p:grpSpPr>
        <p:sp>
          <p:nvSpPr>
            <p:cNvPr id="10" name="object 10"/>
            <p:cNvSpPr/>
            <p:nvPr/>
          </p:nvSpPr>
          <p:spPr>
            <a:xfrm>
              <a:off x="4800600" y="1447800"/>
              <a:ext cx="1447800" cy="381000"/>
            </a:xfrm>
            <a:custGeom>
              <a:avLst/>
              <a:gdLst/>
              <a:ahLst/>
              <a:cxnLst/>
              <a:rect l="l" t="t" r="r" b="b"/>
              <a:pathLst>
                <a:path w="1447800" h="381000">
                  <a:moveTo>
                    <a:pt x="14478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447800" y="3810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0600" y="1447800"/>
              <a:ext cx="1447800" cy="381000"/>
            </a:xfrm>
            <a:custGeom>
              <a:avLst/>
              <a:gdLst/>
              <a:ahLst/>
              <a:cxnLst/>
              <a:rect l="l" t="t" r="r" b="b"/>
              <a:pathLst>
                <a:path w="1447800" h="381000">
                  <a:moveTo>
                    <a:pt x="0" y="381000"/>
                  </a:moveTo>
                  <a:lnTo>
                    <a:pt x="1447800" y="3810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05279" y="1482293"/>
            <a:ext cx="14389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Ứng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dụng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1800" y="1447800"/>
            <a:ext cx="1447800" cy="381000"/>
          </a:xfrm>
          <a:prstGeom prst="rect">
            <a:avLst/>
          </a:prstGeom>
          <a:solidFill>
            <a:srgbClr val="993300"/>
          </a:solidFill>
          <a:ln w="9360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370"/>
              </a:spcBef>
            </a:pPr>
            <a:r>
              <a:rPr sz="1800" dirty="0">
                <a:latin typeface="Arial"/>
                <a:cs typeface="Arial"/>
              </a:rPr>
              <a:t>Ứng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dụng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62037" y="4567237"/>
            <a:ext cx="1000125" cy="1378585"/>
            <a:chOff x="1062037" y="4567237"/>
            <a:chExt cx="1000125" cy="1378585"/>
          </a:xfrm>
        </p:grpSpPr>
        <p:sp>
          <p:nvSpPr>
            <p:cNvPr id="15" name="object 15"/>
            <p:cNvSpPr/>
            <p:nvPr/>
          </p:nvSpPr>
          <p:spPr>
            <a:xfrm>
              <a:off x="1066800" y="4572000"/>
              <a:ext cx="990600" cy="1369060"/>
            </a:xfrm>
            <a:custGeom>
              <a:avLst/>
              <a:gdLst/>
              <a:ahLst/>
              <a:cxnLst/>
              <a:rect l="l" t="t" r="r" b="b"/>
              <a:pathLst>
                <a:path w="990600" h="1369060">
                  <a:moveTo>
                    <a:pt x="852805" y="233299"/>
                  </a:moveTo>
                  <a:lnTo>
                    <a:pt x="0" y="233299"/>
                  </a:lnTo>
                  <a:lnTo>
                    <a:pt x="0" y="1319657"/>
                  </a:lnTo>
                  <a:lnTo>
                    <a:pt x="51148" y="1338889"/>
                  </a:lnTo>
                  <a:lnTo>
                    <a:pt x="98225" y="1353025"/>
                  </a:lnTo>
                  <a:lnTo>
                    <a:pt x="141599" y="1362445"/>
                  </a:lnTo>
                  <a:lnTo>
                    <a:pt x="181642" y="1367528"/>
                  </a:lnTo>
                  <a:lnTo>
                    <a:pt x="218723" y="1368657"/>
                  </a:lnTo>
                  <a:lnTo>
                    <a:pt x="253212" y="1366210"/>
                  </a:lnTo>
                  <a:lnTo>
                    <a:pt x="315896" y="1352112"/>
                  </a:lnTo>
                  <a:lnTo>
                    <a:pt x="372654" y="1328278"/>
                  </a:lnTo>
                  <a:lnTo>
                    <a:pt x="426450" y="1297749"/>
                  </a:lnTo>
                  <a:lnTo>
                    <a:pt x="480242" y="1263569"/>
                  </a:lnTo>
                  <a:lnTo>
                    <a:pt x="508063" y="1246061"/>
                  </a:lnTo>
                  <a:lnTo>
                    <a:pt x="567403" y="1212109"/>
                  </a:lnTo>
                  <a:lnTo>
                    <a:pt x="634144" y="1182113"/>
                  </a:lnTo>
                  <a:lnTo>
                    <a:pt x="671215" y="1169550"/>
                  </a:lnTo>
                  <a:lnTo>
                    <a:pt x="711246" y="1159116"/>
                  </a:lnTo>
                  <a:lnTo>
                    <a:pt x="754608" y="1151192"/>
                  </a:lnTo>
                  <a:lnTo>
                    <a:pt x="801671" y="1146159"/>
                  </a:lnTo>
                  <a:lnTo>
                    <a:pt x="852805" y="1144397"/>
                  </a:lnTo>
                  <a:lnTo>
                    <a:pt x="852805" y="233299"/>
                  </a:lnTo>
                  <a:close/>
                </a:path>
                <a:path w="990600" h="1369060">
                  <a:moveTo>
                    <a:pt x="917194" y="115188"/>
                  </a:moveTo>
                  <a:lnTo>
                    <a:pt x="70256" y="115188"/>
                  </a:lnTo>
                  <a:lnTo>
                    <a:pt x="70256" y="233299"/>
                  </a:lnTo>
                  <a:lnTo>
                    <a:pt x="852805" y="233299"/>
                  </a:lnTo>
                  <a:lnTo>
                    <a:pt x="852805" y="1038352"/>
                  </a:lnTo>
                  <a:lnTo>
                    <a:pt x="858347" y="1037359"/>
                  </a:lnTo>
                  <a:lnTo>
                    <a:pt x="872950" y="1035177"/>
                  </a:lnTo>
                  <a:lnTo>
                    <a:pt x="893577" y="1032994"/>
                  </a:lnTo>
                  <a:lnTo>
                    <a:pt x="917194" y="1032002"/>
                  </a:lnTo>
                  <a:lnTo>
                    <a:pt x="917194" y="115188"/>
                  </a:lnTo>
                  <a:close/>
                </a:path>
                <a:path w="990600" h="1369060">
                  <a:moveTo>
                    <a:pt x="990600" y="0"/>
                  </a:moveTo>
                  <a:lnTo>
                    <a:pt x="136296" y="0"/>
                  </a:lnTo>
                  <a:lnTo>
                    <a:pt x="136296" y="115188"/>
                  </a:lnTo>
                  <a:lnTo>
                    <a:pt x="917194" y="115188"/>
                  </a:lnTo>
                  <a:lnTo>
                    <a:pt x="917194" y="918591"/>
                  </a:lnTo>
                  <a:lnTo>
                    <a:pt x="923502" y="917856"/>
                  </a:lnTo>
                  <a:lnTo>
                    <a:pt x="940133" y="916241"/>
                  </a:lnTo>
                  <a:lnTo>
                    <a:pt x="963646" y="914626"/>
                  </a:lnTo>
                  <a:lnTo>
                    <a:pt x="990600" y="913891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66800" y="4572000"/>
              <a:ext cx="990600" cy="1369060"/>
            </a:xfrm>
            <a:custGeom>
              <a:avLst/>
              <a:gdLst/>
              <a:ahLst/>
              <a:cxnLst/>
              <a:rect l="l" t="t" r="r" b="b"/>
              <a:pathLst>
                <a:path w="990600" h="1369060">
                  <a:moveTo>
                    <a:pt x="0" y="233299"/>
                  </a:moveTo>
                  <a:lnTo>
                    <a:pt x="852805" y="233299"/>
                  </a:lnTo>
                  <a:lnTo>
                    <a:pt x="852805" y="1144397"/>
                  </a:lnTo>
                  <a:lnTo>
                    <a:pt x="801671" y="1146159"/>
                  </a:lnTo>
                  <a:lnTo>
                    <a:pt x="754608" y="1151192"/>
                  </a:lnTo>
                  <a:lnTo>
                    <a:pt x="711246" y="1159116"/>
                  </a:lnTo>
                  <a:lnTo>
                    <a:pt x="671215" y="1169550"/>
                  </a:lnTo>
                  <a:lnTo>
                    <a:pt x="634144" y="1182113"/>
                  </a:lnTo>
                  <a:lnTo>
                    <a:pt x="567403" y="1212109"/>
                  </a:lnTo>
                  <a:lnTo>
                    <a:pt x="508063" y="1246061"/>
                  </a:lnTo>
                  <a:lnTo>
                    <a:pt x="453161" y="1280925"/>
                  </a:lnTo>
                  <a:lnTo>
                    <a:pt x="426450" y="1297749"/>
                  </a:lnTo>
                  <a:lnTo>
                    <a:pt x="372654" y="1328278"/>
                  </a:lnTo>
                  <a:lnTo>
                    <a:pt x="315896" y="1352112"/>
                  </a:lnTo>
                  <a:lnTo>
                    <a:pt x="253212" y="1366210"/>
                  </a:lnTo>
                  <a:lnTo>
                    <a:pt x="218723" y="1368657"/>
                  </a:lnTo>
                  <a:lnTo>
                    <a:pt x="181642" y="1367528"/>
                  </a:lnTo>
                  <a:lnTo>
                    <a:pt x="141599" y="1362445"/>
                  </a:lnTo>
                  <a:lnTo>
                    <a:pt x="98225" y="1353025"/>
                  </a:lnTo>
                  <a:lnTo>
                    <a:pt x="51148" y="1338889"/>
                  </a:lnTo>
                  <a:lnTo>
                    <a:pt x="0" y="1319657"/>
                  </a:lnTo>
                  <a:lnTo>
                    <a:pt x="0" y="233299"/>
                  </a:lnTo>
                  <a:close/>
                </a:path>
                <a:path w="990600" h="1369060">
                  <a:moveTo>
                    <a:pt x="70256" y="233299"/>
                  </a:moveTo>
                  <a:lnTo>
                    <a:pt x="70256" y="115188"/>
                  </a:lnTo>
                  <a:lnTo>
                    <a:pt x="917194" y="115188"/>
                  </a:lnTo>
                  <a:lnTo>
                    <a:pt x="917194" y="1032002"/>
                  </a:lnTo>
                  <a:lnTo>
                    <a:pt x="893577" y="1032994"/>
                  </a:lnTo>
                  <a:lnTo>
                    <a:pt x="872950" y="1035177"/>
                  </a:lnTo>
                  <a:lnTo>
                    <a:pt x="858347" y="1037359"/>
                  </a:lnTo>
                  <a:lnTo>
                    <a:pt x="852805" y="1038352"/>
                  </a:lnTo>
                </a:path>
                <a:path w="990600" h="1369060">
                  <a:moveTo>
                    <a:pt x="136296" y="115188"/>
                  </a:moveTo>
                  <a:lnTo>
                    <a:pt x="136296" y="0"/>
                  </a:lnTo>
                  <a:lnTo>
                    <a:pt x="990600" y="0"/>
                  </a:lnTo>
                  <a:lnTo>
                    <a:pt x="990600" y="913891"/>
                  </a:lnTo>
                  <a:lnTo>
                    <a:pt x="963646" y="914626"/>
                  </a:lnTo>
                  <a:lnTo>
                    <a:pt x="940133" y="916241"/>
                  </a:lnTo>
                  <a:lnTo>
                    <a:pt x="923502" y="917856"/>
                  </a:lnTo>
                  <a:lnTo>
                    <a:pt x="917194" y="91859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32738" y="4919598"/>
            <a:ext cx="7239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Tập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tin </a:t>
            </a:r>
            <a:r>
              <a:rPr sz="1800" dirty="0">
                <a:latin typeface="Arial"/>
                <a:cs typeface="Arial"/>
              </a:rPr>
              <a:t>dữ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liệu </a:t>
            </a: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967037" y="4567237"/>
            <a:ext cx="1000125" cy="1378585"/>
            <a:chOff x="2967037" y="4567237"/>
            <a:chExt cx="1000125" cy="1378585"/>
          </a:xfrm>
        </p:grpSpPr>
        <p:sp>
          <p:nvSpPr>
            <p:cNvPr id="19" name="object 19"/>
            <p:cNvSpPr/>
            <p:nvPr/>
          </p:nvSpPr>
          <p:spPr>
            <a:xfrm>
              <a:off x="2971800" y="4572000"/>
              <a:ext cx="990600" cy="1369060"/>
            </a:xfrm>
            <a:custGeom>
              <a:avLst/>
              <a:gdLst/>
              <a:ahLst/>
              <a:cxnLst/>
              <a:rect l="l" t="t" r="r" b="b"/>
              <a:pathLst>
                <a:path w="990600" h="1369060">
                  <a:moveTo>
                    <a:pt x="852804" y="233299"/>
                  </a:moveTo>
                  <a:lnTo>
                    <a:pt x="0" y="233299"/>
                  </a:lnTo>
                  <a:lnTo>
                    <a:pt x="0" y="1319657"/>
                  </a:lnTo>
                  <a:lnTo>
                    <a:pt x="51148" y="1338889"/>
                  </a:lnTo>
                  <a:lnTo>
                    <a:pt x="98225" y="1353025"/>
                  </a:lnTo>
                  <a:lnTo>
                    <a:pt x="141599" y="1362445"/>
                  </a:lnTo>
                  <a:lnTo>
                    <a:pt x="181642" y="1367528"/>
                  </a:lnTo>
                  <a:lnTo>
                    <a:pt x="218723" y="1368657"/>
                  </a:lnTo>
                  <a:lnTo>
                    <a:pt x="253212" y="1366210"/>
                  </a:lnTo>
                  <a:lnTo>
                    <a:pt x="315896" y="1352112"/>
                  </a:lnTo>
                  <a:lnTo>
                    <a:pt x="372654" y="1328278"/>
                  </a:lnTo>
                  <a:lnTo>
                    <a:pt x="426450" y="1297749"/>
                  </a:lnTo>
                  <a:lnTo>
                    <a:pt x="480242" y="1263569"/>
                  </a:lnTo>
                  <a:lnTo>
                    <a:pt x="508063" y="1246061"/>
                  </a:lnTo>
                  <a:lnTo>
                    <a:pt x="567403" y="1212109"/>
                  </a:lnTo>
                  <a:lnTo>
                    <a:pt x="634144" y="1182113"/>
                  </a:lnTo>
                  <a:lnTo>
                    <a:pt x="671215" y="1169550"/>
                  </a:lnTo>
                  <a:lnTo>
                    <a:pt x="711246" y="1159116"/>
                  </a:lnTo>
                  <a:lnTo>
                    <a:pt x="754608" y="1151192"/>
                  </a:lnTo>
                  <a:lnTo>
                    <a:pt x="801671" y="1146159"/>
                  </a:lnTo>
                  <a:lnTo>
                    <a:pt x="852804" y="1144397"/>
                  </a:lnTo>
                  <a:lnTo>
                    <a:pt x="852804" y="233299"/>
                  </a:lnTo>
                  <a:close/>
                </a:path>
                <a:path w="990600" h="1369060">
                  <a:moveTo>
                    <a:pt x="917194" y="115188"/>
                  </a:moveTo>
                  <a:lnTo>
                    <a:pt x="70231" y="115188"/>
                  </a:lnTo>
                  <a:lnTo>
                    <a:pt x="70231" y="233299"/>
                  </a:lnTo>
                  <a:lnTo>
                    <a:pt x="852804" y="233299"/>
                  </a:lnTo>
                  <a:lnTo>
                    <a:pt x="852804" y="1038352"/>
                  </a:lnTo>
                  <a:lnTo>
                    <a:pt x="858347" y="1037359"/>
                  </a:lnTo>
                  <a:lnTo>
                    <a:pt x="872950" y="1035177"/>
                  </a:lnTo>
                  <a:lnTo>
                    <a:pt x="893577" y="1032994"/>
                  </a:lnTo>
                  <a:lnTo>
                    <a:pt x="917194" y="1032002"/>
                  </a:lnTo>
                  <a:lnTo>
                    <a:pt x="917194" y="115188"/>
                  </a:lnTo>
                  <a:close/>
                </a:path>
                <a:path w="990600" h="1369060">
                  <a:moveTo>
                    <a:pt x="990600" y="0"/>
                  </a:moveTo>
                  <a:lnTo>
                    <a:pt x="136270" y="0"/>
                  </a:lnTo>
                  <a:lnTo>
                    <a:pt x="136270" y="115188"/>
                  </a:lnTo>
                  <a:lnTo>
                    <a:pt x="917194" y="115188"/>
                  </a:lnTo>
                  <a:lnTo>
                    <a:pt x="917194" y="918591"/>
                  </a:lnTo>
                  <a:lnTo>
                    <a:pt x="923502" y="917856"/>
                  </a:lnTo>
                  <a:lnTo>
                    <a:pt x="940133" y="916241"/>
                  </a:lnTo>
                  <a:lnTo>
                    <a:pt x="963646" y="914626"/>
                  </a:lnTo>
                  <a:lnTo>
                    <a:pt x="990600" y="913891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8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71800" y="4572000"/>
              <a:ext cx="990600" cy="1369060"/>
            </a:xfrm>
            <a:custGeom>
              <a:avLst/>
              <a:gdLst/>
              <a:ahLst/>
              <a:cxnLst/>
              <a:rect l="l" t="t" r="r" b="b"/>
              <a:pathLst>
                <a:path w="990600" h="1369060">
                  <a:moveTo>
                    <a:pt x="0" y="233299"/>
                  </a:moveTo>
                  <a:lnTo>
                    <a:pt x="852804" y="233299"/>
                  </a:lnTo>
                  <a:lnTo>
                    <a:pt x="852804" y="1144397"/>
                  </a:lnTo>
                  <a:lnTo>
                    <a:pt x="801671" y="1146159"/>
                  </a:lnTo>
                  <a:lnTo>
                    <a:pt x="754608" y="1151192"/>
                  </a:lnTo>
                  <a:lnTo>
                    <a:pt x="711246" y="1159116"/>
                  </a:lnTo>
                  <a:lnTo>
                    <a:pt x="671215" y="1169550"/>
                  </a:lnTo>
                  <a:lnTo>
                    <a:pt x="634144" y="1182113"/>
                  </a:lnTo>
                  <a:lnTo>
                    <a:pt x="567403" y="1212109"/>
                  </a:lnTo>
                  <a:lnTo>
                    <a:pt x="508063" y="1246061"/>
                  </a:lnTo>
                  <a:lnTo>
                    <a:pt x="453161" y="1280925"/>
                  </a:lnTo>
                  <a:lnTo>
                    <a:pt x="426450" y="1297749"/>
                  </a:lnTo>
                  <a:lnTo>
                    <a:pt x="372654" y="1328278"/>
                  </a:lnTo>
                  <a:lnTo>
                    <a:pt x="315896" y="1352112"/>
                  </a:lnTo>
                  <a:lnTo>
                    <a:pt x="253212" y="1366210"/>
                  </a:lnTo>
                  <a:lnTo>
                    <a:pt x="218723" y="1368657"/>
                  </a:lnTo>
                  <a:lnTo>
                    <a:pt x="181642" y="1367528"/>
                  </a:lnTo>
                  <a:lnTo>
                    <a:pt x="141599" y="1362445"/>
                  </a:lnTo>
                  <a:lnTo>
                    <a:pt x="98225" y="1353025"/>
                  </a:lnTo>
                  <a:lnTo>
                    <a:pt x="51148" y="1338889"/>
                  </a:lnTo>
                  <a:lnTo>
                    <a:pt x="0" y="1319657"/>
                  </a:lnTo>
                  <a:lnTo>
                    <a:pt x="0" y="233299"/>
                  </a:lnTo>
                  <a:close/>
                </a:path>
                <a:path w="990600" h="1369060">
                  <a:moveTo>
                    <a:pt x="70231" y="233299"/>
                  </a:moveTo>
                  <a:lnTo>
                    <a:pt x="70231" y="115188"/>
                  </a:lnTo>
                  <a:lnTo>
                    <a:pt x="917194" y="115188"/>
                  </a:lnTo>
                  <a:lnTo>
                    <a:pt x="917194" y="1032002"/>
                  </a:lnTo>
                  <a:lnTo>
                    <a:pt x="893577" y="1032994"/>
                  </a:lnTo>
                  <a:lnTo>
                    <a:pt x="872950" y="1035177"/>
                  </a:lnTo>
                  <a:lnTo>
                    <a:pt x="858347" y="1037359"/>
                  </a:lnTo>
                  <a:lnTo>
                    <a:pt x="852804" y="1038352"/>
                  </a:lnTo>
                </a:path>
                <a:path w="990600" h="1369060">
                  <a:moveTo>
                    <a:pt x="136270" y="115188"/>
                  </a:moveTo>
                  <a:lnTo>
                    <a:pt x="136270" y="0"/>
                  </a:lnTo>
                  <a:lnTo>
                    <a:pt x="990600" y="0"/>
                  </a:lnTo>
                  <a:lnTo>
                    <a:pt x="990600" y="913891"/>
                  </a:lnTo>
                  <a:lnTo>
                    <a:pt x="963646" y="914626"/>
                  </a:lnTo>
                  <a:lnTo>
                    <a:pt x="940133" y="916241"/>
                  </a:lnTo>
                  <a:lnTo>
                    <a:pt x="923502" y="917856"/>
                  </a:lnTo>
                  <a:lnTo>
                    <a:pt x="917194" y="91859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038094" y="4919598"/>
            <a:ext cx="7239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Tập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tin </a:t>
            </a:r>
            <a:r>
              <a:rPr sz="1800" dirty="0">
                <a:latin typeface="Arial"/>
                <a:cs typeface="Arial"/>
              </a:rPr>
              <a:t>dữ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liệu </a:t>
            </a:r>
            <a:r>
              <a:rPr sz="1800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48237" y="4567237"/>
            <a:ext cx="1000125" cy="1378585"/>
            <a:chOff x="4948237" y="4567237"/>
            <a:chExt cx="1000125" cy="1378585"/>
          </a:xfrm>
        </p:grpSpPr>
        <p:sp>
          <p:nvSpPr>
            <p:cNvPr id="23" name="object 23"/>
            <p:cNvSpPr/>
            <p:nvPr/>
          </p:nvSpPr>
          <p:spPr>
            <a:xfrm>
              <a:off x="4953000" y="4572000"/>
              <a:ext cx="990600" cy="1369060"/>
            </a:xfrm>
            <a:custGeom>
              <a:avLst/>
              <a:gdLst/>
              <a:ahLst/>
              <a:cxnLst/>
              <a:rect l="l" t="t" r="r" b="b"/>
              <a:pathLst>
                <a:path w="990600" h="1369060">
                  <a:moveTo>
                    <a:pt x="852804" y="233299"/>
                  </a:moveTo>
                  <a:lnTo>
                    <a:pt x="0" y="233299"/>
                  </a:lnTo>
                  <a:lnTo>
                    <a:pt x="0" y="1319657"/>
                  </a:lnTo>
                  <a:lnTo>
                    <a:pt x="51148" y="1338889"/>
                  </a:lnTo>
                  <a:lnTo>
                    <a:pt x="98225" y="1353025"/>
                  </a:lnTo>
                  <a:lnTo>
                    <a:pt x="141599" y="1362445"/>
                  </a:lnTo>
                  <a:lnTo>
                    <a:pt x="181642" y="1367528"/>
                  </a:lnTo>
                  <a:lnTo>
                    <a:pt x="218723" y="1368657"/>
                  </a:lnTo>
                  <a:lnTo>
                    <a:pt x="253212" y="1366210"/>
                  </a:lnTo>
                  <a:lnTo>
                    <a:pt x="315896" y="1352112"/>
                  </a:lnTo>
                  <a:lnTo>
                    <a:pt x="372654" y="1328278"/>
                  </a:lnTo>
                  <a:lnTo>
                    <a:pt x="426450" y="1297749"/>
                  </a:lnTo>
                  <a:lnTo>
                    <a:pt x="480242" y="1263569"/>
                  </a:lnTo>
                  <a:lnTo>
                    <a:pt x="508063" y="1246061"/>
                  </a:lnTo>
                  <a:lnTo>
                    <a:pt x="567403" y="1212109"/>
                  </a:lnTo>
                  <a:lnTo>
                    <a:pt x="634144" y="1182113"/>
                  </a:lnTo>
                  <a:lnTo>
                    <a:pt x="671215" y="1169550"/>
                  </a:lnTo>
                  <a:lnTo>
                    <a:pt x="711246" y="1159116"/>
                  </a:lnTo>
                  <a:lnTo>
                    <a:pt x="754608" y="1151192"/>
                  </a:lnTo>
                  <a:lnTo>
                    <a:pt x="801671" y="1146159"/>
                  </a:lnTo>
                  <a:lnTo>
                    <a:pt x="852804" y="1144397"/>
                  </a:lnTo>
                  <a:lnTo>
                    <a:pt x="852804" y="233299"/>
                  </a:lnTo>
                  <a:close/>
                </a:path>
                <a:path w="990600" h="1369060">
                  <a:moveTo>
                    <a:pt x="917194" y="115188"/>
                  </a:moveTo>
                  <a:lnTo>
                    <a:pt x="70230" y="115188"/>
                  </a:lnTo>
                  <a:lnTo>
                    <a:pt x="70230" y="233299"/>
                  </a:lnTo>
                  <a:lnTo>
                    <a:pt x="852804" y="233299"/>
                  </a:lnTo>
                  <a:lnTo>
                    <a:pt x="852804" y="1038352"/>
                  </a:lnTo>
                  <a:lnTo>
                    <a:pt x="858347" y="1037359"/>
                  </a:lnTo>
                  <a:lnTo>
                    <a:pt x="872950" y="1035177"/>
                  </a:lnTo>
                  <a:lnTo>
                    <a:pt x="893577" y="1032994"/>
                  </a:lnTo>
                  <a:lnTo>
                    <a:pt x="917194" y="1032002"/>
                  </a:lnTo>
                  <a:lnTo>
                    <a:pt x="917194" y="115188"/>
                  </a:lnTo>
                  <a:close/>
                </a:path>
                <a:path w="990600" h="1369060">
                  <a:moveTo>
                    <a:pt x="990600" y="0"/>
                  </a:moveTo>
                  <a:lnTo>
                    <a:pt x="136271" y="0"/>
                  </a:lnTo>
                  <a:lnTo>
                    <a:pt x="136271" y="115188"/>
                  </a:lnTo>
                  <a:lnTo>
                    <a:pt x="917194" y="115188"/>
                  </a:lnTo>
                  <a:lnTo>
                    <a:pt x="917194" y="918591"/>
                  </a:lnTo>
                  <a:lnTo>
                    <a:pt x="923502" y="917856"/>
                  </a:lnTo>
                  <a:lnTo>
                    <a:pt x="940133" y="916241"/>
                  </a:lnTo>
                  <a:lnTo>
                    <a:pt x="963646" y="914626"/>
                  </a:lnTo>
                  <a:lnTo>
                    <a:pt x="990600" y="913891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53000" y="4572000"/>
              <a:ext cx="990600" cy="1369060"/>
            </a:xfrm>
            <a:custGeom>
              <a:avLst/>
              <a:gdLst/>
              <a:ahLst/>
              <a:cxnLst/>
              <a:rect l="l" t="t" r="r" b="b"/>
              <a:pathLst>
                <a:path w="990600" h="1369060">
                  <a:moveTo>
                    <a:pt x="0" y="233299"/>
                  </a:moveTo>
                  <a:lnTo>
                    <a:pt x="852804" y="233299"/>
                  </a:lnTo>
                  <a:lnTo>
                    <a:pt x="852804" y="1144397"/>
                  </a:lnTo>
                  <a:lnTo>
                    <a:pt x="801671" y="1146159"/>
                  </a:lnTo>
                  <a:lnTo>
                    <a:pt x="754608" y="1151192"/>
                  </a:lnTo>
                  <a:lnTo>
                    <a:pt x="711246" y="1159116"/>
                  </a:lnTo>
                  <a:lnTo>
                    <a:pt x="671215" y="1169550"/>
                  </a:lnTo>
                  <a:lnTo>
                    <a:pt x="634144" y="1182113"/>
                  </a:lnTo>
                  <a:lnTo>
                    <a:pt x="567403" y="1212109"/>
                  </a:lnTo>
                  <a:lnTo>
                    <a:pt x="508063" y="1246061"/>
                  </a:lnTo>
                  <a:lnTo>
                    <a:pt x="453161" y="1280925"/>
                  </a:lnTo>
                  <a:lnTo>
                    <a:pt x="426450" y="1297749"/>
                  </a:lnTo>
                  <a:lnTo>
                    <a:pt x="372654" y="1328278"/>
                  </a:lnTo>
                  <a:lnTo>
                    <a:pt x="315896" y="1352112"/>
                  </a:lnTo>
                  <a:lnTo>
                    <a:pt x="253212" y="1366210"/>
                  </a:lnTo>
                  <a:lnTo>
                    <a:pt x="218723" y="1368657"/>
                  </a:lnTo>
                  <a:lnTo>
                    <a:pt x="181642" y="1367528"/>
                  </a:lnTo>
                  <a:lnTo>
                    <a:pt x="141599" y="1362445"/>
                  </a:lnTo>
                  <a:lnTo>
                    <a:pt x="98225" y="1353025"/>
                  </a:lnTo>
                  <a:lnTo>
                    <a:pt x="51148" y="1338889"/>
                  </a:lnTo>
                  <a:lnTo>
                    <a:pt x="0" y="1319657"/>
                  </a:lnTo>
                  <a:lnTo>
                    <a:pt x="0" y="233299"/>
                  </a:lnTo>
                  <a:close/>
                </a:path>
                <a:path w="990600" h="1369060">
                  <a:moveTo>
                    <a:pt x="70230" y="233299"/>
                  </a:moveTo>
                  <a:lnTo>
                    <a:pt x="70230" y="115188"/>
                  </a:lnTo>
                  <a:lnTo>
                    <a:pt x="917194" y="115188"/>
                  </a:lnTo>
                  <a:lnTo>
                    <a:pt x="917194" y="1032002"/>
                  </a:lnTo>
                  <a:lnTo>
                    <a:pt x="893577" y="1032994"/>
                  </a:lnTo>
                  <a:lnTo>
                    <a:pt x="872950" y="1035177"/>
                  </a:lnTo>
                  <a:lnTo>
                    <a:pt x="858347" y="1037359"/>
                  </a:lnTo>
                  <a:lnTo>
                    <a:pt x="852804" y="1038352"/>
                  </a:lnTo>
                </a:path>
                <a:path w="990600" h="1369060">
                  <a:moveTo>
                    <a:pt x="136271" y="115188"/>
                  </a:moveTo>
                  <a:lnTo>
                    <a:pt x="136271" y="0"/>
                  </a:lnTo>
                  <a:lnTo>
                    <a:pt x="990600" y="0"/>
                  </a:lnTo>
                  <a:lnTo>
                    <a:pt x="990600" y="913891"/>
                  </a:lnTo>
                  <a:lnTo>
                    <a:pt x="963646" y="914626"/>
                  </a:lnTo>
                  <a:lnTo>
                    <a:pt x="940133" y="916241"/>
                  </a:lnTo>
                  <a:lnTo>
                    <a:pt x="923502" y="917856"/>
                  </a:lnTo>
                  <a:lnTo>
                    <a:pt x="917194" y="91859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019547" y="4919598"/>
            <a:ext cx="7239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Tập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tin </a:t>
            </a:r>
            <a:r>
              <a:rPr sz="1800" dirty="0">
                <a:latin typeface="Arial"/>
                <a:cs typeface="Arial"/>
              </a:rPr>
              <a:t>dữ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liệu </a:t>
            </a: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929437" y="4567237"/>
            <a:ext cx="1000125" cy="1378585"/>
            <a:chOff x="6929437" y="4567237"/>
            <a:chExt cx="1000125" cy="1378585"/>
          </a:xfrm>
        </p:grpSpPr>
        <p:sp>
          <p:nvSpPr>
            <p:cNvPr id="27" name="object 27"/>
            <p:cNvSpPr/>
            <p:nvPr/>
          </p:nvSpPr>
          <p:spPr>
            <a:xfrm>
              <a:off x="6934200" y="4572000"/>
              <a:ext cx="990600" cy="1369060"/>
            </a:xfrm>
            <a:custGeom>
              <a:avLst/>
              <a:gdLst/>
              <a:ahLst/>
              <a:cxnLst/>
              <a:rect l="l" t="t" r="r" b="b"/>
              <a:pathLst>
                <a:path w="990600" h="1369060">
                  <a:moveTo>
                    <a:pt x="852804" y="233299"/>
                  </a:moveTo>
                  <a:lnTo>
                    <a:pt x="0" y="233299"/>
                  </a:lnTo>
                  <a:lnTo>
                    <a:pt x="0" y="1319657"/>
                  </a:lnTo>
                  <a:lnTo>
                    <a:pt x="51148" y="1338889"/>
                  </a:lnTo>
                  <a:lnTo>
                    <a:pt x="98225" y="1353025"/>
                  </a:lnTo>
                  <a:lnTo>
                    <a:pt x="141599" y="1362445"/>
                  </a:lnTo>
                  <a:lnTo>
                    <a:pt x="181642" y="1367528"/>
                  </a:lnTo>
                  <a:lnTo>
                    <a:pt x="218723" y="1368657"/>
                  </a:lnTo>
                  <a:lnTo>
                    <a:pt x="253212" y="1366210"/>
                  </a:lnTo>
                  <a:lnTo>
                    <a:pt x="315896" y="1352112"/>
                  </a:lnTo>
                  <a:lnTo>
                    <a:pt x="372654" y="1328278"/>
                  </a:lnTo>
                  <a:lnTo>
                    <a:pt x="426450" y="1297749"/>
                  </a:lnTo>
                  <a:lnTo>
                    <a:pt x="480242" y="1263569"/>
                  </a:lnTo>
                  <a:lnTo>
                    <a:pt x="508063" y="1246061"/>
                  </a:lnTo>
                  <a:lnTo>
                    <a:pt x="567403" y="1212109"/>
                  </a:lnTo>
                  <a:lnTo>
                    <a:pt x="634144" y="1182113"/>
                  </a:lnTo>
                  <a:lnTo>
                    <a:pt x="671215" y="1169550"/>
                  </a:lnTo>
                  <a:lnTo>
                    <a:pt x="711246" y="1159116"/>
                  </a:lnTo>
                  <a:lnTo>
                    <a:pt x="754608" y="1151192"/>
                  </a:lnTo>
                  <a:lnTo>
                    <a:pt x="801671" y="1146159"/>
                  </a:lnTo>
                  <a:lnTo>
                    <a:pt x="852804" y="1144397"/>
                  </a:lnTo>
                  <a:lnTo>
                    <a:pt x="852804" y="233299"/>
                  </a:lnTo>
                  <a:close/>
                </a:path>
                <a:path w="990600" h="1369060">
                  <a:moveTo>
                    <a:pt x="917194" y="115188"/>
                  </a:moveTo>
                  <a:lnTo>
                    <a:pt x="70230" y="115188"/>
                  </a:lnTo>
                  <a:lnTo>
                    <a:pt x="70230" y="233299"/>
                  </a:lnTo>
                  <a:lnTo>
                    <a:pt x="852804" y="233299"/>
                  </a:lnTo>
                  <a:lnTo>
                    <a:pt x="852804" y="1038352"/>
                  </a:lnTo>
                  <a:lnTo>
                    <a:pt x="858347" y="1037359"/>
                  </a:lnTo>
                  <a:lnTo>
                    <a:pt x="872950" y="1035177"/>
                  </a:lnTo>
                  <a:lnTo>
                    <a:pt x="893577" y="1032994"/>
                  </a:lnTo>
                  <a:lnTo>
                    <a:pt x="917194" y="1032002"/>
                  </a:lnTo>
                  <a:lnTo>
                    <a:pt x="917194" y="115188"/>
                  </a:lnTo>
                  <a:close/>
                </a:path>
                <a:path w="990600" h="1369060">
                  <a:moveTo>
                    <a:pt x="990600" y="0"/>
                  </a:moveTo>
                  <a:lnTo>
                    <a:pt x="136271" y="0"/>
                  </a:lnTo>
                  <a:lnTo>
                    <a:pt x="136271" y="115188"/>
                  </a:lnTo>
                  <a:lnTo>
                    <a:pt x="917194" y="115188"/>
                  </a:lnTo>
                  <a:lnTo>
                    <a:pt x="917194" y="918591"/>
                  </a:lnTo>
                  <a:lnTo>
                    <a:pt x="923502" y="917856"/>
                  </a:lnTo>
                  <a:lnTo>
                    <a:pt x="940133" y="916241"/>
                  </a:lnTo>
                  <a:lnTo>
                    <a:pt x="963646" y="914626"/>
                  </a:lnTo>
                  <a:lnTo>
                    <a:pt x="990600" y="913891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99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34200" y="4572000"/>
              <a:ext cx="990600" cy="1369060"/>
            </a:xfrm>
            <a:custGeom>
              <a:avLst/>
              <a:gdLst/>
              <a:ahLst/>
              <a:cxnLst/>
              <a:rect l="l" t="t" r="r" b="b"/>
              <a:pathLst>
                <a:path w="990600" h="1369060">
                  <a:moveTo>
                    <a:pt x="0" y="233299"/>
                  </a:moveTo>
                  <a:lnTo>
                    <a:pt x="852804" y="233299"/>
                  </a:lnTo>
                  <a:lnTo>
                    <a:pt x="852804" y="1144397"/>
                  </a:lnTo>
                  <a:lnTo>
                    <a:pt x="801671" y="1146159"/>
                  </a:lnTo>
                  <a:lnTo>
                    <a:pt x="754608" y="1151192"/>
                  </a:lnTo>
                  <a:lnTo>
                    <a:pt x="711246" y="1159116"/>
                  </a:lnTo>
                  <a:lnTo>
                    <a:pt x="671215" y="1169550"/>
                  </a:lnTo>
                  <a:lnTo>
                    <a:pt x="634144" y="1182113"/>
                  </a:lnTo>
                  <a:lnTo>
                    <a:pt x="567403" y="1212109"/>
                  </a:lnTo>
                  <a:lnTo>
                    <a:pt x="508063" y="1246061"/>
                  </a:lnTo>
                  <a:lnTo>
                    <a:pt x="453161" y="1280925"/>
                  </a:lnTo>
                  <a:lnTo>
                    <a:pt x="426450" y="1297749"/>
                  </a:lnTo>
                  <a:lnTo>
                    <a:pt x="372654" y="1328278"/>
                  </a:lnTo>
                  <a:lnTo>
                    <a:pt x="315896" y="1352112"/>
                  </a:lnTo>
                  <a:lnTo>
                    <a:pt x="253212" y="1366210"/>
                  </a:lnTo>
                  <a:lnTo>
                    <a:pt x="218723" y="1368657"/>
                  </a:lnTo>
                  <a:lnTo>
                    <a:pt x="181642" y="1367528"/>
                  </a:lnTo>
                  <a:lnTo>
                    <a:pt x="141599" y="1362445"/>
                  </a:lnTo>
                  <a:lnTo>
                    <a:pt x="98225" y="1353025"/>
                  </a:lnTo>
                  <a:lnTo>
                    <a:pt x="51148" y="1338889"/>
                  </a:lnTo>
                  <a:lnTo>
                    <a:pt x="0" y="1319657"/>
                  </a:lnTo>
                  <a:lnTo>
                    <a:pt x="0" y="233299"/>
                  </a:lnTo>
                  <a:close/>
                </a:path>
                <a:path w="990600" h="1369060">
                  <a:moveTo>
                    <a:pt x="70230" y="233299"/>
                  </a:moveTo>
                  <a:lnTo>
                    <a:pt x="70230" y="115188"/>
                  </a:lnTo>
                  <a:lnTo>
                    <a:pt x="917194" y="115188"/>
                  </a:lnTo>
                  <a:lnTo>
                    <a:pt x="917194" y="1032002"/>
                  </a:lnTo>
                  <a:lnTo>
                    <a:pt x="893577" y="1032994"/>
                  </a:lnTo>
                  <a:lnTo>
                    <a:pt x="872950" y="1035177"/>
                  </a:lnTo>
                  <a:lnTo>
                    <a:pt x="858347" y="1037359"/>
                  </a:lnTo>
                  <a:lnTo>
                    <a:pt x="852804" y="1038352"/>
                  </a:lnTo>
                </a:path>
                <a:path w="990600" h="1369060">
                  <a:moveTo>
                    <a:pt x="136271" y="115188"/>
                  </a:moveTo>
                  <a:lnTo>
                    <a:pt x="136271" y="0"/>
                  </a:lnTo>
                  <a:lnTo>
                    <a:pt x="990600" y="0"/>
                  </a:lnTo>
                  <a:lnTo>
                    <a:pt x="990600" y="913891"/>
                  </a:lnTo>
                  <a:lnTo>
                    <a:pt x="963646" y="914626"/>
                  </a:lnTo>
                  <a:lnTo>
                    <a:pt x="940133" y="916241"/>
                  </a:lnTo>
                  <a:lnTo>
                    <a:pt x="923502" y="917856"/>
                  </a:lnTo>
                  <a:lnTo>
                    <a:pt x="917194" y="91859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001002" y="4919598"/>
            <a:ext cx="7239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Tập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tin </a:t>
            </a:r>
            <a:r>
              <a:rPr sz="1800" dirty="0">
                <a:latin typeface="Arial"/>
                <a:cs typeface="Arial"/>
              </a:rPr>
              <a:t>dữ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liệu </a:t>
            </a:r>
            <a:r>
              <a:rPr sz="1800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00200" y="1816734"/>
            <a:ext cx="5905500" cy="1014730"/>
          </a:xfrm>
          <a:custGeom>
            <a:avLst/>
            <a:gdLst/>
            <a:ahLst/>
            <a:cxnLst/>
            <a:rect l="l" t="t" r="r" b="b"/>
            <a:pathLst>
              <a:path w="5905500" h="1014730">
                <a:moveTo>
                  <a:pt x="2971800" y="1002665"/>
                </a:moveTo>
                <a:lnTo>
                  <a:pt x="2957792" y="963168"/>
                </a:lnTo>
                <a:lnTo>
                  <a:pt x="2943352" y="922401"/>
                </a:lnTo>
                <a:lnTo>
                  <a:pt x="2921368" y="945222"/>
                </a:lnTo>
                <a:lnTo>
                  <a:pt x="2002358" y="60337"/>
                </a:lnTo>
                <a:lnTo>
                  <a:pt x="2010803" y="51562"/>
                </a:lnTo>
                <a:lnTo>
                  <a:pt x="2024380" y="37465"/>
                </a:lnTo>
                <a:lnTo>
                  <a:pt x="1943100" y="12065"/>
                </a:lnTo>
                <a:lnTo>
                  <a:pt x="1971548" y="92329"/>
                </a:lnTo>
                <a:lnTo>
                  <a:pt x="1993519" y="69519"/>
                </a:lnTo>
                <a:lnTo>
                  <a:pt x="2908808" y="950823"/>
                </a:lnTo>
                <a:lnTo>
                  <a:pt x="2904998" y="962228"/>
                </a:lnTo>
                <a:lnTo>
                  <a:pt x="2896641" y="970902"/>
                </a:lnTo>
                <a:lnTo>
                  <a:pt x="74244" y="30175"/>
                </a:lnTo>
                <a:lnTo>
                  <a:pt x="75590" y="26162"/>
                </a:lnTo>
                <a:lnTo>
                  <a:pt x="84328" y="0"/>
                </a:lnTo>
                <a:lnTo>
                  <a:pt x="0" y="12065"/>
                </a:lnTo>
                <a:lnTo>
                  <a:pt x="60198" y="72263"/>
                </a:lnTo>
                <a:lnTo>
                  <a:pt x="70231" y="42214"/>
                </a:lnTo>
                <a:lnTo>
                  <a:pt x="2897543" y="984567"/>
                </a:lnTo>
                <a:lnTo>
                  <a:pt x="2887472" y="1014730"/>
                </a:lnTo>
                <a:lnTo>
                  <a:pt x="2971800" y="1002665"/>
                </a:lnTo>
                <a:close/>
              </a:path>
              <a:path w="5905500" h="1014730">
                <a:moveTo>
                  <a:pt x="5905500" y="12065"/>
                </a:moveTo>
                <a:lnTo>
                  <a:pt x="5821172" y="381"/>
                </a:lnTo>
                <a:lnTo>
                  <a:pt x="5831332" y="30454"/>
                </a:lnTo>
                <a:lnTo>
                  <a:pt x="3048063" y="970267"/>
                </a:lnTo>
                <a:lnTo>
                  <a:pt x="3038703" y="961263"/>
                </a:lnTo>
                <a:lnTo>
                  <a:pt x="3037916" y="960526"/>
                </a:lnTo>
                <a:lnTo>
                  <a:pt x="3033560" y="947610"/>
                </a:lnTo>
                <a:lnTo>
                  <a:pt x="3876014" y="71374"/>
                </a:lnTo>
                <a:lnTo>
                  <a:pt x="3898900" y="93345"/>
                </a:lnTo>
                <a:lnTo>
                  <a:pt x="3911358" y="53467"/>
                </a:lnTo>
                <a:lnTo>
                  <a:pt x="3924300" y="12065"/>
                </a:lnTo>
                <a:lnTo>
                  <a:pt x="3844036" y="40640"/>
                </a:lnTo>
                <a:lnTo>
                  <a:pt x="3866883" y="62598"/>
                </a:lnTo>
                <a:lnTo>
                  <a:pt x="3020072" y="943368"/>
                </a:lnTo>
                <a:lnTo>
                  <a:pt x="2997200" y="921385"/>
                </a:lnTo>
                <a:lnTo>
                  <a:pt x="2971800" y="1002665"/>
                </a:lnTo>
                <a:lnTo>
                  <a:pt x="3056128" y="1014349"/>
                </a:lnTo>
                <a:lnTo>
                  <a:pt x="3047327" y="988314"/>
                </a:lnTo>
                <a:lnTo>
                  <a:pt x="3045955" y="984288"/>
                </a:lnTo>
                <a:lnTo>
                  <a:pt x="5835370" y="42405"/>
                </a:lnTo>
                <a:lnTo>
                  <a:pt x="5845556" y="72517"/>
                </a:lnTo>
                <a:lnTo>
                  <a:pt x="5891263" y="26416"/>
                </a:lnTo>
                <a:lnTo>
                  <a:pt x="5905500" y="120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62100" y="3717544"/>
            <a:ext cx="5867400" cy="871219"/>
          </a:xfrm>
          <a:custGeom>
            <a:avLst/>
            <a:gdLst/>
            <a:ahLst/>
            <a:cxnLst/>
            <a:rect l="l" t="t" r="r" b="b"/>
            <a:pathLst>
              <a:path w="5867400" h="871220">
                <a:moveTo>
                  <a:pt x="3009900" y="16256"/>
                </a:moveTo>
                <a:lnTo>
                  <a:pt x="2926334" y="0"/>
                </a:lnTo>
                <a:lnTo>
                  <a:pt x="2934728" y="30403"/>
                </a:lnTo>
                <a:lnTo>
                  <a:pt x="2926207" y="32004"/>
                </a:lnTo>
                <a:lnTo>
                  <a:pt x="2926816" y="32816"/>
                </a:lnTo>
                <a:lnTo>
                  <a:pt x="71716" y="827925"/>
                </a:lnTo>
                <a:lnTo>
                  <a:pt x="63246" y="797306"/>
                </a:lnTo>
                <a:lnTo>
                  <a:pt x="0" y="854456"/>
                </a:lnTo>
                <a:lnTo>
                  <a:pt x="83566" y="870712"/>
                </a:lnTo>
                <a:lnTo>
                  <a:pt x="76034" y="843534"/>
                </a:lnTo>
                <a:lnTo>
                  <a:pt x="75095" y="840130"/>
                </a:lnTo>
                <a:lnTo>
                  <a:pt x="2935033" y="43675"/>
                </a:lnTo>
                <a:lnTo>
                  <a:pt x="2940354" y="50698"/>
                </a:lnTo>
                <a:lnTo>
                  <a:pt x="2942704" y="59182"/>
                </a:lnTo>
                <a:lnTo>
                  <a:pt x="1961883" y="803325"/>
                </a:lnTo>
                <a:lnTo>
                  <a:pt x="1942719" y="778002"/>
                </a:lnTo>
                <a:lnTo>
                  <a:pt x="1905000" y="854456"/>
                </a:lnTo>
                <a:lnTo>
                  <a:pt x="1988693" y="838708"/>
                </a:lnTo>
                <a:lnTo>
                  <a:pt x="1975408" y="821182"/>
                </a:lnTo>
                <a:lnTo>
                  <a:pt x="1969592" y="813511"/>
                </a:lnTo>
                <a:lnTo>
                  <a:pt x="2946374" y="72428"/>
                </a:lnTo>
                <a:lnTo>
                  <a:pt x="2946654" y="73406"/>
                </a:lnTo>
                <a:lnTo>
                  <a:pt x="2953118" y="67564"/>
                </a:lnTo>
                <a:lnTo>
                  <a:pt x="2972181" y="92710"/>
                </a:lnTo>
                <a:lnTo>
                  <a:pt x="2993479" y="49530"/>
                </a:lnTo>
                <a:lnTo>
                  <a:pt x="3009900" y="16256"/>
                </a:lnTo>
                <a:close/>
              </a:path>
              <a:path w="5867400" h="871220">
                <a:moveTo>
                  <a:pt x="5867400" y="854456"/>
                </a:moveTo>
                <a:lnTo>
                  <a:pt x="5854700" y="842645"/>
                </a:lnTo>
                <a:lnTo>
                  <a:pt x="5805043" y="796417"/>
                </a:lnTo>
                <a:lnTo>
                  <a:pt x="5796089" y="826909"/>
                </a:lnTo>
                <a:lnTo>
                  <a:pt x="3084766" y="31635"/>
                </a:lnTo>
                <a:lnTo>
                  <a:pt x="3085808" y="28067"/>
                </a:lnTo>
                <a:lnTo>
                  <a:pt x="3093720" y="1143"/>
                </a:lnTo>
                <a:lnTo>
                  <a:pt x="3009900" y="16256"/>
                </a:lnTo>
                <a:lnTo>
                  <a:pt x="3038602" y="96520"/>
                </a:lnTo>
                <a:lnTo>
                  <a:pt x="3060585" y="73533"/>
                </a:lnTo>
                <a:lnTo>
                  <a:pt x="3826687" y="806411"/>
                </a:lnTo>
                <a:lnTo>
                  <a:pt x="3804793" y="829310"/>
                </a:lnTo>
                <a:lnTo>
                  <a:pt x="3886200" y="854456"/>
                </a:lnTo>
                <a:lnTo>
                  <a:pt x="3872166" y="815213"/>
                </a:lnTo>
                <a:lnTo>
                  <a:pt x="3857498" y="774192"/>
                </a:lnTo>
                <a:lnTo>
                  <a:pt x="3835501" y="797191"/>
                </a:lnTo>
                <a:lnTo>
                  <a:pt x="3073908" y="68643"/>
                </a:lnTo>
                <a:lnTo>
                  <a:pt x="3077743" y="55575"/>
                </a:lnTo>
                <a:lnTo>
                  <a:pt x="3087281" y="45605"/>
                </a:lnTo>
                <a:lnTo>
                  <a:pt x="5792521" y="839089"/>
                </a:lnTo>
                <a:lnTo>
                  <a:pt x="5783580" y="869569"/>
                </a:lnTo>
                <a:lnTo>
                  <a:pt x="5867400" y="8544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8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Hệ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thống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xử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lý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tập tin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1006855"/>
            <a:ext cx="8410575" cy="4681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Đặc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trưng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Tập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xử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lý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riêng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lẻ.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ts val="2595"/>
              </a:lnSpc>
              <a:spcBef>
                <a:spcPts val="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Mỗi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ứng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liệu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ts val="2595"/>
              </a:lnSpc>
            </a:pPr>
            <a:r>
              <a:rPr sz="2400" spc="-10" dirty="0">
                <a:latin typeface="Arial"/>
                <a:cs typeface="Arial"/>
              </a:rPr>
              <a:t>riêng.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Nhược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điểm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Dư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thừa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trùng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lặp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Không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nhất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quán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liệu.(khi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cập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nhật: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thêm,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xóa,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sửa..)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Khó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khăn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xuất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Cô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lập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hạn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chế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sẻ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751840" algn="l"/>
              </a:tabLst>
            </a:pPr>
            <a:r>
              <a:rPr sz="2400" b="1" dirty="0">
                <a:latin typeface="Arial"/>
                <a:cs typeface="Arial"/>
              </a:rPr>
              <a:t>Gây</a:t>
            </a:r>
            <a:r>
              <a:rPr sz="2400" b="1" spc="-25" dirty="0">
                <a:latin typeface="Arial"/>
                <a:cs typeface="Arial"/>
              </a:rPr>
              <a:t> ra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3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vấn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đề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về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sự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cậy.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5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vấn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đề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về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nhập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thời.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1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vấn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đề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về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toàn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liệu.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981200"/>
            <a:ext cx="8077200" cy="4495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dirty="0"/>
              <a:t>CSDL</a:t>
            </a:r>
            <a:r>
              <a:rPr spc="-5" dirty="0"/>
              <a:t> </a:t>
            </a:r>
            <a:r>
              <a:rPr dirty="0"/>
              <a:t>dùng</a:t>
            </a:r>
            <a:r>
              <a:rPr spc="-20" dirty="0"/>
              <a:t> </a:t>
            </a:r>
            <a:r>
              <a:rPr spc="-10" dirty="0"/>
              <a:t>chung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4D6DE-DD71-AF38-90F5-0DFC1B2246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t>13</a:t>
            </a:fld>
            <a:endParaRPr lang="en-US" spc="-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Các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đặc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điểm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của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CSDL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965919"/>
            <a:ext cx="8460740" cy="4142104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690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b="1" dirty="0">
                <a:latin typeface="Arial"/>
                <a:cs typeface="Arial"/>
              </a:rPr>
              <a:t>Tính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tự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mô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tả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của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hệ</a:t>
            </a:r>
            <a:r>
              <a:rPr sz="3200" b="1" spc="-20" dirty="0">
                <a:latin typeface="Arial"/>
                <a:cs typeface="Arial"/>
              </a:rPr>
              <a:t> CSDL</a:t>
            </a:r>
            <a:endParaRPr sz="3200">
              <a:latin typeface="Arial"/>
              <a:cs typeface="Arial"/>
            </a:endParaRPr>
          </a:p>
          <a:p>
            <a:pPr marL="751840" marR="266065" lvl="1" indent="-281940">
              <a:lnSpc>
                <a:spcPts val="2590"/>
              </a:lnSpc>
              <a:spcBef>
                <a:spcPts val="76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Không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chứa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CSDL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mà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còn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chứa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nghĩa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đủ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cấu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trúc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CSDL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ràng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buộc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7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Định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nghĩa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catalog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HQT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CSDL.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ts val="2280"/>
              </a:lnSpc>
              <a:spcBef>
                <a:spcPts val="375"/>
              </a:spcBef>
              <a:tabLst>
                <a:tab pos="1155700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b="1" dirty="0">
                <a:latin typeface="Arial"/>
                <a:cs typeface="Arial"/>
              </a:rPr>
              <a:t>Cấu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trúc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tin,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kiểu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định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dạng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mục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các</a:t>
            </a:r>
            <a:endParaRPr sz="2000">
              <a:latin typeface="Arial"/>
              <a:cs typeface="Arial"/>
            </a:endParaRPr>
          </a:p>
          <a:p>
            <a:pPr marL="1155700">
              <a:lnSpc>
                <a:spcPts val="2280"/>
              </a:lnSpc>
            </a:pPr>
            <a:r>
              <a:rPr sz="2000" b="1" dirty="0">
                <a:latin typeface="Arial"/>
                <a:cs typeface="Arial"/>
              </a:rPr>
              <a:t>ràng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buộc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về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dữ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liệu</a:t>
            </a:r>
            <a:r>
              <a:rPr sz="2000" spc="-2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51840" marR="5080" lvl="1" indent="-281940">
              <a:lnSpc>
                <a:spcPts val="2590"/>
              </a:lnSpc>
              <a:spcBef>
                <a:spcPts val="73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Thông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trữ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catalog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gọi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siêu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dữ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liệu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(meta- data).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35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b="1" dirty="0">
                <a:latin typeface="Arial"/>
                <a:cs typeface="Arial"/>
              </a:rPr>
              <a:t>Tính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độc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lập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giữa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chương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trình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và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dữ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liệu</a:t>
            </a:r>
            <a:endParaRPr sz="32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7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Cấu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trúc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CSDL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được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lưu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catalog.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Các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đặc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điểm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của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CSDL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982907"/>
            <a:ext cx="8346440" cy="493585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5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Tính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trừu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tượng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dữ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liệu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751840" algn="l"/>
              </a:tabLst>
            </a:pPr>
            <a:r>
              <a:rPr sz="2000" b="1" dirty="0">
                <a:latin typeface="Arial"/>
                <a:cs typeface="Arial"/>
              </a:rPr>
              <a:t>HQT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CSDL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chỉ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cấp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biểu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diễn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về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dữ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liệu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ở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mức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khái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niệm</a:t>
            </a:r>
            <a:r>
              <a:rPr sz="2000" spc="-25" dirty="0">
                <a:latin typeface="Arial"/>
                <a:cs typeface="Arial"/>
              </a:rPr>
              <a:t> và</a:t>
            </a:r>
            <a:endParaRPr sz="20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dấu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nhiều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tiết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về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thức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trữ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liệu.</a:t>
            </a:r>
            <a:endParaRPr sz="2000">
              <a:latin typeface="Arial"/>
              <a:cs typeface="Arial"/>
            </a:endParaRPr>
          </a:p>
          <a:p>
            <a:pPr marL="751840" marR="7493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Sự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trừu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tượng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hóa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giúp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đảm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bảo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tính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độc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lập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chương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trình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dữ </a:t>
            </a:r>
            <a:r>
              <a:rPr sz="2000" spc="-10" dirty="0">
                <a:latin typeface="Arial"/>
                <a:cs typeface="Arial"/>
              </a:rPr>
              <a:t>liệu.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Sự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trừu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tượng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hóa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hiện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mô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hình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dữ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liệu</a:t>
            </a:r>
            <a:r>
              <a:rPr sz="2000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380"/>
              </a:spcBef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Hổ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trợ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nhiều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cách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nhìn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dữ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liệu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2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Một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CSDL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nhiều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người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sử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dụng.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(Theo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vai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trò,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nhiệm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vụ,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công</a:t>
            </a:r>
            <a:r>
              <a:rPr sz="1800" i="1" spc="-10" dirty="0">
                <a:latin typeface="Arial"/>
                <a:cs typeface="Arial"/>
              </a:rPr>
              <a:t> việc,</a:t>
            </a:r>
            <a:endParaRPr sz="18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10"/>
              </a:spcBef>
            </a:pPr>
            <a:r>
              <a:rPr sz="1800" i="1" dirty="0">
                <a:latin typeface="Arial"/>
                <a:cs typeface="Arial"/>
              </a:rPr>
              <a:t>quyền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truy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cập,…)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9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Mỗi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người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đòi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hỏi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nhìn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(view)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nhau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về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CSDL.</a:t>
            </a:r>
            <a:endParaRPr sz="2000">
              <a:latin typeface="Arial"/>
              <a:cs typeface="Arial"/>
            </a:endParaRPr>
          </a:p>
          <a:p>
            <a:pPr marL="751840" marR="268605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nhìn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CSDL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hoặc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dẫn </a:t>
            </a:r>
            <a:r>
              <a:rPr sz="2000" dirty="0">
                <a:latin typeface="Arial"/>
                <a:cs typeface="Arial"/>
              </a:rPr>
              <a:t>xuất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</a:t>
            </a:r>
            <a:r>
              <a:rPr sz="2000" spc="-10" dirty="0">
                <a:latin typeface="Arial"/>
                <a:cs typeface="Arial"/>
              </a:rPr>
              <a:t> CSDL.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Người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sử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dụng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CSDL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1000880"/>
            <a:ext cx="8369934" cy="50711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Người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quản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trị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(Database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Administrator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–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DBA)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Cấp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quyền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nhập.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Điều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hành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việc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dụng.</a:t>
            </a:r>
            <a:endParaRPr sz="2400">
              <a:latin typeface="Arial"/>
              <a:cs typeface="Arial"/>
            </a:endParaRPr>
          </a:p>
          <a:p>
            <a:pPr marL="751840" marR="490220" lvl="1" indent="-281940">
              <a:lnSpc>
                <a:spcPts val="2590"/>
              </a:lnSpc>
              <a:spcBef>
                <a:spcPts val="64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Yêu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cầu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tài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nguyên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mềm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cứng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khi </a:t>
            </a:r>
            <a:r>
              <a:rPr sz="2400" spc="-20" dirty="0">
                <a:latin typeface="Arial"/>
                <a:cs typeface="Arial"/>
              </a:rPr>
              <a:t>cần.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309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Người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thiết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kế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(Database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Designer)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3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Chịu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trách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nhiệm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65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Xác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trữ.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65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Chọn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cấu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trúc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thích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hợp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biểu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diễn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trữ.</a:t>
            </a:r>
            <a:endParaRPr sz="2000">
              <a:latin typeface="Arial"/>
              <a:cs typeface="Arial"/>
            </a:endParaRPr>
          </a:p>
          <a:p>
            <a:pPr marL="751840" marR="90170" lvl="1" indent="-281940">
              <a:lnSpc>
                <a:spcPts val="2590"/>
              </a:lnSpc>
              <a:spcBef>
                <a:spcPts val="6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Liên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người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dùng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nắm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bắt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yêu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cầu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đưa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phù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hợp.</a:t>
            </a:r>
            <a:endParaRPr sz="2400">
              <a:latin typeface="Arial"/>
              <a:cs typeface="Arial"/>
            </a:endParaRPr>
          </a:p>
          <a:p>
            <a:pPr marL="751840" marR="379095" lvl="1" indent="-281940">
              <a:lnSpc>
                <a:spcPts val="2590"/>
              </a:lnSpc>
              <a:spcBef>
                <a:spcPts val="60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Trở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việc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kế </a:t>
            </a:r>
            <a:r>
              <a:rPr sz="2400" dirty="0">
                <a:latin typeface="Arial"/>
                <a:cs typeface="Arial"/>
              </a:rPr>
              <a:t>hoàn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tất.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Người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sử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dụng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CSDL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1000880"/>
            <a:ext cx="6978015" cy="47605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Người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sử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dụng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Người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ít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dụng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7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Truy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nhập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cơ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sở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cần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thiết.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54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Sử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thạo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ngôn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ngữ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vấn.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60"/>
              </a:spcBef>
              <a:buFont typeface="Arial"/>
              <a:buChar char="-"/>
              <a:tabLst>
                <a:tab pos="1155700" algn="l"/>
              </a:tabLst>
            </a:pPr>
            <a:r>
              <a:rPr sz="2000" b="1" dirty="0">
                <a:latin typeface="Arial"/>
                <a:cs typeface="Arial"/>
              </a:rPr>
              <a:t>Người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quản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lý.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Người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thường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xuyên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7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Truy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vấn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cập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nhật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thường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xuyên.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54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Sử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giao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đóng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gói.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60"/>
              </a:spcBef>
              <a:buFont typeface="Arial"/>
              <a:buChar char="-"/>
              <a:tabLst>
                <a:tab pos="1155700" algn="l"/>
              </a:tabLst>
            </a:pPr>
            <a:r>
              <a:rPr sz="2000" b="1" dirty="0">
                <a:latin typeface="Arial"/>
                <a:cs typeface="Arial"/>
              </a:rPr>
              <a:t>Nhân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viên</a:t>
            </a:r>
            <a:r>
              <a:rPr sz="2000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Người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đặc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biệt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7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Thông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thạo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khả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năng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tiện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ích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HQT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CSDL.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5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Tự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cài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đặt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ứng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yêu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cầu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phức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tạp.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65"/>
              </a:spcBef>
              <a:buFont typeface="Arial"/>
              <a:buChar char="-"/>
              <a:tabLst>
                <a:tab pos="1155700" algn="l"/>
              </a:tabLst>
            </a:pPr>
            <a:r>
              <a:rPr sz="2000" b="1" dirty="0">
                <a:latin typeface="Arial"/>
                <a:cs typeface="Arial"/>
              </a:rPr>
              <a:t>Kỹ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sư,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nhà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khoa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học</a:t>
            </a:r>
            <a:r>
              <a:rPr sz="2000" spc="-2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Người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sử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dụng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CSDL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(3)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332470" cy="504952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Kỹ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sư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phần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mềm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751840" algn="l"/>
              </a:tabLst>
            </a:pPr>
            <a:r>
              <a:rPr sz="2400" b="1" dirty="0">
                <a:latin typeface="Arial"/>
                <a:cs typeface="Arial"/>
              </a:rPr>
              <a:t>Người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phân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tích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hệ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thống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Xác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yêu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cầu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người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dùng,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đặc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biệt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những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người</a:t>
            </a:r>
            <a:endParaRPr sz="20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sử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thường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xuyên.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9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Phát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triển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đặc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tả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giao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đóng</a:t>
            </a:r>
            <a:r>
              <a:rPr sz="2000" spc="-20" dirty="0">
                <a:latin typeface="Arial"/>
                <a:cs typeface="Arial"/>
              </a:rPr>
              <a:t> gói.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751840" algn="l"/>
              </a:tabLst>
            </a:pPr>
            <a:r>
              <a:rPr sz="2400" b="1" dirty="0">
                <a:latin typeface="Arial"/>
                <a:cs typeface="Arial"/>
              </a:rPr>
              <a:t>Lập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trình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viên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15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Cài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đặt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đặc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tả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chương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trình.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Kiểm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tra,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gỡ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lỗi,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viết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tài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bảo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trì.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Nhóm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người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hổ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trợ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Thiết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cài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đặt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HQT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CSDL.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Phát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triển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công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cụ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hổ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trợ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tăng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năng.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Vận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hành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môi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trường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CSDL.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Các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ưu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điểm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của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CSDL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1017523"/>
            <a:ext cx="8229600" cy="495871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409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Kiểm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soát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sự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dư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thừa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31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Chia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sẻ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giữa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người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dùng.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31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Hạn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chế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nhập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phép.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31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Cung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cấp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cấu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trúc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trữ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xử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lý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vấn.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31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Cung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cấp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tiện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ích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phục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hồi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31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Cung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cấp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diện.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31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Đảm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ràng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toàn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vẹn.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31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b="1" dirty="0">
                <a:latin typeface="Arial"/>
                <a:cs typeface="Arial"/>
              </a:rPr>
              <a:t>Các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ưu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điểm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khác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7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Khả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năng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chuẩn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hóa.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Rút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ngắn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thời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gian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phát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triển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ứng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dụng.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6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Dễ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dàng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đổi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cấu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trúc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liệu.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6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Tiện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cho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việc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cập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nhật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thông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tin.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Lợi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ích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về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tế.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Mô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hình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dữ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liệu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425" marR="166370" indent="-34036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2425" algn="l"/>
              </a:tabLst>
            </a:pPr>
            <a:r>
              <a:rPr dirty="0"/>
              <a:t>Tập</a:t>
            </a:r>
            <a:r>
              <a:rPr spc="-45" dirty="0"/>
              <a:t> </a:t>
            </a:r>
            <a:r>
              <a:rPr dirty="0"/>
              <a:t>hợp</a:t>
            </a:r>
            <a:r>
              <a:rPr spc="-25" dirty="0"/>
              <a:t> </a:t>
            </a:r>
            <a:r>
              <a:rPr dirty="0"/>
              <a:t>các</a:t>
            </a:r>
            <a:r>
              <a:rPr spc="-20" dirty="0"/>
              <a:t> </a:t>
            </a:r>
            <a:r>
              <a:rPr dirty="0"/>
              <a:t>khái</a:t>
            </a:r>
            <a:r>
              <a:rPr spc="-35" dirty="0"/>
              <a:t> </a:t>
            </a:r>
            <a:r>
              <a:rPr dirty="0"/>
              <a:t>niệm</a:t>
            </a:r>
            <a:r>
              <a:rPr spc="-10" dirty="0"/>
              <a:t> </a:t>
            </a:r>
            <a:r>
              <a:rPr dirty="0"/>
              <a:t>mô</a:t>
            </a:r>
            <a:r>
              <a:rPr spc="-10" dirty="0"/>
              <a:t> </a:t>
            </a:r>
            <a:r>
              <a:rPr dirty="0"/>
              <a:t>tả</a:t>
            </a:r>
            <a:r>
              <a:rPr spc="-10" dirty="0"/>
              <a:t> </a:t>
            </a:r>
            <a:r>
              <a:rPr dirty="0"/>
              <a:t>cấu</a:t>
            </a:r>
            <a:r>
              <a:rPr spc="-40" dirty="0"/>
              <a:t> </a:t>
            </a:r>
            <a:r>
              <a:rPr dirty="0"/>
              <a:t>trúc</a:t>
            </a:r>
            <a:r>
              <a:rPr spc="-25" dirty="0"/>
              <a:t> </a:t>
            </a:r>
            <a:r>
              <a:rPr spc="-20" dirty="0"/>
              <a:t>CSDL </a:t>
            </a:r>
            <a:r>
              <a:rPr dirty="0"/>
              <a:t>và</a:t>
            </a:r>
            <a:r>
              <a:rPr spc="-40" dirty="0"/>
              <a:t> </a:t>
            </a:r>
            <a:r>
              <a:rPr dirty="0"/>
              <a:t>các</a:t>
            </a:r>
            <a:r>
              <a:rPr spc="-20" dirty="0"/>
              <a:t> </a:t>
            </a:r>
            <a:r>
              <a:rPr dirty="0"/>
              <a:t>ràng</a:t>
            </a:r>
            <a:r>
              <a:rPr spc="-35" dirty="0"/>
              <a:t> </a:t>
            </a:r>
            <a:r>
              <a:rPr dirty="0"/>
              <a:t>buộc</a:t>
            </a:r>
            <a:r>
              <a:rPr spc="-30" dirty="0"/>
              <a:t> </a:t>
            </a:r>
            <a:r>
              <a:rPr dirty="0"/>
              <a:t>mà</a:t>
            </a:r>
            <a:r>
              <a:rPr spc="-25" dirty="0"/>
              <a:t> </a:t>
            </a:r>
            <a:r>
              <a:rPr dirty="0"/>
              <a:t>CSDL</a:t>
            </a:r>
            <a:r>
              <a:rPr spc="-35" dirty="0"/>
              <a:t> </a:t>
            </a:r>
            <a:r>
              <a:rPr dirty="0"/>
              <a:t>phải</a:t>
            </a:r>
            <a:r>
              <a:rPr spc="-30" dirty="0"/>
              <a:t> </a:t>
            </a:r>
            <a:r>
              <a:rPr dirty="0"/>
              <a:t>tuân</a:t>
            </a:r>
            <a:r>
              <a:rPr spc="-15" dirty="0"/>
              <a:t> </a:t>
            </a:r>
            <a:r>
              <a:rPr spc="-10" dirty="0"/>
              <a:t>theo.</a:t>
            </a: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dirty="0"/>
              <a:t>Các</a:t>
            </a:r>
            <a:r>
              <a:rPr spc="-25" dirty="0"/>
              <a:t> </a:t>
            </a:r>
            <a:r>
              <a:rPr dirty="0"/>
              <a:t>thao</a:t>
            </a:r>
            <a:r>
              <a:rPr spc="-15" dirty="0"/>
              <a:t> </a:t>
            </a:r>
            <a:r>
              <a:rPr dirty="0"/>
              <a:t>tác</a:t>
            </a:r>
            <a:r>
              <a:rPr spc="-25" dirty="0"/>
              <a:t> </a:t>
            </a:r>
            <a:r>
              <a:rPr dirty="0"/>
              <a:t>dữ</a:t>
            </a:r>
            <a:r>
              <a:rPr spc="-25" dirty="0"/>
              <a:t> </a:t>
            </a:r>
            <a:r>
              <a:rPr spc="-20" dirty="0"/>
              <a:t>liệu</a:t>
            </a: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Thao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tác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cơ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bản.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0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Thao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người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dùng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định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nghĩa.</a:t>
            </a:r>
            <a:endParaRPr sz="2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2425" algn="l"/>
              </a:tabLst>
            </a:pPr>
            <a:r>
              <a:rPr dirty="0"/>
              <a:t>Phương</a:t>
            </a:r>
            <a:r>
              <a:rPr spc="-65" dirty="0"/>
              <a:t> </a:t>
            </a:r>
            <a:r>
              <a:rPr dirty="0"/>
              <a:t>tiện</a:t>
            </a:r>
            <a:r>
              <a:rPr spc="-20" dirty="0"/>
              <a:t> </a:t>
            </a:r>
            <a:r>
              <a:rPr dirty="0"/>
              <a:t>để</a:t>
            </a:r>
            <a:r>
              <a:rPr spc="-25" dirty="0"/>
              <a:t> </a:t>
            </a:r>
            <a:r>
              <a:rPr dirty="0"/>
              <a:t>trừu</a:t>
            </a:r>
            <a:r>
              <a:rPr spc="-40" dirty="0"/>
              <a:t> </a:t>
            </a:r>
            <a:r>
              <a:rPr dirty="0"/>
              <a:t>tượng</a:t>
            </a:r>
            <a:r>
              <a:rPr spc="-45" dirty="0"/>
              <a:t> </a:t>
            </a:r>
            <a:r>
              <a:rPr dirty="0"/>
              <a:t>hóa</a:t>
            </a:r>
            <a:r>
              <a:rPr spc="-20" dirty="0"/>
              <a:t> </a:t>
            </a:r>
            <a:r>
              <a:rPr dirty="0"/>
              <a:t>dữ</a:t>
            </a:r>
            <a:r>
              <a:rPr spc="-30" dirty="0"/>
              <a:t> </a:t>
            </a:r>
            <a:r>
              <a:rPr spc="-10" dirty="0"/>
              <a:t>liệu.</a:t>
            </a:r>
          </a:p>
          <a:p>
            <a:pPr marL="352425" marR="5080" indent="-340360">
              <a:lnSpc>
                <a:spcPct val="100000"/>
              </a:lnSpc>
              <a:spcBef>
                <a:spcPts val="800"/>
              </a:spcBef>
              <a:buFont typeface="Wingdings"/>
              <a:buChar char=""/>
              <a:tabLst>
                <a:tab pos="352425" algn="l"/>
              </a:tabLst>
            </a:pPr>
            <a:r>
              <a:rPr dirty="0"/>
              <a:t>Công</a:t>
            </a:r>
            <a:r>
              <a:rPr spc="-60" dirty="0"/>
              <a:t> </a:t>
            </a:r>
            <a:r>
              <a:rPr dirty="0"/>
              <a:t>cụ</a:t>
            </a:r>
            <a:r>
              <a:rPr spc="-25" dirty="0"/>
              <a:t> </a:t>
            </a:r>
            <a:r>
              <a:rPr dirty="0"/>
              <a:t>giao</a:t>
            </a:r>
            <a:r>
              <a:rPr spc="-30" dirty="0"/>
              <a:t> </a:t>
            </a:r>
            <a:r>
              <a:rPr dirty="0"/>
              <a:t>tiếp</a:t>
            </a:r>
            <a:r>
              <a:rPr spc="-35" dirty="0"/>
              <a:t> </a:t>
            </a:r>
            <a:r>
              <a:rPr dirty="0"/>
              <a:t>giữa</a:t>
            </a:r>
            <a:r>
              <a:rPr spc="-40" dirty="0"/>
              <a:t> </a:t>
            </a:r>
            <a:r>
              <a:rPr dirty="0"/>
              <a:t>những</a:t>
            </a:r>
            <a:r>
              <a:rPr spc="-45" dirty="0"/>
              <a:t> </a:t>
            </a:r>
            <a:r>
              <a:rPr dirty="0"/>
              <a:t>người</a:t>
            </a:r>
            <a:r>
              <a:rPr spc="-45" dirty="0"/>
              <a:t> </a:t>
            </a:r>
            <a:r>
              <a:rPr dirty="0"/>
              <a:t>sử</a:t>
            </a:r>
            <a:r>
              <a:rPr spc="-20" dirty="0"/>
              <a:t> dụng </a:t>
            </a:r>
            <a:r>
              <a:rPr dirty="0"/>
              <a:t>cơ</a:t>
            </a:r>
            <a:r>
              <a:rPr spc="-15" dirty="0"/>
              <a:t> </a:t>
            </a:r>
            <a:r>
              <a:rPr dirty="0"/>
              <a:t>sở dữ</a:t>
            </a:r>
            <a:r>
              <a:rPr spc="-15" dirty="0"/>
              <a:t> </a:t>
            </a:r>
            <a:r>
              <a:rPr spc="-20" dirty="0"/>
              <a:t>liệu.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Mô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hình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dữ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liệu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491220" cy="451739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Mô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hình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mức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cao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(mức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khái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niệm)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Cung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cấp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khái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niệm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gần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gũi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người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dụng.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51840" algn="l"/>
              </a:tabLst>
            </a:pPr>
            <a:r>
              <a:rPr sz="2400" i="1" dirty="0">
                <a:latin typeface="Arial"/>
                <a:cs typeface="Arial"/>
              </a:rPr>
              <a:t>Mô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hình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thực</a:t>
            </a:r>
            <a:r>
              <a:rPr sz="2400" b="1" i="1" spc="-2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thể</a:t>
            </a:r>
            <a:r>
              <a:rPr sz="2400" b="1" i="1" spc="-3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liên</a:t>
            </a:r>
            <a:r>
              <a:rPr sz="2400" b="1" i="1" spc="-4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kết</a:t>
            </a:r>
            <a:r>
              <a:rPr sz="2400" i="1" dirty="0">
                <a:latin typeface="Arial"/>
                <a:cs typeface="Arial"/>
              </a:rPr>
              <a:t>,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mô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hình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đối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tượng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Mô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hình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mức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thấp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(mức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vật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lý)</a:t>
            </a:r>
            <a:endParaRPr sz="2800">
              <a:latin typeface="Arial"/>
              <a:cs typeface="Arial"/>
            </a:endParaRPr>
          </a:p>
          <a:p>
            <a:pPr marL="751840" marR="508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Cung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cấp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khái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niệm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mô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tả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chi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tiết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dữ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máy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tính.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Mô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hình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cài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đặt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Cung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cấp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khái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niệm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mà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người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dùng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hiểu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và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gần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tổ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chức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máy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tính.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51840" algn="l"/>
              </a:tabLst>
            </a:pPr>
            <a:r>
              <a:rPr sz="2400" i="1" dirty="0">
                <a:latin typeface="Arial"/>
                <a:cs typeface="Arial"/>
              </a:rPr>
              <a:t>Mô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hình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quan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hệ,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mô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hình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mạng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Mô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hình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mạng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447800"/>
            <a:ext cx="1600200" cy="4572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670"/>
              </a:spcBef>
            </a:pPr>
            <a:r>
              <a:rPr sz="1800" b="1" spc="-10" dirty="0">
                <a:latin typeface="Arial"/>
                <a:cs typeface="Arial"/>
              </a:rPr>
              <a:t>SINHVIEN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5600" y="5181600"/>
            <a:ext cx="1600200" cy="4572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321310">
              <a:lnSpc>
                <a:spcPct val="100000"/>
              </a:lnSpc>
              <a:spcBef>
                <a:spcPts val="680"/>
              </a:spcBef>
            </a:pPr>
            <a:r>
              <a:rPr sz="1800" b="1" spc="-10" dirty="0">
                <a:latin typeface="Arial"/>
                <a:cs typeface="Arial"/>
              </a:rPr>
              <a:t>KETQUA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9000" y="1447800"/>
            <a:ext cx="1600200" cy="4572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280035">
              <a:lnSpc>
                <a:spcPct val="100000"/>
              </a:lnSpc>
              <a:spcBef>
                <a:spcPts val="670"/>
              </a:spcBef>
            </a:pPr>
            <a:r>
              <a:rPr sz="1800" b="1" spc="-10" dirty="0">
                <a:latin typeface="Arial"/>
                <a:cs typeface="Arial"/>
              </a:rPr>
              <a:t>MONHOC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29000" y="3505200"/>
            <a:ext cx="1600200" cy="457200"/>
          </a:xfrm>
          <a:custGeom>
            <a:avLst/>
            <a:gdLst/>
            <a:ahLst/>
            <a:cxnLst/>
            <a:rect l="l" t="t" r="r" b="b"/>
            <a:pathLst>
              <a:path w="1600200" h="457200">
                <a:moveTo>
                  <a:pt x="0" y="457200"/>
                </a:moveTo>
                <a:lnTo>
                  <a:pt x="1600200" y="457200"/>
                </a:lnTo>
                <a:lnTo>
                  <a:pt x="16002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26941" y="3578732"/>
            <a:ext cx="10045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LOPHOC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4200" y="3505200"/>
            <a:ext cx="1600200" cy="4572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675"/>
              </a:spcBef>
            </a:pPr>
            <a:r>
              <a:rPr sz="1800" b="1" spc="-10" dirty="0">
                <a:latin typeface="Arial"/>
                <a:cs typeface="Arial"/>
              </a:rPr>
              <a:t>DIEUKIEN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80693" y="1676399"/>
            <a:ext cx="6257290" cy="3505200"/>
          </a:xfrm>
          <a:custGeom>
            <a:avLst/>
            <a:gdLst/>
            <a:ahLst/>
            <a:cxnLst/>
            <a:rect l="l" t="t" r="r" b="b"/>
            <a:pathLst>
              <a:path w="6257290" h="3505200">
                <a:moveTo>
                  <a:pt x="2215007" y="3505200"/>
                </a:moveTo>
                <a:lnTo>
                  <a:pt x="2208593" y="3456178"/>
                </a:lnTo>
                <a:lnTo>
                  <a:pt x="2203958" y="3420745"/>
                </a:lnTo>
                <a:lnTo>
                  <a:pt x="2177631" y="3438487"/>
                </a:lnTo>
                <a:lnTo>
                  <a:pt x="10414" y="225044"/>
                </a:lnTo>
                <a:lnTo>
                  <a:pt x="0" y="232156"/>
                </a:lnTo>
                <a:lnTo>
                  <a:pt x="2167090" y="3445599"/>
                </a:lnTo>
                <a:lnTo>
                  <a:pt x="2140839" y="3463290"/>
                </a:lnTo>
                <a:lnTo>
                  <a:pt x="2215007" y="3505200"/>
                </a:lnTo>
                <a:close/>
              </a:path>
              <a:path w="6257290" h="3505200">
                <a:moveTo>
                  <a:pt x="2754249" y="2288540"/>
                </a:moveTo>
                <a:lnTo>
                  <a:pt x="2742565" y="2283460"/>
                </a:lnTo>
                <a:lnTo>
                  <a:pt x="2239772" y="3432886"/>
                </a:lnTo>
                <a:lnTo>
                  <a:pt x="2210689" y="3420110"/>
                </a:lnTo>
                <a:lnTo>
                  <a:pt x="2215007" y="3505200"/>
                </a:lnTo>
                <a:lnTo>
                  <a:pt x="2280412" y="3450717"/>
                </a:lnTo>
                <a:lnTo>
                  <a:pt x="2277795" y="3449574"/>
                </a:lnTo>
                <a:lnTo>
                  <a:pt x="2251329" y="3437953"/>
                </a:lnTo>
                <a:lnTo>
                  <a:pt x="2754249" y="2288540"/>
                </a:lnTo>
                <a:close/>
              </a:path>
              <a:path w="6257290" h="3505200">
                <a:moveTo>
                  <a:pt x="5453507" y="2057400"/>
                </a:moveTo>
                <a:lnTo>
                  <a:pt x="5436425" y="2027047"/>
                </a:lnTo>
                <a:lnTo>
                  <a:pt x="5411724" y="1983105"/>
                </a:lnTo>
                <a:lnTo>
                  <a:pt x="5393893" y="2009482"/>
                </a:lnTo>
                <a:lnTo>
                  <a:pt x="2751963" y="223393"/>
                </a:lnTo>
                <a:lnTo>
                  <a:pt x="2748407" y="228600"/>
                </a:lnTo>
                <a:lnTo>
                  <a:pt x="2742057" y="228600"/>
                </a:lnTo>
                <a:lnTo>
                  <a:pt x="2743568" y="1752600"/>
                </a:lnTo>
                <a:lnTo>
                  <a:pt x="2711831" y="1752600"/>
                </a:lnTo>
                <a:lnTo>
                  <a:pt x="2749931" y="1828800"/>
                </a:lnTo>
                <a:lnTo>
                  <a:pt x="2781681" y="1765300"/>
                </a:lnTo>
                <a:lnTo>
                  <a:pt x="2788031" y="1752600"/>
                </a:lnTo>
                <a:lnTo>
                  <a:pt x="2756268" y="1752600"/>
                </a:lnTo>
                <a:lnTo>
                  <a:pt x="2754757" y="240512"/>
                </a:lnTo>
                <a:lnTo>
                  <a:pt x="5386832" y="2019922"/>
                </a:lnTo>
                <a:lnTo>
                  <a:pt x="5369052" y="2046224"/>
                </a:lnTo>
                <a:lnTo>
                  <a:pt x="5453507" y="2057400"/>
                </a:lnTo>
                <a:close/>
              </a:path>
              <a:path w="6257290" h="3505200">
                <a:moveTo>
                  <a:pt x="6257163" y="1823593"/>
                </a:moveTo>
                <a:lnTo>
                  <a:pt x="3615169" y="37490"/>
                </a:lnTo>
                <a:lnTo>
                  <a:pt x="3619995" y="30353"/>
                </a:lnTo>
                <a:lnTo>
                  <a:pt x="3632962" y="11176"/>
                </a:lnTo>
                <a:lnTo>
                  <a:pt x="3548507" y="0"/>
                </a:lnTo>
                <a:lnTo>
                  <a:pt x="3590290" y="74295"/>
                </a:lnTo>
                <a:lnTo>
                  <a:pt x="3608108" y="47929"/>
                </a:lnTo>
                <a:lnTo>
                  <a:pt x="6250051" y="1834007"/>
                </a:lnTo>
                <a:lnTo>
                  <a:pt x="6257163" y="18235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0453" y="2832938"/>
            <a:ext cx="1604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SINHVIEN_DIEM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2812160" y="2376042"/>
            <a:ext cx="1389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MONHOC_MO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5576" y="2071242"/>
            <a:ext cx="14782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MONHOC_SAU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24221" y="2843022"/>
            <a:ext cx="1779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MONHOC_TRUOC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88129" y="4357878"/>
            <a:ext cx="15005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LOPHOC_DIEM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Mô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hình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phân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cấp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2200" y="2667000"/>
            <a:ext cx="1600200" cy="4572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675"/>
              </a:spcBef>
            </a:pPr>
            <a:r>
              <a:rPr sz="1800" b="1" spc="-10" dirty="0">
                <a:latin typeface="Arial"/>
                <a:cs typeface="Arial"/>
              </a:rPr>
              <a:t>SINHVIEN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6800" y="1447800"/>
            <a:ext cx="1600200" cy="4572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321310">
              <a:lnSpc>
                <a:spcPct val="100000"/>
              </a:lnSpc>
              <a:spcBef>
                <a:spcPts val="670"/>
              </a:spcBef>
            </a:pPr>
            <a:r>
              <a:rPr sz="1800" b="1" spc="-10" dirty="0">
                <a:latin typeface="Arial"/>
                <a:cs typeface="Arial"/>
              </a:rPr>
              <a:t>KETQUA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6800" y="3962400"/>
            <a:ext cx="1600200" cy="4572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280035">
              <a:lnSpc>
                <a:spcPct val="100000"/>
              </a:lnSpc>
              <a:spcBef>
                <a:spcPts val="675"/>
              </a:spcBef>
            </a:pPr>
            <a:r>
              <a:rPr sz="1800" b="1" spc="-10" dirty="0">
                <a:latin typeface="Arial"/>
                <a:cs typeface="Arial"/>
              </a:rPr>
              <a:t>MONHOC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6800" y="2743200"/>
            <a:ext cx="1600200" cy="4572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675"/>
              </a:spcBef>
            </a:pPr>
            <a:r>
              <a:rPr sz="1800" b="1" spc="-10" dirty="0">
                <a:latin typeface="Arial"/>
                <a:cs typeface="Arial"/>
              </a:rPr>
              <a:t>LOPHOC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6800" y="5105400"/>
            <a:ext cx="1600200" cy="4572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680"/>
              </a:spcBef>
            </a:pPr>
            <a:r>
              <a:rPr sz="1800" b="1" spc="-10" dirty="0">
                <a:latin typeface="Arial"/>
                <a:cs typeface="Arial"/>
              </a:rPr>
              <a:t>DIEUKIEN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0395" y="1890648"/>
            <a:ext cx="2556510" cy="852805"/>
          </a:xfrm>
          <a:custGeom>
            <a:avLst/>
            <a:gdLst/>
            <a:ahLst/>
            <a:cxnLst/>
            <a:rect l="l" t="t" r="r" b="b"/>
            <a:pathLst>
              <a:path w="2556510" h="852805">
                <a:moveTo>
                  <a:pt x="2516505" y="14351"/>
                </a:moveTo>
                <a:lnTo>
                  <a:pt x="2432558" y="0"/>
                </a:lnTo>
                <a:lnTo>
                  <a:pt x="2441752" y="30353"/>
                </a:lnTo>
                <a:lnTo>
                  <a:pt x="0" y="770255"/>
                </a:lnTo>
                <a:lnTo>
                  <a:pt x="3683" y="782447"/>
                </a:lnTo>
                <a:lnTo>
                  <a:pt x="2445448" y="42545"/>
                </a:lnTo>
                <a:lnTo>
                  <a:pt x="2454656" y="72898"/>
                </a:lnTo>
                <a:lnTo>
                  <a:pt x="2503487" y="26670"/>
                </a:lnTo>
                <a:lnTo>
                  <a:pt x="2516505" y="14351"/>
                </a:lnTo>
                <a:close/>
              </a:path>
              <a:path w="2556510" h="852805">
                <a:moveTo>
                  <a:pt x="2556002" y="90678"/>
                </a:moveTo>
                <a:lnTo>
                  <a:pt x="2549614" y="77851"/>
                </a:lnTo>
                <a:lnTo>
                  <a:pt x="2518029" y="14351"/>
                </a:lnTo>
                <a:lnTo>
                  <a:pt x="2479662" y="90678"/>
                </a:lnTo>
                <a:lnTo>
                  <a:pt x="2511653" y="90678"/>
                </a:lnTo>
                <a:lnTo>
                  <a:pt x="2510155" y="852551"/>
                </a:lnTo>
                <a:lnTo>
                  <a:pt x="2522855" y="852551"/>
                </a:lnTo>
                <a:lnTo>
                  <a:pt x="2524353" y="90678"/>
                </a:lnTo>
                <a:lnTo>
                  <a:pt x="2556002" y="906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40069" y="3200400"/>
            <a:ext cx="76835" cy="762000"/>
          </a:xfrm>
          <a:custGeom>
            <a:avLst/>
            <a:gdLst/>
            <a:ahLst/>
            <a:cxnLst/>
            <a:rect l="l" t="t" r="r" b="b"/>
            <a:pathLst>
              <a:path w="76835" h="762000">
                <a:moveTo>
                  <a:pt x="44577" y="63500"/>
                </a:moveTo>
                <a:lnTo>
                  <a:pt x="31877" y="63500"/>
                </a:lnTo>
                <a:lnTo>
                  <a:pt x="30480" y="762000"/>
                </a:lnTo>
                <a:lnTo>
                  <a:pt x="43180" y="762000"/>
                </a:lnTo>
                <a:lnTo>
                  <a:pt x="44551" y="76326"/>
                </a:lnTo>
                <a:lnTo>
                  <a:pt x="44577" y="63500"/>
                </a:lnTo>
                <a:close/>
              </a:path>
              <a:path w="76835" h="762000">
                <a:moveTo>
                  <a:pt x="38354" y="0"/>
                </a:moveTo>
                <a:lnTo>
                  <a:pt x="0" y="76326"/>
                </a:lnTo>
                <a:lnTo>
                  <a:pt x="31851" y="76326"/>
                </a:lnTo>
                <a:lnTo>
                  <a:pt x="31877" y="63500"/>
                </a:lnTo>
                <a:lnTo>
                  <a:pt x="69946" y="63500"/>
                </a:lnTo>
                <a:lnTo>
                  <a:pt x="38354" y="0"/>
                </a:lnTo>
                <a:close/>
              </a:path>
              <a:path w="76835" h="762000">
                <a:moveTo>
                  <a:pt x="69946" y="63500"/>
                </a:moveTo>
                <a:lnTo>
                  <a:pt x="44577" y="63500"/>
                </a:lnTo>
                <a:lnTo>
                  <a:pt x="44551" y="76326"/>
                </a:lnTo>
                <a:lnTo>
                  <a:pt x="76327" y="76326"/>
                </a:lnTo>
                <a:lnTo>
                  <a:pt x="69946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40069" y="4419600"/>
            <a:ext cx="76835" cy="685800"/>
          </a:xfrm>
          <a:custGeom>
            <a:avLst/>
            <a:gdLst/>
            <a:ahLst/>
            <a:cxnLst/>
            <a:rect l="l" t="t" r="r" b="b"/>
            <a:pathLst>
              <a:path w="76835" h="685800">
                <a:moveTo>
                  <a:pt x="44577" y="63500"/>
                </a:moveTo>
                <a:lnTo>
                  <a:pt x="31877" y="63500"/>
                </a:lnTo>
                <a:lnTo>
                  <a:pt x="30480" y="685800"/>
                </a:lnTo>
                <a:lnTo>
                  <a:pt x="43180" y="685800"/>
                </a:lnTo>
                <a:lnTo>
                  <a:pt x="44548" y="76326"/>
                </a:lnTo>
                <a:lnTo>
                  <a:pt x="44577" y="63500"/>
                </a:lnTo>
                <a:close/>
              </a:path>
              <a:path w="76835" h="685800">
                <a:moveTo>
                  <a:pt x="38354" y="0"/>
                </a:moveTo>
                <a:lnTo>
                  <a:pt x="0" y="76326"/>
                </a:lnTo>
                <a:lnTo>
                  <a:pt x="31848" y="76326"/>
                </a:lnTo>
                <a:lnTo>
                  <a:pt x="31877" y="63500"/>
                </a:lnTo>
                <a:lnTo>
                  <a:pt x="69946" y="63500"/>
                </a:lnTo>
                <a:lnTo>
                  <a:pt x="38354" y="0"/>
                </a:lnTo>
                <a:close/>
              </a:path>
              <a:path w="76835" h="685800">
                <a:moveTo>
                  <a:pt x="69946" y="63500"/>
                </a:moveTo>
                <a:lnTo>
                  <a:pt x="44577" y="63500"/>
                </a:lnTo>
                <a:lnTo>
                  <a:pt x="44548" y="76326"/>
                </a:lnTo>
                <a:lnTo>
                  <a:pt x="76327" y="76326"/>
                </a:lnTo>
                <a:lnTo>
                  <a:pt x="69946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Mô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hình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thực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thể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liên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kết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400" y="5029200"/>
            <a:ext cx="1600200" cy="4572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680"/>
              </a:spcBef>
            </a:pPr>
            <a:r>
              <a:rPr sz="1800" b="1" spc="-10" dirty="0">
                <a:latin typeface="Arial"/>
                <a:cs typeface="Arial"/>
              </a:rPr>
              <a:t>SINHVIEN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6200" y="1752600"/>
            <a:ext cx="1600200" cy="47434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280035">
              <a:lnSpc>
                <a:spcPct val="100000"/>
              </a:lnSpc>
              <a:spcBef>
                <a:spcPts val="675"/>
              </a:spcBef>
            </a:pPr>
            <a:r>
              <a:rPr sz="1800" b="1" spc="-10" dirty="0">
                <a:latin typeface="Arial"/>
                <a:cs typeface="Arial"/>
              </a:rPr>
              <a:t>MONHOC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6200" y="4114800"/>
            <a:ext cx="1600200" cy="4572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680"/>
              </a:spcBef>
            </a:pPr>
            <a:r>
              <a:rPr sz="1800" b="1" spc="-10" dirty="0">
                <a:latin typeface="Arial"/>
                <a:cs typeface="Arial"/>
              </a:rPr>
              <a:t>LOPHOC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4920" y="5481720"/>
            <a:ext cx="2981325" cy="542925"/>
            <a:chOff x="604920" y="5481720"/>
            <a:chExt cx="2981325" cy="5429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920" y="5786520"/>
              <a:ext cx="237960" cy="2379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9320" y="5786520"/>
              <a:ext cx="237960" cy="2379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3720" y="5786520"/>
              <a:ext cx="237960" cy="2379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8120" y="5786520"/>
              <a:ext cx="237960" cy="2379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04672" y="5486400"/>
              <a:ext cx="2581910" cy="338455"/>
            </a:xfrm>
            <a:custGeom>
              <a:avLst/>
              <a:gdLst/>
              <a:ahLst/>
              <a:cxnLst/>
              <a:rect l="l" t="t" r="r" b="b"/>
              <a:pathLst>
                <a:path w="2581910" h="338454">
                  <a:moveTo>
                    <a:pt x="0" y="338137"/>
                  </a:moveTo>
                  <a:lnTo>
                    <a:pt x="1290701" y="0"/>
                  </a:lnTo>
                </a:path>
                <a:path w="2581910" h="338454">
                  <a:moveTo>
                    <a:pt x="833628" y="304800"/>
                  </a:moveTo>
                  <a:lnTo>
                    <a:pt x="1290828" y="0"/>
                  </a:lnTo>
                </a:path>
                <a:path w="2581910" h="338454">
                  <a:moveTo>
                    <a:pt x="1748027" y="304800"/>
                  </a:moveTo>
                  <a:lnTo>
                    <a:pt x="1290828" y="0"/>
                  </a:lnTo>
                </a:path>
                <a:path w="2581910" h="338454">
                  <a:moveTo>
                    <a:pt x="2581529" y="338137"/>
                  </a:moveTo>
                  <a:lnTo>
                    <a:pt x="1290828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5005" y="6034532"/>
            <a:ext cx="622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TenSV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1021" y="6034532"/>
            <a:ext cx="5784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MaSV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4104" y="6034532"/>
            <a:ext cx="4533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Nam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56026" y="6034532"/>
            <a:ext cx="49910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Khoa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95720" y="1290719"/>
            <a:ext cx="696595" cy="1381125"/>
            <a:chOff x="3195720" y="1290719"/>
            <a:chExt cx="696595" cy="138112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5720" y="2052719"/>
              <a:ext cx="237960" cy="2379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5720" y="2433719"/>
              <a:ext cx="237960" cy="2379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5720" y="1671719"/>
              <a:ext cx="237960" cy="2379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5720" y="1290719"/>
              <a:ext cx="237960" cy="23796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395472" y="1490471"/>
              <a:ext cx="492125" cy="981710"/>
            </a:xfrm>
            <a:custGeom>
              <a:avLst/>
              <a:gdLst/>
              <a:ahLst/>
              <a:cxnLst/>
              <a:rect l="l" t="t" r="r" b="b"/>
              <a:pathLst>
                <a:path w="492125" h="981710">
                  <a:moveTo>
                    <a:pt x="33527" y="681227"/>
                  </a:moveTo>
                  <a:lnTo>
                    <a:pt x="490727" y="490727"/>
                  </a:lnTo>
                </a:path>
                <a:path w="492125" h="981710">
                  <a:moveTo>
                    <a:pt x="0" y="981328"/>
                  </a:moveTo>
                  <a:lnTo>
                    <a:pt x="492125" y="490727"/>
                  </a:lnTo>
                </a:path>
                <a:path w="492125" h="981710">
                  <a:moveTo>
                    <a:pt x="33527" y="300227"/>
                  </a:moveTo>
                  <a:lnTo>
                    <a:pt x="490727" y="490727"/>
                  </a:lnTo>
                </a:path>
                <a:path w="492125" h="981710">
                  <a:moveTo>
                    <a:pt x="0" y="0"/>
                  </a:moveTo>
                  <a:lnTo>
                    <a:pt x="492125" y="492125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40051" y="1094511"/>
            <a:ext cx="758190" cy="1169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6400"/>
              </a:lnSpc>
              <a:spcBef>
                <a:spcPts val="100"/>
              </a:spcBef>
            </a:pPr>
            <a:r>
              <a:rPr sz="1600" spc="-10" dirty="0">
                <a:latin typeface="Arial"/>
                <a:cs typeface="Arial"/>
              </a:rPr>
              <a:t>KhoaPT </a:t>
            </a:r>
            <a:r>
              <a:rPr sz="1600" spc="-20" dirty="0">
                <a:latin typeface="Arial"/>
                <a:cs typeface="Arial"/>
              </a:rPr>
              <a:t>SoTC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spc="-10" dirty="0">
                <a:latin typeface="Arial"/>
                <a:cs typeface="Arial"/>
              </a:rPr>
              <a:t>TenMH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40051" y="2452242"/>
            <a:ext cx="6229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MaMH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14437" y="3534047"/>
            <a:ext cx="1762125" cy="1076325"/>
            <a:chOff x="1214437" y="3534047"/>
            <a:chExt cx="1762125" cy="107632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520" y="3534047"/>
              <a:ext cx="237960" cy="23796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219200" y="3767327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877951" y="304800"/>
                  </a:lnTo>
                </a:path>
                <a:path w="1752600" h="838200">
                  <a:moveTo>
                    <a:pt x="0" y="571500"/>
                  </a:moveTo>
                  <a:lnTo>
                    <a:pt x="876300" y="304800"/>
                  </a:lnTo>
                  <a:lnTo>
                    <a:pt x="1752600" y="571500"/>
                  </a:lnTo>
                  <a:lnTo>
                    <a:pt x="876300" y="838200"/>
                  </a:lnTo>
                  <a:lnTo>
                    <a:pt x="0" y="5715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426844" y="3476066"/>
            <a:ext cx="49910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Diem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05237" y="3009792"/>
            <a:ext cx="2447925" cy="1000125"/>
            <a:chOff x="3805237" y="3009792"/>
            <a:chExt cx="2447925" cy="100012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5120" y="3771792"/>
              <a:ext cx="237960" cy="2379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5120" y="3390792"/>
              <a:ext cx="237960" cy="2379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5120" y="3009792"/>
              <a:ext cx="237960" cy="23796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810000" y="3209544"/>
              <a:ext cx="2243455" cy="600710"/>
            </a:xfrm>
            <a:custGeom>
              <a:avLst/>
              <a:gdLst/>
              <a:ahLst/>
              <a:cxnLst/>
              <a:rect l="l" t="t" r="r" b="b"/>
              <a:pathLst>
                <a:path w="2243454" h="600710">
                  <a:moveTo>
                    <a:pt x="2243201" y="600201"/>
                  </a:moveTo>
                  <a:lnTo>
                    <a:pt x="1752600" y="300227"/>
                  </a:lnTo>
                </a:path>
                <a:path w="2243454" h="600710">
                  <a:moveTo>
                    <a:pt x="2209800" y="300227"/>
                  </a:moveTo>
                  <a:lnTo>
                    <a:pt x="1752600" y="301751"/>
                  </a:lnTo>
                </a:path>
                <a:path w="2243454" h="600710">
                  <a:moveTo>
                    <a:pt x="2243201" y="0"/>
                  </a:moveTo>
                  <a:lnTo>
                    <a:pt x="1752600" y="299973"/>
                  </a:lnTo>
                </a:path>
                <a:path w="2243454" h="600710">
                  <a:moveTo>
                    <a:pt x="0" y="300227"/>
                  </a:moveTo>
                  <a:lnTo>
                    <a:pt x="876300" y="33527"/>
                  </a:lnTo>
                  <a:lnTo>
                    <a:pt x="1752600" y="300227"/>
                  </a:lnTo>
                  <a:lnTo>
                    <a:pt x="876300" y="566927"/>
                  </a:lnTo>
                  <a:lnTo>
                    <a:pt x="0" y="300227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326885" y="2814218"/>
            <a:ext cx="939800" cy="1169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6300"/>
              </a:lnSpc>
              <a:spcBef>
                <a:spcPts val="100"/>
              </a:spcBef>
            </a:pPr>
            <a:r>
              <a:rPr sz="1600" spc="-10" dirty="0">
                <a:latin typeface="Arial"/>
                <a:cs typeface="Arial"/>
              </a:rPr>
              <a:t>Hocky </a:t>
            </a:r>
            <a:r>
              <a:rPr sz="1600" spc="-25" dirty="0">
                <a:latin typeface="Arial"/>
                <a:cs typeface="Arial"/>
              </a:rPr>
              <a:t>Nam </a:t>
            </a:r>
            <a:r>
              <a:rPr sz="1600" spc="-10" dirty="0">
                <a:latin typeface="Arial"/>
                <a:cs typeface="Arial"/>
              </a:rPr>
              <a:t>Giangvien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567320" y="4567320"/>
            <a:ext cx="238125" cy="542925"/>
            <a:chOff x="4567320" y="4567320"/>
            <a:chExt cx="238125" cy="542925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7320" y="4872120"/>
              <a:ext cx="237960" cy="23796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686300" y="4572000"/>
              <a:ext cx="1905" cy="304800"/>
            </a:xfrm>
            <a:custGeom>
              <a:avLst/>
              <a:gdLst/>
              <a:ahLst/>
              <a:cxnLst/>
              <a:rect l="l" t="t" r="r" b="b"/>
              <a:pathLst>
                <a:path w="1904" h="304800">
                  <a:moveTo>
                    <a:pt x="0" y="304800"/>
                  </a:moveTo>
                  <a:lnTo>
                    <a:pt x="1650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461509" y="5200345"/>
            <a:ext cx="525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Tahoma"/>
                <a:cs typeface="Tahoma"/>
              </a:rPr>
              <a:t>MaLH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80107" y="4183760"/>
            <a:ext cx="431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15739" y="3355085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Mo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629400" y="1709927"/>
            <a:ext cx="1981200" cy="533400"/>
          </a:xfrm>
          <a:custGeom>
            <a:avLst/>
            <a:gdLst/>
            <a:ahLst/>
            <a:cxnLst/>
            <a:rect l="l" t="t" r="r" b="b"/>
            <a:pathLst>
              <a:path w="1981200" h="533400">
                <a:moveTo>
                  <a:pt x="0" y="266700"/>
                </a:moveTo>
                <a:lnTo>
                  <a:pt x="990600" y="0"/>
                </a:lnTo>
                <a:lnTo>
                  <a:pt x="1981200" y="266700"/>
                </a:lnTo>
                <a:lnTo>
                  <a:pt x="990600" y="533400"/>
                </a:lnTo>
                <a:lnTo>
                  <a:pt x="0" y="266700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165593" y="1820926"/>
            <a:ext cx="911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Dieukien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095500" y="4338828"/>
            <a:ext cx="1790700" cy="690880"/>
          </a:xfrm>
          <a:custGeom>
            <a:avLst/>
            <a:gdLst/>
            <a:ahLst/>
            <a:cxnLst/>
            <a:rect l="l" t="t" r="r" b="b"/>
            <a:pathLst>
              <a:path w="1790700" h="690879">
                <a:moveTo>
                  <a:pt x="0" y="690626"/>
                </a:moveTo>
                <a:lnTo>
                  <a:pt x="1650" y="266700"/>
                </a:lnTo>
              </a:path>
              <a:path w="1790700" h="690879">
                <a:moveTo>
                  <a:pt x="1790700" y="4826"/>
                </a:moveTo>
                <a:lnTo>
                  <a:pt x="87630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4680096" y="1476647"/>
            <a:ext cx="2945130" cy="2642870"/>
            <a:chOff x="4680096" y="1476647"/>
            <a:chExt cx="2945130" cy="2642870"/>
          </a:xfrm>
        </p:grpSpPr>
        <p:sp>
          <p:nvSpPr>
            <p:cNvPr id="44" name="object 44"/>
            <p:cNvSpPr/>
            <p:nvPr/>
          </p:nvSpPr>
          <p:spPr>
            <a:xfrm>
              <a:off x="4686300" y="2209799"/>
              <a:ext cx="1905" cy="1905000"/>
            </a:xfrm>
            <a:custGeom>
              <a:avLst/>
              <a:gdLst/>
              <a:ahLst/>
              <a:cxnLst/>
              <a:rect l="l" t="t" r="r" b="b"/>
              <a:pathLst>
                <a:path w="1904" h="1905000">
                  <a:moveTo>
                    <a:pt x="0" y="1033399"/>
                  </a:moveTo>
                  <a:lnTo>
                    <a:pt x="1650" y="0"/>
                  </a:lnTo>
                </a:path>
                <a:path w="1904" h="1905000">
                  <a:moveTo>
                    <a:pt x="0" y="1904873"/>
                  </a:moveTo>
                  <a:lnTo>
                    <a:pt x="1650" y="1566672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84776" y="1481327"/>
              <a:ext cx="2933700" cy="271780"/>
            </a:xfrm>
            <a:custGeom>
              <a:avLst/>
              <a:gdLst/>
              <a:ahLst/>
              <a:cxnLst/>
              <a:rect l="l" t="t" r="r" b="b"/>
              <a:pathLst>
                <a:path w="2933700" h="271780">
                  <a:moveTo>
                    <a:pt x="2933700" y="228600"/>
                  </a:moveTo>
                  <a:lnTo>
                    <a:pt x="2933700" y="0"/>
                  </a:lnTo>
                  <a:lnTo>
                    <a:pt x="0" y="0"/>
                  </a:lnTo>
                  <a:lnTo>
                    <a:pt x="0" y="271525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486400" y="1981199"/>
              <a:ext cx="2133600" cy="262255"/>
            </a:xfrm>
            <a:custGeom>
              <a:avLst/>
              <a:gdLst/>
              <a:ahLst/>
              <a:cxnLst/>
              <a:rect l="l" t="t" r="r" b="b"/>
              <a:pathLst>
                <a:path w="2133600" h="262255">
                  <a:moveTo>
                    <a:pt x="2133600" y="262000"/>
                  </a:moveTo>
                  <a:lnTo>
                    <a:pt x="1066800" y="262000"/>
                  </a:lnTo>
                  <a:lnTo>
                    <a:pt x="1066800" y="0"/>
                  </a:lnTo>
                  <a:lnTo>
                    <a:pt x="0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754115" y="1156461"/>
            <a:ext cx="1370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Monhoc_Truoc</a:t>
            </a:r>
            <a:endParaRPr sz="1600">
              <a:latin typeface="Arial"/>
              <a:cs typeface="Arial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48" name="object 48"/>
          <p:cNvSpPr txBox="1"/>
          <p:nvPr/>
        </p:nvSpPr>
        <p:spPr>
          <a:xfrm>
            <a:off x="6057391" y="2528442"/>
            <a:ext cx="12211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Monhoc_Sau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608200" y="4738878"/>
            <a:ext cx="44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(0,n)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361182" y="4052392"/>
            <a:ext cx="44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(1,n)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199382" y="2223642"/>
            <a:ext cx="44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(0,n)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732782" y="3824097"/>
            <a:ext cx="44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(1,1)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05090" y="2223642"/>
            <a:ext cx="44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(0,n)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705090" y="1384757"/>
            <a:ext cx="44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(0,n)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277" y="1169504"/>
            <a:ext cx="7486028" cy="47608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714502-2291-1778-673E-2897E7979D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t>25</a:t>
            </a:fld>
            <a:endParaRPr lang="en-US" spc="-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Mô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hình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quan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hệ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4619" y="1701554"/>
            <a:ext cx="699770" cy="137731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MaSV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23100"/>
              </a:lnSpc>
              <a:spcBef>
                <a:spcPts val="5"/>
              </a:spcBef>
            </a:pPr>
            <a:r>
              <a:rPr sz="1800" spc="-55" dirty="0">
                <a:latin typeface="Arial"/>
                <a:cs typeface="Arial"/>
              </a:rPr>
              <a:t>TenSV </a:t>
            </a:r>
            <a:r>
              <a:rPr sz="1800" spc="-25" dirty="0">
                <a:latin typeface="Arial"/>
                <a:cs typeface="Arial"/>
              </a:rPr>
              <a:t>Nam </a:t>
            </a:r>
            <a:r>
              <a:rPr sz="1800" spc="-20" dirty="0">
                <a:latin typeface="Arial"/>
                <a:cs typeface="Arial"/>
              </a:rPr>
              <a:t>Khoa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6778" y="1400047"/>
            <a:ext cx="1105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SINHVIEN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27403" y="1371600"/>
            <a:ext cx="1264920" cy="1754505"/>
          </a:xfrm>
          <a:custGeom>
            <a:avLst/>
            <a:gdLst/>
            <a:ahLst/>
            <a:cxnLst/>
            <a:rect l="l" t="t" r="r" b="b"/>
            <a:pathLst>
              <a:path w="1264920" h="1754505">
                <a:moveTo>
                  <a:pt x="0" y="0"/>
                </a:moveTo>
                <a:lnTo>
                  <a:pt x="1263396" y="1524"/>
                </a:lnTo>
              </a:path>
              <a:path w="1264920" h="1754505">
                <a:moveTo>
                  <a:pt x="0" y="365760"/>
                </a:moveTo>
                <a:lnTo>
                  <a:pt x="1263396" y="367284"/>
                </a:lnTo>
              </a:path>
              <a:path w="1264920" h="1754505">
                <a:moveTo>
                  <a:pt x="0" y="1752600"/>
                </a:moveTo>
                <a:lnTo>
                  <a:pt x="1263396" y="1754124"/>
                </a:lnTo>
              </a:path>
              <a:path w="1264920" h="1754505">
                <a:moveTo>
                  <a:pt x="0" y="0"/>
                </a:moveTo>
                <a:lnTo>
                  <a:pt x="1524" y="1752600"/>
                </a:lnTo>
              </a:path>
              <a:path w="1264920" h="1754505">
                <a:moveTo>
                  <a:pt x="1263396" y="0"/>
                </a:moveTo>
                <a:lnTo>
                  <a:pt x="1264920" y="1752600"/>
                </a:lnTo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56023" y="4064000"/>
            <a:ext cx="1249680" cy="137795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6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MaMH</a:t>
            </a:r>
            <a:endParaRPr sz="1800">
              <a:latin typeface="Arial"/>
              <a:cs typeface="Arial"/>
            </a:endParaRPr>
          </a:p>
          <a:p>
            <a:pPr marL="82550" marR="433705">
              <a:lnSpc>
                <a:spcPct val="122900"/>
              </a:lnSpc>
              <a:spcBef>
                <a:spcPts val="10"/>
              </a:spcBef>
            </a:pPr>
            <a:r>
              <a:rPr sz="1800" spc="-45" dirty="0">
                <a:latin typeface="Arial"/>
                <a:cs typeface="Arial"/>
              </a:rPr>
              <a:t>TenMH </a:t>
            </a:r>
            <a:r>
              <a:rPr sz="1800" spc="-20" dirty="0">
                <a:latin typeface="Arial"/>
                <a:cs typeface="Arial"/>
              </a:rPr>
              <a:t>SoTC</a:t>
            </a:r>
            <a:endParaRPr sz="180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  <a:spcBef>
                <a:spcPts val="505"/>
              </a:spcBef>
            </a:pPr>
            <a:r>
              <a:rPr sz="1800" spc="-10" dirty="0">
                <a:latin typeface="Arial"/>
                <a:cs typeface="Arial"/>
              </a:rPr>
              <a:t>KhoaPT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6023" y="3762882"/>
            <a:ext cx="1249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MONHOC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0579" y="3733800"/>
            <a:ext cx="1272540" cy="1728470"/>
          </a:xfrm>
          <a:custGeom>
            <a:avLst/>
            <a:gdLst/>
            <a:ahLst/>
            <a:cxnLst/>
            <a:rect l="l" t="t" r="r" b="b"/>
            <a:pathLst>
              <a:path w="1272539" h="1728470">
                <a:moveTo>
                  <a:pt x="0" y="1524"/>
                </a:moveTo>
                <a:lnTo>
                  <a:pt x="1263396" y="3048"/>
                </a:lnTo>
              </a:path>
              <a:path w="1272539" h="1728470">
                <a:moveTo>
                  <a:pt x="7620" y="365760"/>
                </a:moveTo>
                <a:lnTo>
                  <a:pt x="1271016" y="367283"/>
                </a:lnTo>
              </a:path>
              <a:path w="1272539" h="1728470">
                <a:moveTo>
                  <a:pt x="7620" y="1726691"/>
                </a:moveTo>
                <a:lnTo>
                  <a:pt x="1271016" y="1728215"/>
                </a:lnTo>
              </a:path>
              <a:path w="1272539" h="1728470">
                <a:moveTo>
                  <a:pt x="7620" y="0"/>
                </a:moveTo>
                <a:lnTo>
                  <a:pt x="9144" y="1726691"/>
                </a:lnTo>
              </a:path>
              <a:path w="1272539" h="1728470">
                <a:moveTo>
                  <a:pt x="1271016" y="0"/>
                </a:moveTo>
                <a:lnTo>
                  <a:pt x="1272540" y="1726691"/>
                </a:lnTo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815708" y="1701554"/>
            <a:ext cx="1052195" cy="17157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MaLH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spc="-20" dirty="0">
                <a:latin typeface="Arial"/>
                <a:cs typeface="Arial"/>
              </a:rPr>
              <a:t>MaMH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66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Nam </a:t>
            </a:r>
            <a:r>
              <a:rPr sz="1800" spc="-10" dirty="0">
                <a:latin typeface="Arial"/>
                <a:cs typeface="Arial"/>
              </a:rPr>
              <a:t>Hocky Giangvien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68159" y="1400047"/>
            <a:ext cx="10045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LOPHOC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37604" y="1371600"/>
            <a:ext cx="1264920" cy="2052955"/>
          </a:xfrm>
          <a:custGeom>
            <a:avLst/>
            <a:gdLst/>
            <a:ahLst/>
            <a:cxnLst/>
            <a:rect l="l" t="t" r="r" b="b"/>
            <a:pathLst>
              <a:path w="1264920" h="2052954">
                <a:moveTo>
                  <a:pt x="0" y="0"/>
                </a:moveTo>
                <a:lnTo>
                  <a:pt x="1263396" y="1524"/>
                </a:lnTo>
              </a:path>
              <a:path w="1264920" h="2052954">
                <a:moveTo>
                  <a:pt x="0" y="365760"/>
                </a:moveTo>
                <a:lnTo>
                  <a:pt x="1263396" y="367284"/>
                </a:lnTo>
              </a:path>
              <a:path w="1264920" h="2052954">
                <a:moveTo>
                  <a:pt x="0" y="2051303"/>
                </a:moveTo>
                <a:lnTo>
                  <a:pt x="1263396" y="2052827"/>
                </a:lnTo>
              </a:path>
              <a:path w="1264920" h="2052954">
                <a:moveTo>
                  <a:pt x="0" y="0"/>
                </a:moveTo>
                <a:lnTo>
                  <a:pt x="1524" y="2051303"/>
                </a:lnTo>
              </a:path>
              <a:path w="1264920" h="2052954">
                <a:moveTo>
                  <a:pt x="1263396" y="0"/>
                </a:moveTo>
                <a:lnTo>
                  <a:pt x="1264920" y="2051303"/>
                </a:lnTo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92651" y="1701554"/>
            <a:ext cx="648335" cy="103886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MaSV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MaLH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800" spc="-20" dirty="0">
                <a:latin typeface="Arial"/>
                <a:cs typeface="Arial"/>
              </a:rPr>
              <a:t>Diem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4246" y="1400047"/>
            <a:ext cx="990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KETQUA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14800" y="1371600"/>
            <a:ext cx="1264920" cy="1393190"/>
          </a:xfrm>
          <a:custGeom>
            <a:avLst/>
            <a:gdLst/>
            <a:ahLst/>
            <a:cxnLst/>
            <a:rect l="l" t="t" r="r" b="b"/>
            <a:pathLst>
              <a:path w="1264920" h="1393189">
                <a:moveTo>
                  <a:pt x="0" y="0"/>
                </a:moveTo>
                <a:lnTo>
                  <a:pt x="1263396" y="1524"/>
                </a:lnTo>
              </a:path>
              <a:path w="1264920" h="1393189">
                <a:moveTo>
                  <a:pt x="0" y="365760"/>
                </a:moveTo>
                <a:lnTo>
                  <a:pt x="1263396" y="367284"/>
                </a:lnTo>
              </a:path>
              <a:path w="1264920" h="1393189">
                <a:moveTo>
                  <a:pt x="0" y="1391412"/>
                </a:moveTo>
                <a:lnTo>
                  <a:pt x="1263396" y="1392936"/>
                </a:lnTo>
              </a:path>
              <a:path w="1264920" h="1393189">
                <a:moveTo>
                  <a:pt x="0" y="0"/>
                </a:moveTo>
                <a:lnTo>
                  <a:pt x="1524" y="1391412"/>
                </a:lnTo>
              </a:path>
              <a:path w="1264920" h="1393189">
                <a:moveTo>
                  <a:pt x="1263396" y="0"/>
                </a:moveTo>
                <a:lnTo>
                  <a:pt x="1264920" y="1391412"/>
                </a:lnTo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065147" y="4527939"/>
            <a:ext cx="1273810" cy="70231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MaMH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MaMHTruoc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49601" y="4226432"/>
            <a:ext cx="111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DIEUKIEN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80995" y="1868423"/>
            <a:ext cx="4809490" cy="3397250"/>
            <a:chOff x="1980995" y="1868423"/>
            <a:chExt cx="4809490" cy="3397250"/>
          </a:xfrm>
        </p:grpSpPr>
        <p:sp>
          <p:nvSpPr>
            <p:cNvPr id="18" name="object 18"/>
            <p:cNvSpPr/>
            <p:nvPr/>
          </p:nvSpPr>
          <p:spPr>
            <a:xfrm>
              <a:off x="1987295" y="4197095"/>
              <a:ext cx="1443355" cy="1062355"/>
            </a:xfrm>
            <a:custGeom>
              <a:avLst/>
              <a:gdLst/>
              <a:ahLst/>
              <a:cxnLst/>
              <a:rect l="l" t="t" r="r" b="b"/>
              <a:pathLst>
                <a:path w="1443354" h="1062354">
                  <a:moveTo>
                    <a:pt x="0" y="0"/>
                  </a:moveTo>
                  <a:lnTo>
                    <a:pt x="1441704" y="1523"/>
                  </a:lnTo>
                </a:path>
                <a:path w="1443354" h="1062354">
                  <a:moveTo>
                    <a:pt x="0" y="365759"/>
                  </a:moveTo>
                  <a:lnTo>
                    <a:pt x="1441704" y="367283"/>
                  </a:lnTo>
                </a:path>
                <a:path w="1443354" h="1062354">
                  <a:moveTo>
                    <a:pt x="0" y="1060703"/>
                  </a:moveTo>
                  <a:lnTo>
                    <a:pt x="1441704" y="1062227"/>
                  </a:lnTo>
                </a:path>
                <a:path w="1443354" h="1062354">
                  <a:moveTo>
                    <a:pt x="0" y="0"/>
                  </a:moveTo>
                  <a:lnTo>
                    <a:pt x="1524" y="1060703"/>
                  </a:lnTo>
                </a:path>
                <a:path w="1443354" h="1062354">
                  <a:moveTo>
                    <a:pt x="1441704" y="0"/>
                  </a:moveTo>
                  <a:lnTo>
                    <a:pt x="1443228" y="1060703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30552" y="1868423"/>
              <a:ext cx="4659630" cy="3169285"/>
            </a:xfrm>
            <a:custGeom>
              <a:avLst/>
              <a:gdLst/>
              <a:ahLst/>
              <a:cxnLst/>
              <a:rect l="l" t="t" r="r" b="b"/>
              <a:pathLst>
                <a:path w="4659630" h="3169285">
                  <a:moveTo>
                    <a:pt x="2063496" y="30226"/>
                  </a:moveTo>
                  <a:lnTo>
                    <a:pt x="76200" y="31750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2063496" y="42926"/>
                  </a:lnTo>
                  <a:lnTo>
                    <a:pt x="2063496" y="31750"/>
                  </a:lnTo>
                  <a:lnTo>
                    <a:pt x="2063496" y="30226"/>
                  </a:lnTo>
                  <a:close/>
                </a:path>
                <a:path w="4659630" h="3169285">
                  <a:moveTo>
                    <a:pt x="2517648" y="2395728"/>
                  </a:moveTo>
                  <a:lnTo>
                    <a:pt x="2434463" y="2377567"/>
                  </a:lnTo>
                  <a:lnTo>
                    <a:pt x="2440444" y="2401278"/>
                  </a:lnTo>
                  <a:lnTo>
                    <a:pt x="2432685" y="2401824"/>
                  </a:lnTo>
                  <a:lnTo>
                    <a:pt x="2437231" y="2409520"/>
                  </a:lnTo>
                  <a:lnTo>
                    <a:pt x="687324" y="2852928"/>
                  </a:lnTo>
                  <a:lnTo>
                    <a:pt x="690372" y="2865120"/>
                  </a:lnTo>
                  <a:lnTo>
                    <a:pt x="2444000" y="2420924"/>
                  </a:lnTo>
                  <a:lnTo>
                    <a:pt x="2446477" y="2425103"/>
                  </a:lnTo>
                  <a:lnTo>
                    <a:pt x="2447671" y="2429814"/>
                  </a:lnTo>
                  <a:lnTo>
                    <a:pt x="1218946" y="3158363"/>
                  </a:lnTo>
                  <a:lnTo>
                    <a:pt x="1225423" y="3169285"/>
                  </a:lnTo>
                  <a:lnTo>
                    <a:pt x="2450922" y="2442641"/>
                  </a:lnTo>
                  <a:lnTo>
                    <a:pt x="2453132" y="2451354"/>
                  </a:lnTo>
                  <a:lnTo>
                    <a:pt x="2459024" y="2446274"/>
                  </a:lnTo>
                  <a:lnTo>
                    <a:pt x="2471547" y="2467356"/>
                  </a:lnTo>
                  <a:lnTo>
                    <a:pt x="2500312" y="2422652"/>
                  </a:lnTo>
                  <a:lnTo>
                    <a:pt x="2517648" y="2395728"/>
                  </a:lnTo>
                  <a:close/>
                </a:path>
                <a:path w="4659630" h="3169285">
                  <a:moveTo>
                    <a:pt x="4651248" y="33528"/>
                  </a:moveTo>
                  <a:lnTo>
                    <a:pt x="4569841" y="8255"/>
                  </a:lnTo>
                  <a:lnTo>
                    <a:pt x="4574959" y="39522"/>
                  </a:lnTo>
                  <a:lnTo>
                    <a:pt x="2745232" y="338201"/>
                  </a:lnTo>
                  <a:lnTo>
                    <a:pt x="2747264" y="350647"/>
                  </a:lnTo>
                  <a:lnTo>
                    <a:pt x="4577016" y="52108"/>
                  </a:lnTo>
                  <a:lnTo>
                    <a:pt x="4582160" y="83439"/>
                  </a:lnTo>
                  <a:lnTo>
                    <a:pt x="4645787" y="37465"/>
                  </a:lnTo>
                  <a:lnTo>
                    <a:pt x="4651248" y="33528"/>
                  </a:lnTo>
                  <a:close/>
                </a:path>
                <a:path w="4659630" h="3169285">
                  <a:moveTo>
                    <a:pt x="4659630" y="344805"/>
                  </a:moveTo>
                  <a:lnTo>
                    <a:pt x="4648962" y="337947"/>
                  </a:lnTo>
                  <a:lnTo>
                    <a:pt x="3388156" y="2331021"/>
                  </a:lnTo>
                  <a:lnTo>
                    <a:pt x="3361309" y="2314067"/>
                  </a:lnTo>
                  <a:lnTo>
                    <a:pt x="3352800" y="2398776"/>
                  </a:lnTo>
                  <a:lnTo>
                    <a:pt x="3425698" y="2354707"/>
                  </a:lnTo>
                  <a:lnTo>
                    <a:pt x="3415830" y="2348484"/>
                  </a:lnTo>
                  <a:lnTo>
                    <a:pt x="3398913" y="2337816"/>
                  </a:lnTo>
                  <a:lnTo>
                    <a:pt x="4659630" y="3448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Lược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đồ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và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thể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hiện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6269990" cy="199453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Lược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đồ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CSDL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(Database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Schema)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mô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tả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CSDL.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biểu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diễn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bằng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sơ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đồ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đồ.</a:t>
            </a:r>
            <a:endParaRPr sz="24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  <a:spcBef>
                <a:spcPts val="2295"/>
              </a:spcBef>
              <a:tabLst>
                <a:tab pos="4686935" algn="l"/>
              </a:tabLst>
            </a:pPr>
            <a:r>
              <a:rPr sz="1800" b="1" spc="-10" dirty="0">
                <a:latin typeface="Arial"/>
                <a:cs typeface="Arial"/>
              </a:rPr>
              <a:t>SINHVIEN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MONHOC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93799" y="3026460"/>
          <a:ext cx="3164840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MaSV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TenSV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Khoa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896408" y="3026460"/>
          <a:ext cx="3658235" cy="36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MaMH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TenMH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SoTC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KhoaPT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828235" y="4235957"/>
            <a:ext cx="804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Hocky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9561" y="4207002"/>
            <a:ext cx="1213485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Giangvien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53661" y="4207002"/>
            <a:ext cx="668020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25"/>
              </a:spcBef>
            </a:pPr>
            <a:r>
              <a:rPr sz="1800" spc="-25" dirty="0">
                <a:latin typeface="Arial"/>
                <a:cs typeface="Arial"/>
              </a:rPr>
              <a:t>Nam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1265" y="4207002"/>
            <a:ext cx="882650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325"/>
              </a:spcBef>
            </a:pPr>
            <a:r>
              <a:rPr sz="1800" spc="-20" dirty="0">
                <a:latin typeface="Arial"/>
                <a:cs typeface="Arial"/>
              </a:rPr>
              <a:t>MaMH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77261" y="4207002"/>
            <a:ext cx="794385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25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MaLH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54351" y="3870705"/>
            <a:ext cx="10045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LOPHOC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76500" y="4206240"/>
            <a:ext cx="4375785" cy="367665"/>
          </a:xfrm>
          <a:custGeom>
            <a:avLst/>
            <a:gdLst/>
            <a:ahLst/>
            <a:cxnLst/>
            <a:rect l="l" t="t" r="r" b="b"/>
            <a:pathLst>
              <a:path w="4375784" h="367664">
                <a:moveTo>
                  <a:pt x="0" y="0"/>
                </a:moveTo>
                <a:lnTo>
                  <a:pt x="4375404" y="1524"/>
                </a:lnTo>
              </a:path>
              <a:path w="4375784" h="367664">
                <a:moveTo>
                  <a:pt x="0" y="365760"/>
                </a:moveTo>
                <a:lnTo>
                  <a:pt x="4375404" y="367284"/>
                </a:lnTo>
              </a:path>
              <a:path w="4375784" h="367664">
                <a:moveTo>
                  <a:pt x="2343912" y="0"/>
                </a:moveTo>
                <a:lnTo>
                  <a:pt x="2345436" y="365760"/>
                </a:lnTo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58973" y="5350002"/>
            <a:ext cx="716280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330"/>
              </a:spcBef>
            </a:pPr>
            <a:r>
              <a:rPr sz="1800" spc="-20" dirty="0">
                <a:latin typeface="Arial"/>
                <a:cs typeface="Arial"/>
              </a:rPr>
              <a:t>Diem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07058" y="5350002"/>
            <a:ext cx="852169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3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MaLH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7924" y="5379211"/>
            <a:ext cx="792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MaSV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7620" y="5014086"/>
            <a:ext cx="990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KETQUA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00100" y="5349240"/>
            <a:ext cx="2374900" cy="367665"/>
          </a:xfrm>
          <a:custGeom>
            <a:avLst/>
            <a:gdLst/>
            <a:ahLst/>
            <a:cxnLst/>
            <a:rect l="l" t="t" r="r" b="b"/>
            <a:pathLst>
              <a:path w="2374900" h="367664">
                <a:moveTo>
                  <a:pt x="0" y="0"/>
                </a:moveTo>
                <a:lnTo>
                  <a:pt x="2374392" y="1524"/>
                </a:lnTo>
              </a:path>
              <a:path w="2374900" h="367664">
                <a:moveTo>
                  <a:pt x="0" y="365760"/>
                </a:moveTo>
                <a:lnTo>
                  <a:pt x="2374392" y="367284"/>
                </a:lnTo>
              </a:path>
              <a:path w="2374900" h="367664">
                <a:moveTo>
                  <a:pt x="0" y="0"/>
                </a:moveTo>
                <a:lnTo>
                  <a:pt x="1523" y="365760"/>
                </a:lnTo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98058" y="5350002"/>
            <a:ext cx="1442085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30"/>
              </a:spcBef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MaMHTruoc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48632" y="5379211"/>
            <a:ext cx="8426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MaMH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30342" y="5642038"/>
            <a:ext cx="672465" cy="10795"/>
          </a:xfrm>
          <a:custGeom>
            <a:avLst/>
            <a:gdLst/>
            <a:ahLst/>
            <a:cxnLst/>
            <a:rect l="l" t="t" r="r" b="b"/>
            <a:pathLst>
              <a:path w="672464" h="10795">
                <a:moveTo>
                  <a:pt x="672084" y="0"/>
                </a:moveTo>
                <a:lnTo>
                  <a:pt x="0" y="0"/>
                </a:lnTo>
                <a:lnTo>
                  <a:pt x="0" y="10668"/>
                </a:lnTo>
                <a:lnTo>
                  <a:pt x="672084" y="10668"/>
                </a:lnTo>
                <a:lnTo>
                  <a:pt x="672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018278" y="5014086"/>
            <a:ext cx="111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DIEUKIEN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82955" y="3423030"/>
            <a:ext cx="7487284" cy="2546985"/>
            <a:chOff x="482955" y="3423030"/>
            <a:chExt cx="7487284" cy="2546985"/>
          </a:xfrm>
        </p:grpSpPr>
        <p:sp>
          <p:nvSpPr>
            <p:cNvPr id="23" name="object 23"/>
            <p:cNvSpPr/>
            <p:nvPr/>
          </p:nvSpPr>
          <p:spPr>
            <a:xfrm>
              <a:off x="4940807" y="5349239"/>
              <a:ext cx="2298700" cy="367665"/>
            </a:xfrm>
            <a:custGeom>
              <a:avLst/>
              <a:gdLst/>
              <a:ahLst/>
              <a:cxnLst/>
              <a:rect l="l" t="t" r="r" b="b"/>
              <a:pathLst>
                <a:path w="2298700" h="367664">
                  <a:moveTo>
                    <a:pt x="0" y="0"/>
                  </a:moveTo>
                  <a:lnTo>
                    <a:pt x="2298191" y="1524"/>
                  </a:lnTo>
                </a:path>
                <a:path w="2298700" h="367664">
                  <a:moveTo>
                    <a:pt x="0" y="365760"/>
                  </a:moveTo>
                  <a:lnTo>
                    <a:pt x="2298191" y="367284"/>
                  </a:lnTo>
                </a:path>
                <a:path w="2298700" h="367664">
                  <a:moveTo>
                    <a:pt x="0" y="0"/>
                  </a:moveTo>
                  <a:lnTo>
                    <a:pt x="1524" y="36576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2955" y="3423030"/>
              <a:ext cx="7487284" cy="2546985"/>
            </a:xfrm>
            <a:custGeom>
              <a:avLst/>
              <a:gdLst/>
              <a:ahLst/>
              <a:cxnLst/>
              <a:rect l="l" t="t" r="r" b="b"/>
              <a:pathLst>
                <a:path w="7487284" h="2546985">
                  <a:moveTo>
                    <a:pt x="698144" y="5969"/>
                  </a:moveTo>
                  <a:lnTo>
                    <a:pt x="628929" y="55626"/>
                  </a:lnTo>
                  <a:lnTo>
                    <a:pt x="657009" y="70446"/>
                  </a:lnTo>
                  <a:lnTo>
                    <a:pt x="599935" y="178816"/>
                  </a:lnTo>
                  <a:lnTo>
                    <a:pt x="464375" y="437769"/>
                  </a:lnTo>
                  <a:lnTo>
                    <a:pt x="378637" y="603885"/>
                  </a:lnTo>
                  <a:lnTo>
                    <a:pt x="337667" y="684149"/>
                  </a:lnTo>
                  <a:lnTo>
                    <a:pt x="298323" y="762127"/>
                  </a:lnTo>
                  <a:lnTo>
                    <a:pt x="260680" y="837692"/>
                  </a:lnTo>
                  <a:lnTo>
                    <a:pt x="224929" y="910463"/>
                  </a:lnTo>
                  <a:lnTo>
                    <a:pt x="191490" y="980186"/>
                  </a:lnTo>
                  <a:lnTo>
                    <a:pt x="160210" y="1046480"/>
                  </a:lnTo>
                  <a:lnTo>
                    <a:pt x="131610" y="1109218"/>
                  </a:lnTo>
                  <a:lnTo>
                    <a:pt x="105651" y="1168146"/>
                  </a:lnTo>
                  <a:lnTo>
                    <a:pt x="82651" y="1222756"/>
                  </a:lnTo>
                  <a:lnTo>
                    <a:pt x="62877" y="1272794"/>
                  </a:lnTo>
                  <a:lnTo>
                    <a:pt x="46431" y="1317752"/>
                  </a:lnTo>
                  <a:lnTo>
                    <a:pt x="33032" y="1358392"/>
                  </a:lnTo>
                  <a:lnTo>
                    <a:pt x="22301" y="1394968"/>
                  </a:lnTo>
                  <a:lnTo>
                    <a:pt x="10668" y="1443609"/>
                  </a:lnTo>
                  <a:lnTo>
                    <a:pt x="3733" y="1485519"/>
                  </a:lnTo>
                  <a:lnTo>
                    <a:pt x="76" y="1534033"/>
                  </a:lnTo>
                  <a:lnTo>
                    <a:pt x="0" y="1555750"/>
                  </a:lnTo>
                  <a:lnTo>
                    <a:pt x="647" y="1575943"/>
                  </a:lnTo>
                  <a:lnTo>
                    <a:pt x="673" y="1576705"/>
                  </a:lnTo>
                  <a:lnTo>
                    <a:pt x="1752" y="1596136"/>
                  </a:lnTo>
                  <a:lnTo>
                    <a:pt x="1816" y="1597152"/>
                  </a:lnTo>
                  <a:lnTo>
                    <a:pt x="3187" y="1616583"/>
                  </a:lnTo>
                  <a:lnTo>
                    <a:pt x="4521" y="1637411"/>
                  </a:lnTo>
                  <a:lnTo>
                    <a:pt x="5600" y="1659255"/>
                  </a:lnTo>
                  <a:lnTo>
                    <a:pt x="5981" y="1682242"/>
                  </a:lnTo>
                  <a:lnTo>
                    <a:pt x="6273" y="1705737"/>
                  </a:lnTo>
                  <a:lnTo>
                    <a:pt x="6286" y="1706245"/>
                  </a:lnTo>
                  <a:lnTo>
                    <a:pt x="8610" y="1751711"/>
                  </a:lnTo>
                  <a:lnTo>
                    <a:pt x="13500" y="1797558"/>
                  </a:lnTo>
                  <a:lnTo>
                    <a:pt x="20713" y="1839976"/>
                  </a:lnTo>
                  <a:lnTo>
                    <a:pt x="30378" y="1879854"/>
                  </a:lnTo>
                  <a:lnTo>
                    <a:pt x="42468" y="1916303"/>
                  </a:lnTo>
                  <a:lnTo>
                    <a:pt x="65354" y="1964436"/>
                  </a:lnTo>
                  <a:lnTo>
                    <a:pt x="94221" y="2003044"/>
                  </a:lnTo>
                  <a:lnTo>
                    <a:pt x="130276" y="2030603"/>
                  </a:lnTo>
                  <a:lnTo>
                    <a:pt x="172224" y="2048637"/>
                  </a:lnTo>
                  <a:lnTo>
                    <a:pt x="218249" y="2059559"/>
                  </a:lnTo>
                  <a:lnTo>
                    <a:pt x="283425" y="2067179"/>
                  </a:lnTo>
                  <a:lnTo>
                    <a:pt x="316674" y="2069719"/>
                  </a:lnTo>
                  <a:lnTo>
                    <a:pt x="317614" y="2057019"/>
                  </a:lnTo>
                  <a:lnTo>
                    <a:pt x="284378" y="2054606"/>
                  </a:lnTo>
                  <a:lnTo>
                    <a:pt x="251650" y="2051431"/>
                  </a:lnTo>
                  <a:lnTo>
                    <a:pt x="204889" y="2044065"/>
                  </a:lnTo>
                  <a:lnTo>
                    <a:pt x="161886" y="2031619"/>
                  </a:lnTo>
                  <a:lnTo>
                    <a:pt x="124307" y="2011934"/>
                  </a:lnTo>
                  <a:lnTo>
                    <a:pt x="93294" y="1982978"/>
                  </a:lnTo>
                  <a:lnTo>
                    <a:pt x="68199" y="1943354"/>
                  </a:lnTo>
                  <a:lnTo>
                    <a:pt x="48145" y="1894332"/>
                  </a:lnTo>
                  <a:lnTo>
                    <a:pt x="37541" y="1857121"/>
                  </a:lnTo>
                  <a:lnTo>
                    <a:pt x="29349" y="1816735"/>
                  </a:lnTo>
                  <a:lnTo>
                    <a:pt x="23406" y="1773948"/>
                  </a:lnTo>
                  <a:lnTo>
                    <a:pt x="19964" y="1729740"/>
                  </a:lnTo>
                  <a:lnTo>
                    <a:pt x="18694" y="1682496"/>
                  </a:lnTo>
                  <a:lnTo>
                    <a:pt x="18313" y="1659509"/>
                  </a:lnTo>
                  <a:lnTo>
                    <a:pt x="17284" y="1638046"/>
                  </a:lnTo>
                  <a:lnTo>
                    <a:pt x="15951" y="1617345"/>
                  </a:lnTo>
                  <a:lnTo>
                    <a:pt x="14554" y="1597152"/>
                  </a:lnTo>
                  <a:lnTo>
                    <a:pt x="13385" y="1576705"/>
                  </a:lnTo>
                  <a:lnTo>
                    <a:pt x="13347" y="1575943"/>
                  </a:lnTo>
                  <a:lnTo>
                    <a:pt x="12687" y="1555750"/>
                  </a:lnTo>
                  <a:lnTo>
                    <a:pt x="12788" y="1534033"/>
                  </a:lnTo>
                  <a:lnTo>
                    <a:pt x="16383" y="1486789"/>
                  </a:lnTo>
                  <a:lnTo>
                    <a:pt x="23164" y="1445895"/>
                  </a:lnTo>
                  <a:lnTo>
                    <a:pt x="34582" y="1398270"/>
                  </a:lnTo>
                  <a:lnTo>
                    <a:pt x="51447" y="1342517"/>
                  </a:lnTo>
                  <a:lnTo>
                    <a:pt x="66230" y="1300226"/>
                  </a:lnTo>
                  <a:lnTo>
                    <a:pt x="84175" y="1252982"/>
                  </a:lnTo>
                  <a:lnTo>
                    <a:pt x="105549" y="1200785"/>
                  </a:lnTo>
                  <a:lnTo>
                    <a:pt x="129895" y="1144270"/>
                  </a:lnTo>
                  <a:lnTo>
                    <a:pt x="157187" y="1083564"/>
                  </a:lnTo>
                  <a:lnTo>
                    <a:pt x="187071" y="1019175"/>
                  </a:lnTo>
                  <a:lnTo>
                    <a:pt x="236385" y="915924"/>
                  </a:lnTo>
                  <a:lnTo>
                    <a:pt x="272072" y="843407"/>
                  </a:lnTo>
                  <a:lnTo>
                    <a:pt x="290639" y="805942"/>
                  </a:lnTo>
                  <a:lnTo>
                    <a:pt x="309676" y="767842"/>
                  </a:lnTo>
                  <a:lnTo>
                    <a:pt x="349008" y="689864"/>
                  </a:lnTo>
                  <a:lnTo>
                    <a:pt x="389953" y="609727"/>
                  </a:lnTo>
                  <a:lnTo>
                    <a:pt x="432231" y="527558"/>
                  </a:lnTo>
                  <a:lnTo>
                    <a:pt x="475665" y="443611"/>
                  </a:lnTo>
                  <a:lnTo>
                    <a:pt x="611187" y="184785"/>
                  </a:lnTo>
                  <a:lnTo>
                    <a:pt x="668261" y="76377"/>
                  </a:lnTo>
                  <a:lnTo>
                    <a:pt x="696353" y="91186"/>
                  </a:lnTo>
                  <a:lnTo>
                    <a:pt x="696658" y="76377"/>
                  </a:lnTo>
                  <a:lnTo>
                    <a:pt x="696785" y="70446"/>
                  </a:lnTo>
                  <a:lnTo>
                    <a:pt x="696899" y="65151"/>
                  </a:lnTo>
                  <a:lnTo>
                    <a:pt x="697014" y="59182"/>
                  </a:lnTo>
                  <a:lnTo>
                    <a:pt x="698144" y="5969"/>
                  </a:lnTo>
                  <a:close/>
                </a:path>
                <a:path w="7487284" h="2546985">
                  <a:moveTo>
                    <a:pt x="2298344" y="1145921"/>
                  </a:moveTo>
                  <a:lnTo>
                    <a:pt x="2217572" y="1173226"/>
                  </a:lnTo>
                  <a:lnTo>
                    <a:pt x="2240127" y="1195578"/>
                  </a:lnTo>
                  <a:lnTo>
                    <a:pt x="1531772" y="1909572"/>
                  </a:lnTo>
                  <a:lnTo>
                    <a:pt x="1540789" y="1918462"/>
                  </a:lnTo>
                  <a:lnTo>
                    <a:pt x="2249119" y="1204493"/>
                  </a:lnTo>
                  <a:lnTo>
                    <a:pt x="2271674" y="1226820"/>
                  </a:lnTo>
                  <a:lnTo>
                    <a:pt x="2284946" y="1186561"/>
                  </a:lnTo>
                  <a:lnTo>
                    <a:pt x="2298344" y="1145921"/>
                  </a:lnTo>
                  <a:close/>
                </a:path>
                <a:path w="7487284" h="2546985">
                  <a:moveTo>
                    <a:pt x="4812944" y="2921"/>
                  </a:moveTo>
                  <a:lnTo>
                    <a:pt x="4727854" y="0"/>
                  </a:lnTo>
                  <a:lnTo>
                    <a:pt x="4741037" y="28930"/>
                  </a:lnTo>
                  <a:lnTo>
                    <a:pt x="3133877" y="765302"/>
                  </a:lnTo>
                  <a:lnTo>
                    <a:pt x="3139211" y="776732"/>
                  </a:lnTo>
                  <a:lnTo>
                    <a:pt x="4746295" y="40462"/>
                  </a:lnTo>
                  <a:lnTo>
                    <a:pt x="4759477" y="69342"/>
                  </a:lnTo>
                  <a:lnTo>
                    <a:pt x="4796269" y="23622"/>
                  </a:lnTo>
                  <a:lnTo>
                    <a:pt x="4812944" y="2921"/>
                  </a:lnTo>
                  <a:close/>
                </a:path>
                <a:path w="7487284" h="2546985">
                  <a:moveTo>
                    <a:pt x="6672097" y="1129284"/>
                  </a:moveTo>
                  <a:lnTo>
                    <a:pt x="6670954" y="1078484"/>
                  </a:lnTo>
                  <a:lnTo>
                    <a:pt x="6667017" y="1027684"/>
                  </a:lnTo>
                  <a:lnTo>
                    <a:pt x="6660667" y="976884"/>
                  </a:lnTo>
                  <a:lnTo>
                    <a:pt x="6656857" y="964184"/>
                  </a:lnTo>
                  <a:lnTo>
                    <a:pt x="6652539" y="938784"/>
                  </a:lnTo>
                  <a:lnTo>
                    <a:pt x="6647840" y="926084"/>
                  </a:lnTo>
                  <a:lnTo>
                    <a:pt x="6642379" y="913384"/>
                  </a:lnTo>
                  <a:lnTo>
                    <a:pt x="6635902" y="887984"/>
                  </a:lnTo>
                  <a:lnTo>
                    <a:pt x="6628155" y="875284"/>
                  </a:lnTo>
                  <a:lnTo>
                    <a:pt x="6619646" y="862584"/>
                  </a:lnTo>
                  <a:lnTo>
                    <a:pt x="6610375" y="849884"/>
                  </a:lnTo>
                  <a:lnTo>
                    <a:pt x="6600469" y="849884"/>
                  </a:lnTo>
                  <a:lnTo>
                    <a:pt x="6589928" y="837184"/>
                  </a:lnTo>
                  <a:lnTo>
                    <a:pt x="6579260" y="824484"/>
                  </a:lnTo>
                  <a:lnTo>
                    <a:pt x="6568084" y="824484"/>
                  </a:lnTo>
                  <a:lnTo>
                    <a:pt x="6556908" y="811784"/>
                  </a:lnTo>
                  <a:lnTo>
                    <a:pt x="6534429" y="799084"/>
                  </a:lnTo>
                  <a:lnTo>
                    <a:pt x="6512839" y="786384"/>
                  </a:lnTo>
                  <a:lnTo>
                    <a:pt x="6502679" y="773684"/>
                  </a:lnTo>
                  <a:lnTo>
                    <a:pt x="6493027" y="773684"/>
                  </a:lnTo>
                  <a:lnTo>
                    <a:pt x="6484264" y="760984"/>
                  </a:lnTo>
                  <a:lnTo>
                    <a:pt x="6476263" y="760984"/>
                  </a:lnTo>
                  <a:lnTo>
                    <a:pt x="6469151" y="748284"/>
                  </a:lnTo>
                  <a:lnTo>
                    <a:pt x="6462420" y="748284"/>
                  </a:lnTo>
                  <a:lnTo>
                    <a:pt x="6449466" y="735584"/>
                  </a:lnTo>
                  <a:lnTo>
                    <a:pt x="6442735" y="735584"/>
                  </a:lnTo>
                  <a:lnTo>
                    <a:pt x="6435496" y="722884"/>
                  </a:lnTo>
                  <a:lnTo>
                    <a:pt x="6419240" y="722884"/>
                  </a:lnTo>
                  <a:lnTo>
                    <a:pt x="6409588" y="710184"/>
                  </a:lnTo>
                  <a:lnTo>
                    <a:pt x="6386347" y="710184"/>
                  </a:lnTo>
                  <a:lnTo>
                    <a:pt x="6372377" y="697484"/>
                  </a:lnTo>
                  <a:lnTo>
                    <a:pt x="6338468" y="697484"/>
                  </a:lnTo>
                  <a:lnTo>
                    <a:pt x="6318783" y="684784"/>
                  </a:lnTo>
                  <a:lnTo>
                    <a:pt x="6275603" y="684784"/>
                  </a:lnTo>
                  <a:lnTo>
                    <a:pt x="6252362" y="672084"/>
                  </a:lnTo>
                  <a:lnTo>
                    <a:pt x="6202197" y="672084"/>
                  </a:lnTo>
                  <a:lnTo>
                    <a:pt x="6175400" y="659384"/>
                  </a:lnTo>
                  <a:lnTo>
                    <a:pt x="6118250" y="659384"/>
                  </a:lnTo>
                  <a:lnTo>
                    <a:pt x="6087897" y="646684"/>
                  </a:lnTo>
                  <a:lnTo>
                    <a:pt x="6056274" y="646684"/>
                  </a:lnTo>
                  <a:lnTo>
                    <a:pt x="6023635" y="633984"/>
                  </a:lnTo>
                  <a:lnTo>
                    <a:pt x="5954674" y="633984"/>
                  </a:lnTo>
                  <a:lnTo>
                    <a:pt x="5918352" y="621284"/>
                  </a:lnTo>
                  <a:lnTo>
                    <a:pt x="5880887" y="621284"/>
                  </a:lnTo>
                  <a:lnTo>
                    <a:pt x="5861202" y="608584"/>
                  </a:lnTo>
                  <a:lnTo>
                    <a:pt x="5796305" y="608584"/>
                  </a:lnTo>
                  <a:lnTo>
                    <a:pt x="5772937" y="595884"/>
                  </a:lnTo>
                  <a:lnTo>
                    <a:pt x="5698896" y="595884"/>
                  </a:lnTo>
                  <a:lnTo>
                    <a:pt x="5647080" y="583184"/>
                  </a:lnTo>
                  <a:lnTo>
                    <a:pt x="5593740" y="583184"/>
                  </a:lnTo>
                  <a:lnTo>
                    <a:pt x="5485282" y="557784"/>
                  </a:lnTo>
                  <a:lnTo>
                    <a:pt x="5431561" y="557784"/>
                  </a:lnTo>
                  <a:lnTo>
                    <a:pt x="5378983" y="545084"/>
                  </a:lnTo>
                  <a:lnTo>
                    <a:pt x="5353202" y="545084"/>
                  </a:lnTo>
                  <a:lnTo>
                    <a:pt x="5328056" y="532384"/>
                  </a:lnTo>
                  <a:lnTo>
                    <a:pt x="5303291" y="532384"/>
                  </a:lnTo>
                  <a:lnTo>
                    <a:pt x="5279288" y="519684"/>
                  </a:lnTo>
                  <a:lnTo>
                    <a:pt x="5256174" y="519684"/>
                  </a:lnTo>
                  <a:lnTo>
                    <a:pt x="5233695" y="506984"/>
                  </a:lnTo>
                  <a:lnTo>
                    <a:pt x="5212232" y="506984"/>
                  </a:lnTo>
                  <a:lnTo>
                    <a:pt x="5191658" y="494284"/>
                  </a:lnTo>
                  <a:lnTo>
                    <a:pt x="5172227" y="494284"/>
                  </a:lnTo>
                  <a:lnTo>
                    <a:pt x="5153812" y="481584"/>
                  </a:lnTo>
                  <a:lnTo>
                    <a:pt x="5136667" y="468884"/>
                  </a:lnTo>
                  <a:lnTo>
                    <a:pt x="5120919" y="468884"/>
                  </a:lnTo>
                  <a:lnTo>
                    <a:pt x="5106187" y="456184"/>
                  </a:lnTo>
                  <a:lnTo>
                    <a:pt x="5091963" y="443484"/>
                  </a:lnTo>
                  <a:lnTo>
                    <a:pt x="5078628" y="430784"/>
                  </a:lnTo>
                  <a:lnTo>
                    <a:pt x="5065928" y="418084"/>
                  </a:lnTo>
                  <a:lnTo>
                    <a:pt x="5053990" y="418084"/>
                  </a:lnTo>
                  <a:lnTo>
                    <a:pt x="5021732" y="379984"/>
                  </a:lnTo>
                  <a:lnTo>
                    <a:pt x="4986680" y="329184"/>
                  </a:lnTo>
                  <a:lnTo>
                    <a:pt x="4972075" y="291084"/>
                  </a:lnTo>
                  <a:lnTo>
                    <a:pt x="4959248" y="265684"/>
                  </a:lnTo>
                  <a:lnTo>
                    <a:pt x="4947945" y="240284"/>
                  </a:lnTo>
                  <a:lnTo>
                    <a:pt x="4937912" y="202184"/>
                  </a:lnTo>
                  <a:lnTo>
                    <a:pt x="4929022" y="176784"/>
                  </a:lnTo>
                  <a:lnTo>
                    <a:pt x="4921275" y="138684"/>
                  </a:lnTo>
                  <a:lnTo>
                    <a:pt x="4914163" y="113284"/>
                  </a:lnTo>
                  <a:lnTo>
                    <a:pt x="4907966" y="80695"/>
                  </a:lnTo>
                  <a:lnTo>
                    <a:pt x="4940452" y="75184"/>
                  </a:lnTo>
                  <a:lnTo>
                    <a:pt x="4889144" y="11684"/>
                  </a:lnTo>
                  <a:lnTo>
                    <a:pt x="4865522" y="87884"/>
                  </a:lnTo>
                  <a:lnTo>
                    <a:pt x="4895901" y="82740"/>
                  </a:lnTo>
                  <a:lnTo>
                    <a:pt x="4901717" y="113284"/>
                  </a:lnTo>
                  <a:lnTo>
                    <a:pt x="4908829" y="151384"/>
                  </a:lnTo>
                  <a:lnTo>
                    <a:pt x="4916830" y="176784"/>
                  </a:lnTo>
                  <a:lnTo>
                    <a:pt x="4925847" y="214884"/>
                  </a:lnTo>
                  <a:lnTo>
                    <a:pt x="4936007" y="240284"/>
                  </a:lnTo>
                  <a:lnTo>
                    <a:pt x="4947691" y="265684"/>
                  </a:lnTo>
                  <a:lnTo>
                    <a:pt x="4960899" y="303784"/>
                  </a:lnTo>
                  <a:lnTo>
                    <a:pt x="4992776" y="354584"/>
                  </a:lnTo>
                  <a:lnTo>
                    <a:pt x="5022494" y="392684"/>
                  </a:lnTo>
                  <a:lnTo>
                    <a:pt x="5057673" y="430784"/>
                  </a:lnTo>
                  <a:lnTo>
                    <a:pt x="5099202" y="468884"/>
                  </a:lnTo>
                  <a:lnTo>
                    <a:pt x="5114569" y="468884"/>
                  </a:lnTo>
                  <a:lnTo>
                    <a:pt x="5130952" y="481584"/>
                  </a:lnTo>
                  <a:lnTo>
                    <a:pt x="5148732" y="494284"/>
                  </a:lnTo>
                  <a:lnTo>
                    <a:pt x="5167528" y="506984"/>
                  </a:lnTo>
                  <a:lnTo>
                    <a:pt x="5187467" y="506984"/>
                  </a:lnTo>
                  <a:lnTo>
                    <a:pt x="5208422" y="519684"/>
                  </a:lnTo>
                  <a:lnTo>
                    <a:pt x="5230139" y="519684"/>
                  </a:lnTo>
                  <a:lnTo>
                    <a:pt x="5252872" y="532384"/>
                  </a:lnTo>
                  <a:lnTo>
                    <a:pt x="5276367" y="532384"/>
                  </a:lnTo>
                  <a:lnTo>
                    <a:pt x="5300624" y="545084"/>
                  </a:lnTo>
                  <a:lnTo>
                    <a:pt x="5325389" y="545084"/>
                  </a:lnTo>
                  <a:lnTo>
                    <a:pt x="5350916" y="557784"/>
                  </a:lnTo>
                  <a:lnTo>
                    <a:pt x="5376824" y="557784"/>
                  </a:lnTo>
                  <a:lnTo>
                    <a:pt x="5429656" y="570484"/>
                  </a:lnTo>
                  <a:lnTo>
                    <a:pt x="5483631" y="570484"/>
                  </a:lnTo>
                  <a:lnTo>
                    <a:pt x="5592216" y="595884"/>
                  </a:lnTo>
                  <a:lnTo>
                    <a:pt x="5645556" y="595884"/>
                  </a:lnTo>
                  <a:lnTo>
                    <a:pt x="5697372" y="608584"/>
                  </a:lnTo>
                  <a:lnTo>
                    <a:pt x="5794527" y="608584"/>
                  </a:lnTo>
                  <a:lnTo>
                    <a:pt x="5838469" y="621284"/>
                  </a:lnTo>
                  <a:lnTo>
                    <a:pt x="5859043" y="621284"/>
                  </a:lnTo>
                  <a:lnTo>
                    <a:pt x="5916193" y="633984"/>
                  </a:lnTo>
                  <a:lnTo>
                    <a:pt x="5952515" y="646684"/>
                  </a:lnTo>
                  <a:lnTo>
                    <a:pt x="6021590" y="646684"/>
                  </a:lnTo>
                  <a:lnTo>
                    <a:pt x="6054496" y="659384"/>
                  </a:lnTo>
                  <a:lnTo>
                    <a:pt x="6085992" y="659384"/>
                  </a:lnTo>
                  <a:lnTo>
                    <a:pt x="6116345" y="672084"/>
                  </a:lnTo>
                  <a:lnTo>
                    <a:pt x="6173495" y="672084"/>
                  </a:lnTo>
                  <a:lnTo>
                    <a:pt x="6200292" y="684784"/>
                  </a:lnTo>
                  <a:lnTo>
                    <a:pt x="6250076" y="684784"/>
                  </a:lnTo>
                  <a:lnTo>
                    <a:pt x="6273317" y="697484"/>
                  </a:lnTo>
                  <a:lnTo>
                    <a:pt x="6315862" y="697484"/>
                  </a:lnTo>
                  <a:lnTo>
                    <a:pt x="6335420" y="710184"/>
                  </a:lnTo>
                  <a:lnTo>
                    <a:pt x="6368694" y="710184"/>
                  </a:lnTo>
                  <a:lnTo>
                    <a:pt x="6382410" y="722884"/>
                  </a:lnTo>
                  <a:lnTo>
                    <a:pt x="6413779" y="722884"/>
                  </a:lnTo>
                  <a:lnTo>
                    <a:pt x="6421653" y="735584"/>
                  </a:lnTo>
                  <a:lnTo>
                    <a:pt x="6435623" y="735584"/>
                  </a:lnTo>
                  <a:lnTo>
                    <a:pt x="6441719" y="748284"/>
                  </a:lnTo>
                  <a:lnTo>
                    <a:pt x="6454419" y="760984"/>
                  </a:lnTo>
                  <a:lnTo>
                    <a:pt x="6461150" y="760984"/>
                  </a:lnTo>
                  <a:lnTo>
                    <a:pt x="6476517" y="773684"/>
                  </a:lnTo>
                  <a:lnTo>
                    <a:pt x="6485661" y="773684"/>
                  </a:lnTo>
                  <a:lnTo>
                    <a:pt x="6495694" y="786384"/>
                  </a:lnTo>
                  <a:lnTo>
                    <a:pt x="6506108" y="799084"/>
                  </a:lnTo>
                  <a:lnTo>
                    <a:pt x="6527698" y="811784"/>
                  </a:lnTo>
                  <a:lnTo>
                    <a:pt x="6549669" y="824484"/>
                  </a:lnTo>
                  <a:lnTo>
                    <a:pt x="6560591" y="824484"/>
                  </a:lnTo>
                  <a:lnTo>
                    <a:pt x="6571132" y="837184"/>
                  </a:lnTo>
                  <a:lnTo>
                    <a:pt x="6581292" y="849884"/>
                  </a:lnTo>
                  <a:lnTo>
                    <a:pt x="6591198" y="849884"/>
                  </a:lnTo>
                  <a:lnTo>
                    <a:pt x="6600469" y="862584"/>
                  </a:lnTo>
                  <a:lnTo>
                    <a:pt x="6624218" y="900684"/>
                  </a:lnTo>
                  <a:lnTo>
                    <a:pt x="6640093" y="951484"/>
                  </a:lnTo>
                  <a:lnTo>
                    <a:pt x="6644411" y="964184"/>
                  </a:lnTo>
                  <a:lnTo>
                    <a:pt x="6648094" y="989584"/>
                  </a:lnTo>
                  <a:lnTo>
                    <a:pt x="6651523" y="1002284"/>
                  </a:lnTo>
                  <a:lnTo>
                    <a:pt x="6654317" y="1027684"/>
                  </a:lnTo>
                  <a:lnTo>
                    <a:pt x="6656603" y="1053084"/>
                  </a:lnTo>
                  <a:lnTo>
                    <a:pt x="6658254" y="1078484"/>
                  </a:lnTo>
                  <a:lnTo>
                    <a:pt x="6659143" y="1103884"/>
                  </a:lnTo>
                  <a:lnTo>
                    <a:pt x="6659397" y="1129284"/>
                  </a:lnTo>
                  <a:lnTo>
                    <a:pt x="6658889" y="1154684"/>
                  </a:lnTo>
                  <a:lnTo>
                    <a:pt x="6655079" y="1205484"/>
                  </a:lnTo>
                  <a:lnTo>
                    <a:pt x="6647586" y="1256284"/>
                  </a:lnTo>
                  <a:lnTo>
                    <a:pt x="6635648" y="1307084"/>
                  </a:lnTo>
                  <a:lnTo>
                    <a:pt x="6619265" y="1357884"/>
                  </a:lnTo>
                  <a:lnTo>
                    <a:pt x="6598437" y="1408684"/>
                  </a:lnTo>
                  <a:lnTo>
                    <a:pt x="6573926" y="1459484"/>
                  </a:lnTo>
                  <a:lnTo>
                    <a:pt x="6545859" y="1510284"/>
                  </a:lnTo>
                  <a:lnTo>
                    <a:pt x="6530746" y="1522984"/>
                  </a:lnTo>
                  <a:lnTo>
                    <a:pt x="6514871" y="1548384"/>
                  </a:lnTo>
                  <a:lnTo>
                    <a:pt x="6481343" y="1599184"/>
                  </a:lnTo>
                  <a:lnTo>
                    <a:pt x="6445910" y="1649984"/>
                  </a:lnTo>
                  <a:lnTo>
                    <a:pt x="6427368" y="1662684"/>
                  </a:lnTo>
                  <a:lnTo>
                    <a:pt x="6408699" y="1688084"/>
                  </a:lnTo>
                  <a:lnTo>
                    <a:pt x="6389522" y="1700784"/>
                  </a:lnTo>
                  <a:lnTo>
                    <a:pt x="6369329" y="1726184"/>
                  </a:lnTo>
                  <a:lnTo>
                    <a:pt x="6348501" y="1738884"/>
                  </a:lnTo>
                  <a:lnTo>
                    <a:pt x="6326911" y="1751584"/>
                  </a:lnTo>
                  <a:lnTo>
                    <a:pt x="6304432" y="1764284"/>
                  </a:lnTo>
                  <a:lnTo>
                    <a:pt x="6281572" y="1789684"/>
                  </a:lnTo>
                  <a:lnTo>
                    <a:pt x="6233947" y="1815084"/>
                  </a:lnTo>
                  <a:lnTo>
                    <a:pt x="6184544" y="1840484"/>
                  </a:lnTo>
                  <a:lnTo>
                    <a:pt x="6133617" y="1865884"/>
                  </a:lnTo>
                  <a:lnTo>
                    <a:pt x="6029464" y="1916684"/>
                  </a:lnTo>
                  <a:lnTo>
                    <a:pt x="6034811" y="1916684"/>
                  </a:lnTo>
                  <a:lnTo>
                    <a:pt x="6087135" y="1903984"/>
                  </a:lnTo>
                  <a:lnTo>
                    <a:pt x="6190132" y="1853184"/>
                  </a:lnTo>
                  <a:lnTo>
                    <a:pt x="6239916" y="1827784"/>
                  </a:lnTo>
                  <a:lnTo>
                    <a:pt x="6288049" y="1789684"/>
                  </a:lnTo>
                  <a:lnTo>
                    <a:pt x="6311417" y="1776984"/>
                  </a:lnTo>
                  <a:lnTo>
                    <a:pt x="6334023" y="1764284"/>
                  </a:lnTo>
                  <a:lnTo>
                    <a:pt x="6356121" y="1751584"/>
                  </a:lnTo>
                  <a:lnTo>
                    <a:pt x="6377330" y="1726184"/>
                  </a:lnTo>
                  <a:lnTo>
                    <a:pt x="6397904" y="1713484"/>
                  </a:lnTo>
                  <a:lnTo>
                    <a:pt x="6417589" y="1688084"/>
                  </a:lnTo>
                  <a:lnTo>
                    <a:pt x="6436639" y="1675384"/>
                  </a:lnTo>
                  <a:lnTo>
                    <a:pt x="6455308" y="1649984"/>
                  </a:lnTo>
                  <a:lnTo>
                    <a:pt x="6473596" y="1624584"/>
                  </a:lnTo>
                  <a:lnTo>
                    <a:pt x="6491376" y="1611884"/>
                  </a:lnTo>
                  <a:lnTo>
                    <a:pt x="6508648" y="1586484"/>
                  </a:lnTo>
                  <a:lnTo>
                    <a:pt x="6541287" y="1535684"/>
                  </a:lnTo>
                  <a:lnTo>
                    <a:pt x="6571259" y="1484884"/>
                  </a:lnTo>
                  <a:lnTo>
                    <a:pt x="6597929" y="1434084"/>
                  </a:lnTo>
                  <a:lnTo>
                    <a:pt x="6621043" y="1383284"/>
                  </a:lnTo>
                  <a:lnTo>
                    <a:pt x="6639966" y="1332484"/>
                  </a:lnTo>
                  <a:lnTo>
                    <a:pt x="6654444" y="1281684"/>
                  </a:lnTo>
                  <a:lnTo>
                    <a:pt x="6664350" y="1230884"/>
                  </a:lnTo>
                  <a:lnTo>
                    <a:pt x="6670065" y="1180084"/>
                  </a:lnTo>
                  <a:lnTo>
                    <a:pt x="6671462" y="1154684"/>
                  </a:lnTo>
                  <a:lnTo>
                    <a:pt x="6672097" y="1129284"/>
                  </a:lnTo>
                  <a:close/>
                </a:path>
                <a:path w="7487284" h="2546985">
                  <a:moveTo>
                    <a:pt x="7487056" y="1797253"/>
                  </a:moveTo>
                  <a:lnTo>
                    <a:pt x="7486040" y="1746453"/>
                  </a:lnTo>
                  <a:lnTo>
                    <a:pt x="7482992" y="1695653"/>
                  </a:lnTo>
                  <a:lnTo>
                    <a:pt x="7478039" y="1644853"/>
                  </a:lnTo>
                  <a:lnTo>
                    <a:pt x="7471435" y="1581353"/>
                  </a:lnTo>
                  <a:lnTo>
                    <a:pt x="7463180" y="1530553"/>
                  </a:lnTo>
                  <a:lnTo>
                    <a:pt x="7453655" y="1467053"/>
                  </a:lnTo>
                  <a:lnTo>
                    <a:pt x="7442860" y="1416253"/>
                  </a:lnTo>
                  <a:lnTo>
                    <a:pt x="7431049" y="1352753"/>
                  </a:lnTo>
                  <a:lnTo>
                    <a:pt x="7418349" y="1301953"/>
                  </a:lnTo>
                  <a:lnTo>
                    <a:pt x="7404887" y="1238453"/>
                  </a:lnTo>
                  <a:lnTo>
                    <a:pt x="7398029" y="1213053"/>
                  </a:lnTo>
                  <a:lnTo>
                    <a:pt x="7383805" y="1162253"/>
                  </a:lnTo>
                  <a:lnTo>
                    <a:pt x="7362088" y="1086053"/>
                  </a:lnTo>
                  <a:lnTo>
                    <a:pt x="7354722" y="1060653"/>
                  </a:lnTo>
                  <a:lnTo>
                    <a:pt x="7347483" y="1035253"/>
                  </a:lnTo>
                  <a:lnTo>
                    <a:pt x="7340244" y="1022553"/>
                  </a:lnTo>
                  <a:lnTo>
                    <a:pt x="7333005" y="997153"/>
                  </a:lnTo>
                  <a:lnTo>
                    <a:pt x="7326020" y="984453"/>
                  </a:lnTo>
                  <a:lnTo>
                    <a:pt x="7319035" y="959053"/>
                  </a:lnTo>
                  <a:lnTo>
                    <a:pt x="7305827" y="933653"/>
                  </a:lnTo>
                  <a:lnTo>
                    <a:pt x="7299350" y="908253"/>
                  </a:lnTo>
                  <a:lnTo>
                    <a:pt x="7279919" y="870153"/>
                  </a:lnTo>
                  <a:lnTo>
                    <a:pt x="7252995" y="819353"/>
                  </a:lnTo>
                  <a:lnTo>
                    <a:pt x="7222896" y="768553"/>
                  </a:lnTo>
                  <a:lnTo>
                    <a:pt x="7187082" y="717753"/>
                  </a:lnTo>
                  <a:lnTo>
                    <a:pt x="7166508" y="705053"/>
                  </a:lnTo>
                  <a:lnTo>
                    <a:pt x="7155205" y="692353"/>
                  </a:lnTo>
                  <a:lnTo>
                    <a:pt x="7143521" y="679653"/>
                  </a:lnTo>
                  <a:lnTo>
                    <a:pt x="7131329" y="679653"/>
                  </a:lnTo>
                  <a:lnTo>
                    <a:pt x="7118248" y="666953"/>
                  </a:lnTo>
                  <a:lnTo>
                    <a:pt x="7104659" y="654253"/>
                  </a:lnTo>
                  <a:lnTo>
                    <a:pt x="7090308" y="654253"/>
                  </a:lnTo>
                  <a:lnTo>
                    <a:pt x="7075195" y="641553"/>
                  </a:lnTo>
                  <a:lnTo>
                    <a:pt x="7059193" y="628853"/>
                  </a:lnTo>
                  <a:lnTo>
                    <a:pt x="7042683" y="628853"/>
                  </a:lnTo>
                  <a:lnTo>
                    <a:pt x="7025030" y="616153"/>
                  </a:lnTo>
                  <a:lnTo>
                    <a:pt x="7006615" y="603453"/>
                  </a:lnTo>
                  <a:lnTo>
                    <a:pt x="6986803" y="603453"/>
                  </a:lnTo>
                  <a:lnTo>
                    <a:pt x="6966102" y="590753"/>
                  </a:lnTo>
                  <a:lnTo>
                    <a:pt x="6944639" y="590753"/>
                  </a:lnTo>
                  <a:lnTo>
                    <a:pt x="6922033" y="578053"/>
                  </a:lnTo>
                  <a:lnTo>
                    <a:pt x="6898792" y="578053"/>
                  </a:lnTo>
                  <a:lnTo>
                    <a:pt x="6874789" y="565353"/>
                  </a:lnTo>
                  <a:lnTo>
                    <a:pt x="6850024" y="565353"/>
                  </a:lnTo>
                  <a:lnTo>
                    <a:pt x="6824624" y="552653"/>
                  </a:lnTo>
                  <a:lnTo>
                    <a:pt x="6798589" y="552653"/>
                  </a:lnTo>
                  <a:lnTo>
                    <a:pt x="6632854" y="514553"/>
                  </a:lnTo>
                  <a:lnTo>
                    <a:pt x="6575323" y="514553"/>
                  </a:lnTo>
                  <a:lnTo>
                    <a:pt x="6517284" y="501853"/>
                  </a:lnTo>
                  <a:lnTo>
                    <a:pt x="6459245" y="501853"/>
                  </a:lnTo>
                  <a:lnTo>
                    <a:pt x="6289827" y="476453"/>
                  </a:lnTo>
                  <a:lnTo>
                    <a:pt x="6236360" y="476453"/>
                  </a:lnTo>
                  <a:lnTo>
                    <a:pt x="6210579" y="463753"/>
                  </a:lnTo>
                  <a:lnTo>
                    <a:pt x="6185179" y="463753"/>
                  </a:lnTo>
                  <a:lnTo>
                    <a:pt x="6134493" y="451053"/>
                  </a:lnTo>
                  <a:lnTo>
                    <a:pt x="5978042" y="451053"/>
                  </a:lnTo>
                  <a:lnTo>
                    <a:pt x="5925464" y="438353"/>
                  </a:lnTo>
                  <a:lnTo>
                    <a:pt x="5671718" y="438353"/>
                  </a:lnTo>
                  <a:lnTo>
                    <a:pt x="5624855" y="425653"/>
                  </a:lnTo>
                  <a:lnTo>
                    <a:pt x="5558053" y="425653"/>
                  </a:lnTo>
                  <a:lnTo>
                    <a:pt x="5536971" y="412953"/>
                  </a:lnTo>
                  <a:lnTo>
                    <a:pt x="5496712" y="412953"/>
                  </a:lnTo>
                  <a:lnTo>
                    <a:pt x="5477535" y="400253"/>
                  </a:lnTo>
                  <a:lnTo>
                    <a:pt x="5441594" y="400253"/>
                  </a:lnTo>
                  <a:lnTo>
                    <a:pt x="5424830" y="387553"/>
                  </a:lnTo>
                  <a:lnTo>
                    <a:pt x="5408828" y="374853"/>
                  </a:lnTo>
                  <a:lnTo>
                    <a:pt x="5393207" y="374853"/>
                  </a:lnTo>
                  <a:lnTo>
                    <a:pt x="5378475" y="362153"/>
                  </a:lnTo>
                  <a:lnTo>
                    <a:pt x="5364124" y="362153"/>
                  </a:lnTo>
                  <a:lnTo>
                    <a:pt x="5350535" y="349453"/>
                  </a:lnTo>
                  <a:lnTo>
                    <a:pt x="5337454" y="336753"/>
                  </a:lnTo>
                  <a:lnTo>
                    <a:pt x="5312816" y="324053"/>
                  </a:lnTo>
                  <a:lnTo>
                    <a:pt x="5290210" y="298653"/>
                  </a:lnTo>
                  <a:lnTo>
                    <a:pt x="5250078" y="247853"/>
                  </a:lnTo>
                  <a:lnTo>
                    <a:pt x="5215915" y="197053"/>
                  </a:lnTo>
                  <a:lnTo>
                    <a:pt x="5186451" y="146253"/>
                  </a:lnTo>
                  <a:lnTo>
                    <a:pt x="5160035" y="95440"/>
                  </a:lnTo>
                  <a:lnTo>
                    <a:pt x="5153241" y="80683"/>
                  </a:lnTo>
                  <a:lnTo>
                    <a:pt x="5182641" y="70040"/>
                  </a:lnTo>
                  <a:lnTo>
                    <a:pt x="5117744" y="6540"/>
                  </a:lnTo>
                  <a:lnTo>
                    <a:pt x="5112410" y="95440"/>
                  </a:lnTo>
                  <a:lnTo>
                    <a:pt x="5143322" y="84264"/>
                  </a:lnTo>
                  <a:lnTo>
                    <a:pt x="5148478" y="95440"/>
                  </a:lnTo>
                  <a:lnTo>
                    <a:pt x="5161432" y="133553"/>
                  </a:lnTo>
                  <a:lnTo>
                    <a:pt x="5189753" y="184353"/>
                  </a:lnTo>
                  <a:lnTo>
                    <a:pt x="5222138" y="235153"/>
                  </a:lnTo>
                  <a:lnTo>
                    <a:pt x="5260111" y="285953"/>
                  </a:lnTo>
                  <a:lnTo>
                    <a:pt x="5304815" y="324053"/>
                  </a:lnTo>
                  <a:lnTo>
                    <a:pt x="5330088" y="349453"/>
                  </a:lnTo>
                  <a:lnTo>
                    <a:pt x="5343677" y="362153"/>
                  </a:lnTo>
                  <a:lnTo>
                    <a:pt x="5357647" y="362153"/>
                  </a:lnTo>
                  <a:lnTo>
                    <a:pt x="5372379" y="374853"/>
                  </a:lnTo>
                  <a:lnTo>
                    <a:pt x="5387619" y="387553"/>
                  </a:lnTo>
                  <a:lnTo>
                    <a:pt x="5403494" y="387553"/>
                  </a:lnTo>
                  <a:lnTo>
                    <a:pt x="5420131" y="400253"/>
                  </a:lnTo>
                  <a:lnTo>
                    <a:pt x="5437403" y="400253"/>
                  </a:lnTo>
                  <a:lnTo>
                    <a:pt x="5455564" y="412953"/>
                  </a:lnTo>
                  <a:lnTo>
                    <a:pt x="5474360" y="412953"/>
                  </a:lnTo>
                  <a:lnTo>
                    <a:pt x="5493918" y="425653"/>
                  </a:lnTo>
                  <a:lnTo>
                    <a:pt x="5534939" y="425653"/>
                  </a:lnTo>
                  <a:lnTo>
                    <a:pt x="5556402" y="438353"/>
                  </a:lnTo>
                  <a:lnTo>
                    <a:pt x="5623712" y="438353"/>
                  </a:lnTo>
                  <a:lnTo>
                    <a:pt x="5670956" y="451053"/>
                  </a:lnTo>
                  <a:lnTo>
                    <a:pt x="5925083" y="451053"/>
                  </a:lnTo>
                  <a:lnTo>
                    <a:pt x="5977407" y="463753"/>
                  </a:lnTo>
                  <a:lnTo>
                    <a:pt x="6132982" y="463753"/>
                  </a:lnTo>
                  <a:lnTo>
                    <a:pt x="6183528" y="476453"/>
                  </a:lnTo>
                  <a:lnTo>
                    <a:pt x="6208801" y="476453"/>
                  </a:lnTo>
                  <a:lnTo>
                    <a:pt x="6234836" y="489153"/>
                  </a:lnTo>
                  <a:lnTo>
                    <a:pt x="6288303" y="489153"/>
                  </a:lnTo>
                  <a:lnTo>
                    <a:pt x="6343548" y="501853"/>
                  </a:lnTo>
                  <a:lnTo>
                    <a:pt x="6457721" y="514553"/>
                  </a:lnTo>
                  <a:lnTo>
                    <a:pt x="6515506" y="514553"/>
                  </a:lnTo>
                  <a:lnTo>
                    <a:pt x="6573545" y="527253"/>
                  </a:lnTo>
                  <a:lnTo>
                    <a:pt x="6630949" y="527253"/>
                  </a:lnTo>
                  <a:lnTo>
                    <a:pt x="6795922" y="565353"/>
                  </a:lnTo>
                  <a:lnTo>
                    <a:pt x="6821830" y="565353"/>
                  </a:lnTo>
                  <a:lnTo>
                    <a:pt x="6846976" y="578053"/>
                  </a:lnTo>
                  <a:lnTo>
                    <a:pt x="6871614" y="578053"/>
                  </a:lnTo>
                  <a:lnTo>
                    <a:pt x="6895363" y="590753"/>
                  </a:lnTo>
                  <a:lnTo>
                    <a:pt x="6918477" y="590753"/>
                  </a:lnTo>
                  <a:lnTo>
                    <a:pt x="6940575" y="603453"/>
                  </a:lnTo>
                  <a:lnTo>
                    <a:pt x="6961784" y="603453"/>
                  </a:lnTo>
                  <a:lnTo>
                    <a:pt x="6982104" y="616153"/>
                  </a:lnTo>
                  <a:lnTo>
                    <a:pt x="7001408" y="616153"/>
                  </a:lnTo>
                  <a:lnTo>
                    <a:pt x="7019696" y="628853"/>
                  </a:lnTo>
                  <a:lnTo>
                    <a:pt x="7036968" y="641553"/>
                  </a:lnTo>
                  <a:lnTo>
                    <a:pt x="7053351" y="641553"/>
                  </a:lnTo>
                  <a:lnTo>
                    <a:pt x="7068972" y="654253"/>
                  </a:lnTo>
                  <a:lnTo>
                    <a:pt x="7083704" y="666953"/>
                  </a:lnTo>
                  <a:lnTo>
                    <a:pt x="7097801" y="666953"/>
                  </a:lnTo>
                  <a:lnTo>
                    <a:pt x="7111136" y="679653"/>
                  </a:lnTo>
                  <a:lnTo>
                    <a:pt x="7123709" y="692353"/>
                  </a:lnTo>
                  <a:lnTo>
                    <a:pt x="7135647" y="692353"/>
                  </a:lnTo>
                  <a:lnTo>
                    <a:pt x="7147077" y="705053"/>
                  </a:lnTo>
                  <a:lnTo>
                    <a:pt x="7157745" y="717753"/>
                  </a:lnTo>
                  <a:lnTo>
                    <a:pt x="7177684" y="730453"/>
                  </a:lnTo>
                  <a:lnTo>
                    <a:pt x="7195845" y="755853"/>
                  </a:lnTo>
                  <a:lnTo>
                    <a:pt x="7227595" y="793953"/>
                  </a:lnTo>
                  <a:lnTo>
                    <a:pt x="7255281" y="844753"/>
                  </a:lnTo>
                  <a:lnTo>
                    <a:pt x="7281062" y="908253"/>
                  </a:lnTo>
                  <a:lnTo>
                    <a:pt x="7294016" y="933653"/>
                  </a:lnTo>
                  <a:lnTo>
                    <a:pt x="7300620" y="946353"/>
                  </a:lnTo>
                  <a:lnTo>
                    <a:pt x="7307224" y="971753"/>
                  </a:lnTo>
                  <a:lnTo>
                    <a:pt x="7314082" y="984453"/>
                  </a:lnTo>
                  <a:lnTo>
                    <a:pt x="7321067" y="1009853"/>
                  </a:lnTo>
                  <a:lnTo>
                    <a:pt x="7328179" y="1022553"/>
                  </a:lnTo>
                  <a:lnTo>
                    <a:pt x="7342657" y="1073353"/>
                  </a:lnTo>
                  <a:lnTo>
                    <a:pt x="7364374" y="1136853"/>
                  </a:lnTo>
                  <a:lnTo>
                    <a:pt x="7385710" y="1213053"/>
                  </a:lnTo>
                  <a:lnTo>
                    <a:pt x="7405903" y="1301953"/>
                  </a:lnTo>
                  <a:lnTo>
                    <a:pt x="7418603" y="1352753"/>
                  </a:lnTo>
                  <a:lnTo>
                    <a:pt x="7430414" y="1416253"/>
                  </a:lnTo>
                  <a:lnTo>
                    <a:pt x="7441082" y="1467053"/>
                  </a:lnTo>
                  <a:lnTo>
                    <a:pt x="7450607" y="1530553"/>
                  </a:lnTo>
                  <a:lnTo>
                    <a:pt x="7458735" y="1581353"/>
                  </a:lnTo>
                  <a:lnTo>
                    <a:pt x="7465466" y="1644853"/>
                  </a:lnTo>
                  <a:lnTo>
                    <a:pt x="7470292" y="1695653"/>
                  </a:lnTo>
                  <a:lnTo>
                    <a:pt x="7473340" y="1746453"/>
                  </a:lnTo>
                  <a:lnTo>
                    <a:pt x="7474356" y="1797253"/>
                  </a:lnTo>
                  <a:lnTo>
                    <a:pt x="7473975" y="1822640"/>
                  </a:lnTo>
                  <a:lnTo>
                    <a:pt x="7473086" y="1835340"/>
                  </a:lnTo>
                  <a:lnTo>
                    <a:pt x="7470292" y="1886140"/>
                  </a:lnTo>
                  <a:lnTo>
                    <a:pt x="7466482" y="1924240"/>
                  </a:lnTo>
                  <a:lnTo>
                    <a:pt x="7461529" y="1962340"/>
                  </a:lnTo>
                  <a:lnTo>
                    <a:pt x="7455433" y="2000440"/>
                  </a:lnTo>
                  <a:lnTo>
                    <a:pt x="7447940" y="2038540"/>
                  </a:lnTo>
                  <a:lnTo>
                    <a:pt x="7438923" y="2076640"/>
                  </a:lnTo>
                  <a:lnTo>
                    <a:pt x="7428636" y="2114740"/>
                  </a:lnTo>
                  <a:lnTo>
                    <a:pt x="7416571" y="2152840"/>
                  </a:lnTo>
                  <a:lnTo>
                    <a:pt x="7402601" y="2178240"/>
                  </a:lnTo>
                  <a:lnTo>
                    <a:pt x="7386980" y="2216340"/>
                  </a:lnTo>
                  <a:lnTo>
                    <a:pt x="7349515" y="2267140"/>
                  </a:lnTo>
                  <a:lnTo>
                    <a:pt x="7315860" y="2305240"/>
                  </a:lnTo>
                  <a:lnTo>
                    <a:pt x="7276617" y="2343340"/>
                  </a:lnTo>
                  <a:lnTo>
                    <a:pt x="7247534" y="2368740"/>
                  </a:lnTo>
                  <a:lnTo>
                    <a:pt x="7215530" y="2394140"/>
                  </a:lnTo>
                  <a:lnTo>
                    <a:pt x="7198512" y="2394140"/>
                  </a:lnTo>
                  <a:lnTo>
                    <a:pt x="7180732" y="2406840"/>
                  </a:lnTo>
                  <a:lnTo>
                    <a:pt x="7162444" y="2419540"/>
                  </a:lnTo>
                  <a:lnTo>
                    <a:pt x="7143267" y="2419540"/>
                  </a:lnTo>
                  <a:lnTo>
                    <a:pt x="7123582" y="2432240"/>
                  </a:lnTo>
                  <a:lnTo>
                    <a:pt x="7103262" y="2432240"/>
                  </a:lnTo>
                  <a:lnTo>
                    <a:pt x="7082434" y="2444940"/>
                  </a:lnTo>
                  <a:lnTo>
                    <a:pt x="7060971" y="2444940"/>
                  </a:lnTo>
                  <a:lnTo>
                    <a:pt x="7016394" y="2457640"/>
                  </a:lnTo>
                  <a:lnTo>
                    <a:pt x="6969912" y="2470340"/>
                  </a:lnTo>
                  <a:lnTo>
                    <a:pt x="6921525" y="2483040"/>
                  </a:lnTo>
                  <a:lnTo>
                    <a:pt x="6871487" y="2483040"/>
                  </a:lnTo>
                  <a:lnTo>
                    <a:pt x="6819798" y="2495740"/>
                  </a:lnTo>
                  <a:lnTo>
                    <a:pt x="6766966" y="2495740"/>
                  </a:lnTo>
                  <a:lnTo>
                    <a:pt x="6712864" y="2508440"/>
                  </a:lnTo>
                  <a:lnTo>
                    <a:pt x="6601993" y="2508440"/>
                  </a:lnTo>
                  <a:lnTo>
                    <a:pt x="6545478" y="2521140"/>
                  </a:lnTo>
                  <a:lnTo>
                    <a:pt x="6429146" y="2521140"/>
                  </a:lnTo>
                  <a:lnTo>
                    <a:pt x="6397777" y="2533840"/>
                  </a:lnTo>
                  <a:lnTo>
                    <a:pt x="5497728" y="2533840"/>
                  </a:lnTo>
                  <a:lnTo>
                    <a:pt x="5471439" y="2521140"/>
                  </a:lnTo>
                  <a:lnTo>
                    <a:pt x="5380380" y="2521140"/>
                  </a:lnTo>
                  <a:lnTo>
                    <a:pt x="5360695" y="2508440"/>
                  </a:lnTo>
                  <a:lnTo>
                    <a:pt x="5323992" y="2508440"/>
                  </a:lnTo>
                  <a:lnTo>
                    <a:pt x="5306974" y="2495740"/>
                  </a:lnTo>
                  <a:lnTo>
                    <a:pt x="5275605" y="2495740"/>
                  </a:lnTo>
                  <a:lnTo>
                    <a:pt x="5261127" y="2483040"/>
                  </a:lnTo>
                  <a:lnTo>
                    <a:pt x="5234330" y="2483040"/>
                  </a:lnTo>
                  <a:lnTo>
                    <a:pt x="5222011" y="2470340"/>
                  </a:lnTo>
                  <a:lnTo>
                    <a:pt x="5210200" y="2470340"/>
                  </a:lnTo>
                  <a:lnTo>
                    <a:pt x="5199024" y="2457640"/>
                  </a:lnTo>
                  <a:lnTo>
                    <a:pt x="5178069" y="2444940"/>
                  </a:lnTo>
                  <a:lnTo>
                    <a:pt x="5158892" y="2444940"/>
                  </a:lnTo>
                  <a:lnTo>
                    <a:pt x="5141112" y="2432240"/>
                  </a:lnTo>
                  <a:lnTo>
                    <a:pt x="5124221" y="2419540"/>
                  </a:lnTo>
                  <a:lnTo>
                    <a:pt x="5108092" y="2406840"/>
                  </a:lnTo>
                  <a:lnTo>
                    <a:pt x="5076596" y="2381440"/>
                  </a:lnTo>
                  <a:lnTo>
                    <a:pt x="5060594" y="2381440"/>
                  </a:lnTo>
                  <a:lnTo>
                    <a:pt x="5044084" y="2368740"/>
                  </a:lnTo>
                  <a:lnTo>
                    <a:pt x="5028082" y="2356040"/>
                  </a:lnTo>
                  <a:lnTo>
                    <a:pt x="4999888" y="2356040"/>
                  </a:lnTo>
                  <a:lnTo>
                    <a:pt x="4987442" y="2343340"/>
                  </a:lnTo>
                  <a:lnTo>
                    <a:pt x="4965471" y="2330640"/>
                  </a:lnTo>
                  <a:lnTo>
                    <a:pt x="4955819" y="2330640"/>
                  </a:lnTo>
                  <a:lnTo>
                    <a:pt x="4946929" y="2317940"/>
                  </a:lnTo>
                  <a:lnTo>
                    <a:pt x="4931054" y="2317940"/>
                  </a:lnTo>
                  <a:lnTo>
                    <a:pt x="4917084" y="2305240"/>
                  </a:lnTo>
                  <a:lnTo>
                    <a:pt x="4904384" y="2305240"/>
                  </a:lnTo>
                  <a:lnTo>
                    <a:pt x="4892446" y="2292540"/>
                  </a:lnTo>
                  <a:lnTo>
                    <a:pt x="4885842" y="2305240"/>
                  </a:lnTo>
                  <a:lnTo>
                    <a:pt x="4897907" y="2305240"/>
                  </a:lnTo>
                  <a:lnTo>
                    <a:pt x="4910734" y="2317940"/>
                  </a:lnTo>
                  <a:lnTo>
                    <a:pt x="4924831" y="2330640"/>
                  </a:lnTo>
                  <a:lnTo>
                    <a:pt x="4940960" y="2330640"/>
                  </a:lnTo>
                  <a:lnTo>
                    <a:pt x="4950104" y="2343340"/>
                  </a:lnTo>
                  <a:lnTo>
                    <a:pt x="4959883" y="2343340"/>
                  </a:lnTo>
                  <a:lnTo>
                    <a:pt x="4981981" y="2356040"/>
                  </a:lnTo>
                  <a:lnTo>
                    <a:pt x="4994554" y="2356040"/>
                  </a:lnTo>
                  <a:lnTo>
                    <a:pt x="5008143" y="2368740"/>
                  </a:lnTo>
                  <a:lnTo>
                    <a:pt x="5023002" y="2368740"/>
                  </a:lnTo>
                  <a:lnTo>
                    <a:pt x="5055133" y="2394140"/>
                  </a:lnTo>
                  <a:lnTo>
                    <a:pt x="5070500" y="2394140"/>
                  </a:lnTo>
                  <a:lnTo>
                    <a:pt x="5101107" y="2419540"/>
                  </a:lnTo>
                  <a:lnTo>
                    <a:pt x="5117109" y="2432240"/>
                  </a:lnTo>
                  <a:lnTo>
                    <a:pt x="5134000" y="2432240"/>
                  </a:lnTo>
                  <a:lnTo>
                    <a:pt x="5152034" y="2444940"/>
                  </a:lnTo>
                  <a:lnTo>
                    <a:pt x="5171719" y="2457640"/>
                  </a:lnTo>
                  <a:lnTo>
                    <a:pt x="5193055" y="2470340"/>
                  </a:lnTo>
                  <a:lnTo>
                    <a:pt x="5204739" y="2483040"/>
                  </a:lnTo>
                  <a:lnTo>
                    <a:pt x="5229504" y="2483040"/>
                  </a:lnTo>
                  <a:lnTo>
                    <a:pt x="5242839" y="2495740"/>
                  </a:lnTo>
                  <a:lnTo>
                    <a:pt x="5256809" y="2495740"/>
                  </a:lnTo>
                  <a:lnTo>
                    <a:pt x="5271668" y="2508440"/>
                  </a:lnTo>
                  <a:lnTo>
                    <a:pt x="5303799" y="2508440"/>
                  </a:lnTo>
                  <a:lnTo>
                    <a:pt x="5320944" y="2521140"/>
                  </a:lnTo>
                  <a:lnTo>
                    <a:pt x="5358282" y="2521140"/>
                  </a:lnTo>
                  <a:lnTo>
                    <a:pt x="5378348" y="2533840"/>
                  </a:lnTo>
                  <a:lnTo>
                    <a:pt x="5470296" y="2533840"/>
                  </a:lnTo>
                  <a:lnTo>
                    <a:pt x="5496712" y="2546540"/>
                  </a:lnTo>
                  <a:lnTo>
                    <a:pt x="6398412" y="2546540"/>
                  </a:lnTo>
                  <a:lnTo>
                    <a:pt x="6429908" y="2533840"/>
                  </a:lnTo>
                  <a:lnTo>
                    <a:pt x="6546494" y="2533840"/>
                  </a:lnTo>
                  <a:lnTo>
                    <a:pt x="6603009" y="2521140"/>
                  </a:lnTo>
                  <a:lnTo>
                    <a:pt x="6714007" y="2521140"/>
                  </a:lnTo>
                  <a:lnTo>
                    <a:pt x="6768109" y="2508440"/>
                  </a:lnTo>
                  <a:lnTo>
                    <a:pt x="6821195" y="2508440"/>
                  </a:lnTo>
                  <a:lnTo>
                    <a:pt x="6873011" y="2495740"/>
                  </a:lnTo>
                  <a:lnTo>
                    <a:pt x="6923303" y="2495740"/>
                  </a:lnTo>
                  <a:lnTo>
                    <a:pt x="7018934" y="2470340"/>
                  </a:lnTo>
                  <a:lnTo>
                    <a:pt x="7064019" y="2457640"/>
                  </a:lnTo>
                  <a:lnTo>
                    <a:pt x="7085736" y="2457640"/>
                  </a:lnTo>
                  <a:lnTo>
                    <a:pt x="7106945" y="2444940"/>
                  </a:lnTo>
                  <a:lnTo>
                    <a:pt x="7127646" y="2444940"/>
                  </a:lnTo>
                  <a:lnTo>
                    <a:pt x="7147585" y="2432240"/>
                  </a:lnTo>
                  <a:lnTo>
                    <a:pt x="7167143" y="2432240"/>
                  </a:lnTo>
                  <a:lnTo>
                    <a:pt x="7185939" y="2419540"/>
                  </a:lnTo>
                  <a:lnTo>
                    <a:pt x="7203973" y="2406840"/>
                  </a:lnTo>
                  <a:lnTo>
                    <a:pt x="7221626" y="2406840"/>
                  </a:lnTo>
                  <a:lnTo>
                    <a:pt x="7254392" y="2381440"/>
                  </a:lnTo>
                  <a:lnTo>
                    <a:pt x="7284491" y="2356040"/>
                  </a:lnTo>
                  <a:lnTo>
                    <a:pt x="7324750" y="2317940"/>
                  </a:lnTo>
                  <a:lnTo>
                    <a:pt x="7359548" y="2279840"/>
                  </a:lnTo>
                  <a:lnTo>
                    <a:pt x="7398029" y="2216340"/>
                  </a:lnTo>
                  <a:lnTo>
                    <a:pt x="7414031" y="2190940"/>
                  </a:lnTo>
                  <a:lnTo>
                    <a:pt x="7428255" y="2152840"/>
                  </a:lnTo>
                  <a:lnTo>
                    <a:pt x="7440574" y="2114740"/>
                  </a:lnTo>
                  <a:lnTo>
                    <a:pt x="7451115" y="2076640"/>
                  </a:lnTo>
                  <a:lnTo>
                    <a:pt x="7460259" y="2051240"/>
                  </a:lnTo>
                  <a:lnTo>
                    <a:pt x="7467879" y="2000440"/>
                  </a:lnTo>
                  <a:lnTo>
                    <a:pt x="7474102" y="1962340"/>
                  </a:lnTo>
                  <a:lnTo>
                    <a:pt x="7479055" y="1924240"/>
                  </a:lnTo>
                  <a:lnTo>
                    <a:pt x="7482992" y="1886140"/>
                  </a:lnTo>
                  <a:lnTo>
                    <a:pt x="7485786" y="1848040"/>
                  </a:lnTo>
                  <a:lnTo>
                    <a:pt x="7486675" y="1822640"/>
                  </a:lnTo>
                  <a:lnTo>
                    <a:pt x="7487056" y="17972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Lược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đồ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và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thể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hiện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(2)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484235" cy="21659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b="1" dirty="0">
                <a:latin typeface="Arial"/>
                <a:cs typeface="Arial"/>
              </a:rPr>
              <a:t>Thể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hiện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CSDL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(Database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Instance)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751840" algn="l"/>
              </a:tabLst>
            </a:pPr>
            <a:r>
              <a:rPr sz="2400" b="1" dirty="0">
                <a:latin typeface="Arial"/>
                <a:cs typeface="Arial"/>
              </a:rPr>
              <a:t>Dữ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liệu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CSDL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tại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thời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điểm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định.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Còn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gọi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trạng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thái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CSDL.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9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Trạng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thái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đầu.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9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Trạng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thái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hợp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lệ.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4699" y="4018584"/>
          <a:ext cx="4121785" cy="1003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1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6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SINHVIEN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TenSV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MaSV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Nam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Khoa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An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17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2002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TTH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Binh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14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2004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VL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75099" y="3485184"/>
          <a:ext cx="5240020" cy="1003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MONHOC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TenMH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MaMH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SoTC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KhoaPT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Cấu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trúc dữ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liệu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TH103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CNTT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30" dirty="0">
                          <a:latin typeface="Arial"/>
                          <a:cs typeface="Arial"/>
                        </a:rPr>
                        <a:t>Toán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rời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rạc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TN220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TTH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42155" y="5237784"/>
          <a:ext cx="5205095" cy="1003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9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LOPHOC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MaLH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MaMH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Hocky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Nam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Giangvien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85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TN220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1998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Dung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92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TH103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2002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Bao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Kiến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trúc của hệ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CSDL </a:t>
            </a:r>
            <a:r>
              <a:rPr b="1" spc="-25" dirty="0">
                <a:latin typeface="Arial"/>
                <a:cs typeface="Arial"/>
              </a:rPr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985198"/>
            <a:ext cx="8282305" cy="49669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b="1" dirty="0">
                <a:latin typeface="Arial"/>
                <a:cs typeface="Arial"/>
              </a:rPr>
              <a:t>Kiến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trúc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3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lược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đồ</a:t>
            </a:r>
            <a:endParaRPr sz="32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751840" algn="l"/>
              </a:tabLst>
            </a:pPr>
            <a:r>
              <a:rPr sz="2800" b="1" dirty="0">
                <a:latin typeface="Arial"/>
                <a:cs typeface="Arial"/>
              </a:rPr>
              <a:t>Mục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đích</a:t>
            </a:r>
            <a:r>
              <a:rPr sz="2800" spc="-20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1154430" lvl="2" indent="-227329">
              <a:lnSpc>
                <a:spcPct val="100000"/>
              </a:lnSpc>
              <a:spcBef>
                <a:spcPts val="325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Độc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lập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chương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31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Hổ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trợ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mức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nhìn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người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dụng.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310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Sử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catalog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mô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tả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CSDL.</a:t>
            </a:r>
            <a:endParaRPr sz="2400">
              <a:latin typeface="Arial"/>
              <a:cs typeface="Arial"/>
            </a:endParaRPr>
          </a:p>
          <a:p>
            <a:pPr marL="281305" marR="5546725" lvl="1" indent="-281305" algn="r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81305" algn="l"/>
              </a:tabLst>
            </a:pPr>
            <a:r>
              <a:rPr sz="2800" b="1" dirty="0">
                <a:latin typeface="Arial"/>
                <a:cs typeface="Arial"/>
              </a:rPr>
              <a:t>Gồm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3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mức</a:t>
            </a:r>
            <a:endParaRPr sz="2800">
              <a:latin typeface="Arial"/>
              <a:cs typeface="Arial"/>
            </a:endParaRPr>
          </a:p>
          <a:p>
            <a:pPr marL="226695" marR="5525770" lvl="2" indent="-226695" algn="r">
              <a:lnSpc>
                <a:spcPct val="100000"/>
              </a:lnSpc>
              <a:spcBef>
                <a:spcPts val="315"/>
              </a:spcBef>
              <a:buFont typeface="Arial"/>
              <a:buChar char="-"/>
              <a:tabLst>
                <a:tab pos="226695" algn="l"/>
              </a:tabLst>
            </a:pPr>
            <a:r>
              <a:rPr sz="2400" b="1" dirty="0">
                <a:latin typeface="Arial"/>
                <a:cs typeface="Arial"/>
              </a:rPr>
              <a:t>Mức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trong.</a:t>
            </a:r>
            <a:endParaRPr sz="240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270"/>
              </a:spcBef>
            </a:pPr>
            <a:r>
              <a:rPr sz="2000" dirty="0">
                <a:latin typeface="Arial"/>
                <a:cs typeface="Arial"/>
              </a:rPr>
              <a:t>+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Mô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tả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cấu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trúc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trữ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vật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lý.</a:t>
            </a:r>
            <a:endParaRPr sz="2000">
              <a:latin typeface="Arial"/>
              <a:cs typeface="Arial"/>
            </a:endParaRPr>
          </a:p>
          <a:p>
            <a:pPr marL="1154430" lvl="2" indent="-227329">
              <a:lnSpc>
                <a:spcPct val="100000"/>
              </a:lnSpc>
              <a:spcBef>
                <a:spcPts val="309"/>
              </a:spcBef>
              <a:buFont typeface="Arial"/>
              <a:buChar char="-"/>
              <a:tabLst>
                <a:tab pos="1154430" algn="l"/>
              </a:tabLst>
            </a:pPr>
            <a:r>
              <a:rPr sz="2400" b="1" dirty="0">
                <a:latin typeface="Arial"/>
                <a:cs typeface="Arial"/>
              </a:rPr>
              <a:t>Mức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khái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niệm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270"/>
              </a:spcBef>
            </a:pPr>
            <a:r>
              <a:rPr sz="2000" dirty="0">
                <a:latin typeface="Arial"/>
                <a:cs typeface="Arial"/>
              </a:rPr>
              <a:t>+</a:t>
            </a:r>
            <a:r>
              <a:rPr sz="2000" spc="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Mô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tả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cấu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trúc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về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CSDL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cộng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người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dùng.</a:t>
            </a:r>
            <a:endParaRPr sz="20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305"/>
              </a:spcBef>
              <a:buFont typeface="Arial"/>
              <a:buChar char="-"/>
              <a:tabLst>
                <a:tab pos="1153795" algn="l"/>
              </a:tabLst>
            </a:pPr>
            <a:r>
              <a:rPr sz="2400" b="1" dirty="0">
                <a:latin typeface="Arial"/>
                <a:cs typeface="Arial"/>
              </a:rPr>
              <a:t>Mức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ngoài.</a:t>
            </a:r>
            <a:endParaRPr sz="240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270"/>
              </a:spcBef>
            </a:pPr>
            <a:r>
              <a:rPr sz="2000" dirty="0">
                <a:latin typeface="Arial"/>
                <a:cs typeface="Arial"/>
              </a:rPr>
              <a:t>+</a:t>
            </a:r>
            <a:r>
              <a:rPr sz="2000" spc="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Mô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tả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phần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CSDL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mà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nhóm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người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sử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20" dirty="0">
                <a:latin typeface="Arial"/>
                <a:cs typeface="Arial"/>
              </a:rPr>
              <a:t> tâm.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Kiến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trúc của hệ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CSDL </a:t>
            </a:r>
            <a:r>
              <a:rPr b="1" spc="-25" dirty="0">
                <a:latin typeface="Arial"/>
                <a:cs typeface="Arial"/>
              </a:rPr>
              <a:t>(2)</a:t>
            </a:r>
          </a:p>
        </p:txBody>
      </p:sp>
      <p:sp>
        <p:nvSpPr>
          <p:cNvPr id="3" name="object 3"/>
          <p:cNvSpPr/>
          <p:nvPr/>
        </p:nvSpPr>
        <p:spPr>
          <a:xfrm>
            <a:off x="2134361" y="2896361"/>
            <a:ext cx="6629400" cy="990600"/>
          </a:xfrm>
          <a:custGeom>
            <a:avLst/>
            <a:gdLst/>
            <a:ahLst/>
            <a:cxnLst/>
            <a:rect l="l" t="t" r="r" b="b"/>
            <a:pathLst>
              <a:path w="6629400" h="990600">
                <a:moveTo>
                  <a:pt x="0" y="990600"/>
                </a:moveTo>
                <a:lnTo>
                  <a:pt x="6629400" y="990600"/>
                </a:lnTo>
                <a:lnTo>
                  <a:pt x="6629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67200" y="3200400"/>
            <a:ext cx="2514600" cy="3810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380"/>
              </a:spcBef>
            </a:pPr>
            <a:r>
              <a:rPr sz="1800" dirty="0">
                <a:latin typeface="Arial"/>
                <a:cs typeface="Arial"/>
              </a:rPr>
              <a:t>Lược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khái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niệm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14994" y="1124394"/>
            <a:ext cx="6668134" cy="4915535"/>
            <a:chOff x="2114994" y="1124394"/>
            <a:chExt cx="6668134" cy="4915535"/>
          </a:xfrm>
        </p:grpSpPr>
        <p:sp>
          <p:nvSpPr>
            <p:cNvPr id="6" name="object 6"/>
            <p:cNvSpPr/>
            <p:nvPr/>
          </p:nvSpPr>
          <p:spPr>
            <a:xfrm>
              <a:off x="3048000" y="1295400"/>
              <a:ext cx="4114800" cy="4572000"/>
            </a:xfrm>
            <a:custGeom>
              <a:avLst/>
              <a:gdLst/>
              <a:ahLst/>
              <a:cxnLst/>
              <a:rect l="l" t="t" r="r" b="b"/>
              <a:pathLst>
                <a:path w="4114800" h="4572000">
                  <a:moveTo>
                    <a:pt x="2209800" y="3838575"/>
                  </a:moveTo>
                  <a:lnTo>
                    <a:pt x="2172894" y="3871709"/>
                  </a:lnTo>
                  <a:lnTo>
                    <a:pt x="2110965" y="3891477"/>
                  </a:lnTo>
                  <a:lnTo>
                    <a:pt x="2070128" y="3900473"/>
                  </a:lnTo>
                  <a:lnTo>
                    <a:pt x="2023298" y="3908793"/>
                  </a:lnTo>
                  <a:lnTo>
                    <a:pt x="1970916" y="3916372"/>
                  </a:lnTo>
                  <a:lnTo>
                    <a:pt x="1913424" y="3923147"/>
                  </a:lnTo>
                  <a:lnTo>
                    <a:pt x="1851264" y="3929055"/>
                  </a:lnTo>
                  <a:lnTo>
                    <a:pt x="1784878" y="3934031"/>
                  </a:lnTo>
                  <a:lnTo>
                    <a:pt x="1714707" y="3938012"/>
                  </a:lnTo>
                  <a:lnTo>
                    <a:pt x="1641192" y="3940935"/>
                  </a:lnTo>
                  <a:lnTo>
                    <a:pt x="1564776" y="3942735"/>
                  </a:lnTo>
                  <a:lnTo>
                    <a:pt x="1485900" y="3943350"/>
                  </a:lnTo>
                  <a:lnTo>
                    <a:pt x="1407023" y="3942735"/>
                  </a:lnTo>
                  <a:lnTo>
                    <a:pt x="1330607" y="3940935"/>
                  </a:lnTo>
                  <a:lnTo>
                    <a:pt x="1257092" y="3938012"/>
                  </a:lnTo>
                  <a:lnTo>
                    <a:pt x="1186921" y="3934031"/>
                  </a:lnTo>
                  <a:lnTo>
                    <a:pt x="1120535" y="3929055"/>
                  </a:lnTo>
                  <a:lnTo>
                    <a:pt x="1058375" y="3923147"/>
                  </a:lnTo>
                  <a:lnTo>
                    <a:pt x="1000883" y="3916372"/>
                  </a:lnTo>
                  <a:lnTo>
                    <a:pt x="948501" y="3908793"/>
                  </a:lnTo>
                  <a:lnTo>
                    <a:pt x="901671" y="3900473"/>
                  </a:lnTo>
                  <a:lnTo>
                    <a:pt x="860834" y="3891477"/>
                  </a:lnTo>
                  <a:lnTo>
                    <a:pt x="798905" y="3871709"/>
                  </a:lnTo>
                  <a:lnTo>
                    <a:pt x="766247" y="3849999"/>
                  </a:lnTo>
                  <a:lnTo>
                    <a:pt x="762000" y="3838575"/>
                  </a:lnTo>
                  <a:lnTo>
                    <a:pt x="766247" y="3827150"/>
                  </a:lnTo>
                  <a:lnTo>
                    <a:pt x="798905" y="3805440"/>
                  </a:lnTo>
                  <a:lnTo>
                    <a:pt x="860834" y="3785672"/>
                  </a:lnTo>
                  <a:lnTo>
                    <a:pt x="901671" y="3776676"/>
                  </a:lnTo>
                  <a:lnTo>
                    <a:pt x="948501" y="3768356"/>
                  </a:lnTo>
                  <a:lnTo>
                    <a:pt x="1000883" y="3760777"/>
                  </a:lnTo>
                  <a:lnTo>
                    <a:pt x="1058375" y="3754002"/>
                  </a:lnTo>
                  <a:lnTo>
                    <a:pt x="1120535" y="3748094"/>
                  </a:lnTo>
                  <a:lnTo>
                    <a:pt x="1186921" y="3743118"/>
                  </a:lnTo>
                  <a:lnTo>
                    <a:pt x="1257092" y="3739137"/>
                  </a:lnTo>
                  <a:lnTo>
                    <a:pt x="1330607" y="3736214"/>
                  </a:lnTo>
                  <a:lnTo>
                    <a:pt x="1407023" y="3734414"/>
                  </a:lnTo>
                  <a:lnTo>
                    <a:pt x="1485900" y="3733800"/>
                  </a:lnTo>
                  <a:lnTo>
                    <a:pt x="1564776" y="3734414"/>
                  </a:lnTo>
                  <a:lnTo>
                    <a:pt x="1641192" y="3736214"/>
                  </a:lnTo>
                  <a:lnTo>
                    <a:pt x="1714707" y="3739137"/>
                  </a:lnTo>
                  <a:lnTo>
                    <a:pt x="1784878" y="3743118"/>
                  </a:lnTo>
                  <a:lnTo>
                    <a:pt x="1851264" y="3748094"/>
                  </a:lnTo>
                  <a:lnTo>
                    <a:pt x="1913424" y="3754002"/>
                  </a:lnTo>
                  <a:lnTo>
                    <a:pt x="1970916" y="3760777"/>
                  </a:lnTo>
                  <a:lnTo>
                    <a:pt x="2023298" y="3768356"/>
                  </a:lnTo>
                  <a:lnTo>
                    <a:pt x="2070128" y="3776676"/>
                  </a:lnTo>
                  <a:lnTo>
                    <a:pt x="2110965" y="3785672"/>
                  </a:lnTo>
                  <a:lnTo>
                    <a:pt x="2172894" y="3805440"/>
                  </a:lnTo>
                  <a:lnTo>
                    <a:pt x="2205552" y="3827150"/>
                  </a:lnTo>
                  <a:lnTo>
                    <a:pt x="2209800" y="3838575"/>
                  </a:lnTo>
                  <a:lnTo>
                    <a:pt x="2209800" y="4467225"/>
                  </a:lnTo>
                  <a:lnTo>
                    <a:pt x="2172894" y="4500340"/>
                  </a:lnTo>
                  <a:lnTo>
                    <a:pt x="2110965" y="4520104"/>
                  </a:lnTo>
                  <a:lnTo>
                    <a:pt x="2070128" y="4529101"/>
                  </a:lnTo>
                  <a:lnTo>
                    <a:pt x="2023298" y="4537423"/>
                  </a:lnTo>
                  <a:lnTo>
                    <a:pt x="1970916" y="4545004"/>
                  </a:lnTo>
                  <a:lnTo>
                    <a:pt x="1913424" y="4551783"/>
                  </a:lnTo>
                  <a:lnTo>
                    <a:pt x="1851264" y="4557694"/>
                  </a:lnTo>
                  <a:lnTo>
                    <a:pt x="1784878" y="4562673"/>
                  </a:lnTo>
                  <a:lnTo>
                    <a:pt x="1714707" y="4566658"/>
                  </a:lnTo>
                  <a:lnTo>
                    <a:pt x="1641192" y="4569583"/>
                  </a:lnTo>
                  <a:lnTo>
                    <a:pt x="1564776" y="4571385"/>
                  </a:lnTo>
                  <a:lnTo>
                    <a:pt x="1485900" y="4572000"/>
                  </a:lnTo>
                  <a:lnTo>
                    <a:pt x="1407023" y="4571385"/>
                  </a:lnTo>
                  <a:lnTo>
                    <a:pt x="1330607" y="4569583"/>
                  </a:lnTo>
                  <a:lnTo>
                    <a:pt x="1257092" y="4566658"/>
                  </a:lnTo>
                  <a:lnTo>
                    <a:pt x="1186921" y="4562673"/>
                  </a:lnTo>
                  <a:lnTo>
                    <a:pt x="1120535" y="4557694"/>
                  </a:lnTo>
                  <a:lnTo>
                    <a:pt x="1058375" y="4551783"/>
                  </a:lnTo>
                  <a:lnTo>
                    <a:pt x="1000883" y="4545004"/>
                  </a:lnTo>
                  <a:lnTo>
                    <a:pt x="948501" y="4537423"/>
                  </a:lnTo>
                  <a:lnTo>
                    <a:pt x="901671" y="4529101"/>
                  </a:lnTo>
                  <a:lnTo>
                    <a:pt x="860834" y="4520104"/>
                  </a:lnTo>
                  <a:lnTo>
                    <a:pt x="798905" y="4500340"/>
                  </a:lnTo>
                  <a:lnTo>
                    <a:pt x="766247" y="4478640"/>
                  </a:lnTo>
                  <a:lnTo>
                    <a:pt x="762000" y="4467225"/>
                  </a:lnTo>
                  <a:lnTo>
                    <a:pt x="762000" y="3838575"/>
                  </a:lnTo>
                </a:path>
                <a:path w="4114800" h="4572000">
                  <a:moveTo>
                    <a:pt x="4114800" y="3838575"/>
                  </a:moveTo>
                  <a:lnTo>
                    <a:pt x="4077894" y="3871709"/>
                  </a:lnTo>
                  <a:lnTo>
                    <a:pt x="4015965" y="3891477"/>
                  </a:lnTo>
                  <a:lnTo>
                    <a:pt x="3975128" y="3900473"/>
                  </a:lnTo>
                  <a:lnTo>
                    <a:pt x="3928298" y="3908793"/>
                  </a:lnTo>
                  <a:lnTo>
                    <a:pt x="3875916" y="3916372"/>
                  </a:lnTo>
                  <a:lnTo>
                    <a:pt x="3818424" y="3923147"/>
                  </a:lnTo>
                  <a:lnTo>
                    <a:pt x="3756264" y="3929055"/>
                  </a:lnTo>
                  <a:lnTo>
                    <a:pt x="3689878" y="3934031"/>
                  </a:lnTo>
                  <a:lnTo>
                    <a:pt x="3619707" y="3938012"/>
                  </a:lnTo>
                  <a:lnTo>
                    <a:pt x="3546192" y="3940935"/>
                  </a:lnTo>
                  <a:lnTo>
                    <a:pt x="3469776" y="3942735"/>
                  </a:lnTo>
                  <a:lnTo>
                    <a:pt x="3390900" y="3943350"/>
                  </a:lnTo>
                  <a:lnTo>
                    <a:pt x="3312023" y="3942735"/>
                  </a:lnTo>
                  <a:lnTo>
                    <a:pt x="3235607" y="3940935"/>
                  </a:lnTo>
                  <a:lnTo>
                    <a:pt x="3162092" y="3938012"/>
                  </a:lnTo>
                  <a:lnTo>
                    <a:pt x="3091921" y="3934031"/>
                  </a:lnTo>
                  <a:lnTo>
                    <a:pt x="3025535" y="3929055"/>
                  </a:lnTo>
                  <a:lnTo>
                    <a:pt x="2963375" y="3923147"/>
                  </a:lnTo>
                  <a:lnTo>
                    <a:pt x="2905883" y="3916372"/>
                  </a:lnTo>
                  <a:lnTo>
                    <a:pt x="2853501" y="3908793"/>
                  </a:lnTo>
                  <a:lnTo>
                    <a:pt x="2806671" y="3900473"/>
                  </a:lnTo>
                  <a:lnTo>
                    <a:pt x="2765834" y="3891477"/>
                  </a:lnTo>
                  <a:lnTo>
                    <a:pt x="2703905" y="3871709"/>
                  </a:lnTo>
                  <a:lnTo>
                    <a:pt x="2671247" y="3849999"/>
                  </a:lnTo>
                  <a:lnTo>
                    <a:pt x="2667000" y="3838575"/>
                  </a:lnTo>
                  <a:lnTo>
                    <a:pt x="2671247" y="3827150"/>
                  </a:lnTo>
                  <a:lnTo>
                    <a:pt x="2703905" y="3805440"/>
                  </a:lnTo>
                  <a:lnTo>
                    <a:pt x="2765834" y="3785672"/>
                  </a:lnTo>
                  <a:lnTo>
                    <a:pt x="2806671" y="3776676"/>
                  </a:lnTo>
                  <a:lnTo>
                    <a:pt x="2853501" y="3768356"/>
                  </a:lnTo>
                  <a:lnTo>
                    <a:pt x="2905883" y="3760777"/>
                  </a:lnTo>
                  <a:lnTo>
                    <a:pt x="2963375" y="3754002"/>
                  </a:lnTo>
                  <a:lnTo>
                    <a:pt x="3025535" y="3748094"/>
                  </a:lnTo>
                  <a:lnTo>
                    <a:pt x="3091921" y="3743118"/>
                  </a:lnTo>
                  <a:lnTo>
                    <a:pt x="3162092" y="3739137"/>
                  </a:lnTo>
                  <a:lnTo>
                    <a:pt x="3235607" y="3736214"/>
                  </a:lnTo>
                  <a:lnTo>
                    <a:pt x="3312023" y="3734414"/>
                  </a:lnTo>
                  <a:lnTo>
                    <a:pt x="3390900" y="3733800"/>
                  </a:lnTo>
                  <a:lnTo>
                    <a:pt x="3469776" y="3734414"/>
                  </a:lnTo>
                  <a:lnTo>
                    <a:pt x="3546192" y="3736214"/>
                  </a:lnTo>
                  <a:lnTo>
                    <a:pt x="3619707" y="3739137"/>
                  </a:lnTo>
                  <a:lnTo>
                    <a:pt x="3689878" y="3743118"/>
                  </a:lnTo>
                  <a:lnTo>
                    <a:pt x="3756264" y="3748094"/>
                  </a:lnTo>
                  <a:lnTo>
                    <a:pt x="3818424" y="3754002"/>
                  </a:lnTo>
                  <a:lnTo>
                    <a:pt x="3875916" y="3760777"/>
                  </a:lnTo>
                  <a:lnTo>
                    <a:pt x="3928298" y="3768356"/>
                  </a:lnTo>
                  <a:lnTo>
                    <a:pt x="3975128" y="3776676"/>
                  </a:lnTo>
                  <a:lnTo>
                    <a:pt x="4015965" y="3785672"/>
                  </a:lnTo>
                  <a:lnTo>
                    <a:pt x="4077894" y="3805440"/>
                  </a:lnTo>
                  <a:lnTo>
                    <a:pt x="4110552" y="3827150"/>
                  </a:lnTo>
                  <a:lnTo>
                    <a:pt x="4114800" y="3838575"/>
                  </a:lnTo>
                  <a:lnTo>
                    <a:pt x="4114800" y="4467225"/>
                  </a:lnTo>
                  <a:lnTo>
                    <a:pt x="4077894" y="4500340"/>
                  </a:lnTo>
                  <a:lnTo>
                    <a:pt x="4015965" y="4520104"/>
                  </a:lnTo>
                  <a:lnTo>
                    <a:pt x="3975128" y="4529101"/>
                  </a:lnTo>
                  <a:lnTo>
                    <a:pt x="3928298" y="4537423"/>
                  </a:lnTo>
                  <a:lnTo>
                    <a:pt x="3875916" y="4545004"/>
                  </a:lnTo>
                  <a:lnTo>
                    <a:pt x="3818424" y="4551783"/>
                  </a:lnTo>
                  <a:lnTo>
                    <a:pt x="3756264" y="4557694"/>
                  </a:lnTo>
                  <a:lnTo>
                    <a:pt x="3689878" y="4562673"/>
                  </a:lnTo>
                  <a:lnTo>
                    <a:pt x="3619707" y="4566658"/>
                  </a:lnTo>
                  <a:lnTo>
                    <a:pt x="3546192" y="4569583"/>
                  </a:lnTo>
                  <a:lnTo>
                    <a:pt x="3469776" y="4571385"/>
                  </a:lnTo>
                  <a:lnTo>
                    <a:pt x="3390900" y="4572000"/>
                  </a:lnTo>
                  <a:lnTo>
                    <a:pt x="3312023" y="4571385"/>
                  </a:lnTo>
                  <a:lnTo>
                    <a:pt x="3235607" y="4569583"/>
                  </a:lnTo>
                  <a:lnTo>
                    <a:pt x="3162092" y="4566658"/>
                  </a:lnTo>
                  <a:lnTo>
                    <a:pt x="3091921" y="4562673"/>
                  </a:lnTo>
                  <a:lnTo>
                    <a:pt x="3025535" y="4557694"/>
                  </a:lnTo>
                  <a:lnTo>
                    <a:pt x="2963375" y="4551783"/>
                  </a:lnTo>
                  <a:lnTo>
                    <a:pt x="2905883" y="4545004"/>
                  </a:lnTo>
                  <a:lnTo>
                    <a:pt x="2853501" y="4537423"/>
                  </a:lnTo>
                  <a:lnTo>
                    <a:pt x="2806671" y="4529101"/>
                  </a:lnTo>
                  <a:lnTo>
                    <a:pt x="2765834" y="4520104"/>
                  </a:lnTo>
                  <a:lnTo>
                    <a:pt x="2703905" y="4500340"/>
                  </a:lnTo>
                  <a:lnTo>
                    <a:pt x="2671247" y="4478640"/>
                  </a:lnTo>
                  <a:lnTo>
                    <a:pt x="2667000" y="4467225"/>
                  </a:lnTo>
                  <a:lnTo>
                    <a:pt x="2667000" y="3838575"/>
                  </a:lnTo>
                </a:path>
                <a:path w="4114800" h="4572000">
                  <a:moveTo>
                    <a:pt x="62483" y="114300"/>
                  </a:moveTo>
                  <a:lnTo>
                    <a:pt x="71467" y="69812"/>
                  </a:lnTo>
                  <a:lnTo>
                    <a:pt x="95964" y="33480"/>
                  </a:lnTo>
                  <a:lnTo>
                    <a:pt x="132296" y="8983"/>
                  </a:lnTo>
                  <a:lnTo>
                    <a:pt x="176783" y="0"/>
                  </a:lnTo>
                  <a:lnTo>
                    <a:pt x="221271" y="8983"/>
                  </a:lnTo>
                  <a:lnTo>
                    <a:pt x="257603" y="33480"/>
                  </a:lnTo>
                  <a:lnTo>
                    <a:pt x="282100" y="69812"/>
                  </a:lnTo>
                  <a:lnTo>
                    <a:pt x="291084" y="114300"/>
                  </a:lnTo>
                  <a:lnTo>
                    <a:pt x="282100" y="158787"/>
                  </a:lnTo>
                  <a:lnTo>
                    <a:pt x="257603" y="195119"/>
                  </a:lnTo>
                  <a:lnTo>
                    <a:pt x="221271" y="219616"/>
                  </a:lnTo>
                  <a:lnTo>
                    <a:pt x="176783" y="228600"/>
                  </a:lnTo>
                  <a:lnTo>
                    <a:pt x="132296" y="219616"/>
                  </a:lnTo>
                  <a:lnTo>
                    <a:pt x="95964" y="195119"/>
                  </a:lnTo>
                  <a:lnTo>
                    <a:pt x="71467" y="158787"/>
                  </a:lnTo>
                  <a:lnTo>
                    <a:pt x="62483" y="114300"/>
                  </a:lnTo>
                  <a:close/>
                </a:path>
                <a:path w="4114800" h="4572000">
                  <a:moveTo>
                    <a:pt x="185927" y="228600"/>
                  </a:moveTo>
                  <a:lnTo>
                    <a:pt x="187451" y="457200"/>
                  </a:lnTo>
                </a:path>
                <a:path w="4114800" h="4572000">
                  <a:moveTo>
                    <a:pt x="184404" y="438912"/>
                  </a:moveTo>
                  <a:lnTo>
                    <a:pt x="59436" y="685800"/>
                  </a:lnTo>
                </a:path>
                <a:path w="4114800" h="4572000">
                  <a:moveTo>
                    <a:pt x="181356" y="457200"/>
                  </a:moveTo>
                  <a:lnTo>
                    <a:pt x="291084" y="685800"/>
                  </a:lnTo>
                </a:path>
                <a:path w="4114800" h="4572000">
                  <a:moveTo>
                    <a:pt x="368808" y="228600"/>
                  </a:moveTo>
                  <a:lnTo>
                    <a:pt x="166116" y="338327"/>
                  </a:lnTo>
                </a:path>
                <a:path w="4114800" h="4572000">
                  <a:moveTo>
                    <a:pt x="0" y="228600"/>
                  </a:moveTo>
                  <a:lnTo>
                    <a:pt x="181356" y="338327"/>
                  </a:lnTo>
                </a:path>
                <a:path w="4114800" h="4572000">
                  <a:moveTo>
                    <a:pt x="2476500" y="3276600"/>
                  </a:moveTo>
                  <a:lnTo>
                    <a:pt x="1485900" y="3733800"/>
                  </a:lnTo>
                </a:path>
                <a:path w="4114800" h="4572000">
                  <a:moveTo>
                    <a:pt x="2476500" y="3276600"/>
                  </a:moveTo>
                  <a:lnTo>
                    <a:pt x="3390900" y="373380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4362" y="1143762"/>
              <a:ext cx="6629400" cy="1752600"/>
            </a:xfrm>
            <a:custGeom>
              <a:avLst/>
              <a:gdLst/>
              <a:ahLst/>
              <a:cxnLst/>
              <a:rect l="l" t="t" r="r" b="b"/>
              <a:pathLst>
                <a:path w="6629400" h="1752600">
                  <a:moveTo>
                    <a:pt x="0" y="1752600"/>
                  </a:moveTo>
                  <a:lnTo>
                    <a:pt x="6629400" y="1752600"/>
                  </a:lnTo>
                  <a:lnTo>
                    <a:pt x="6629400" y="0"/>
                  </a:lnTo>
                  <a:lnTo>
                    <a:pt x="0" y="0"/>
                  </a:lnTo>
                  <a:lnTo>
                    <a:pt x="0" y="1752600"/>
                  </a:lnTo>
                  <a:close/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6716" y="1295400"/>
              <a:ext cx="2885440" cy="685800"/>
            </a:xfrm>
            <a:custGeom>
              <a:avLst/>
              <a:gdLst/>
              <a:ahLst/>
              <a:cxnLst/>
              <a:rect l="l" t="t" r="r" b="b"/>
              <a:pathLst>
                <a:path w="2885440" h="685800">
                  <a:moveTo>
                    <a:pt x="62484" y="114300"/>
                  </a:moveTo>
                  <a:lnTo>
                    <a:pt x="71467" y="69812"/>
                  </a:lnTo>
                  <a:lnTo>
                    <a:pt x="95964" y="33480"/>
                  </a:lnTo>
                  <a:lnTo>
                    <a:pt x="132296" y="8983"/>
                  </a:lnTo>
                  <a:lnTo>
                    <a:pt x="176784" y="0"/>
                  </a:lnTo>
                  <a:lnTo>
                    <a:pt x="221271" y="8983"/>
                  </a:lnTo>
                  <a:lnTo>
                    <a:pt x="257603" y="33480"/>
                  </a:lnTo>
                  <a:lnTo>
                    <a:pt x="282100" y="69812"/>
                  </a:lnTo>
                  <a:lnTo>
                    <a:pt x="291084" y="114300"/>
                  </a:lnTo>
                  <a:lnTo>
                    <a:pt x="282100" y="158787"/>
                  </a:lnTo>
                  <a:lnTo>
                    <a:pt x="257603" y="195119"/>
                  </a:lnTo>
                  <a:lnTo>
                    <a:pt x="221271" y="219616"/>
                  </a:lnTo>
                  <a:lnTo>
                    <a:pt x="176784" y="228600"/>
                  </a:lnTo>
                  <a:lnTo>
                    <a:pt x="132296" y="219616"/>
                  </a:lnTo>
                  <a:lnTo>
                    <a:pt x="95964" y="195119"/>
                  </a:lnTo>
                  <a:lnTo>
                    <a:pt x="71467" y="158787"/>
                  </a:lnTo>
                  <a:lnTo>
                    <a:pt x="62484" y="114300"/>
                  </a:lnTo>
                  <a:close/>
                </a:path>
                <a:path w="2885440" h="685800">
                  <a:moveTo>
                    <a:pt x="185928" y="228600"/>
                  </a:moveTo>
                  <a:lnTo>
                    <a:pt x="187451" y="457200"/>
                  </a:lnTo>
                </a:path>
                <a:path w="2885440" h="685800">
                  <a:moveTo>
                    <a:pt x="184404" y="438912"/>
                  </a:moveTo>
                  <a:lnTo>
                    <a:pt x="59436" y="685800"/>
                  </a:lnTo>
                </a:path>
                <a:path w="2885440" h="685800">
                  <a:moveTo>
                    <a:pt x="181356" y="457200"/>
                  </a:moveTo>
                  <a:lnTo>
                    <a:pt x="291084" y="685800"/>
                  </a:lnTo>
                </a:path>
                <a:path w="2885440" h="685800">
                  <a:moveTo>
                    <a:pt x="370332" y="228600"/>
                  </a:moveTo>
                  <a:lnTo>
                    <a:pt x="169163" y="338327"/>
                  </a:lnTo>
                </a:path>
                <a:path w="2885440" h="685800">
                  <a:moveTo>
                    <a:pt x="0" y="228600"/>
                  </a:moveTo>
                  <a:lnTo>
                    <a:pt x="181356" y="338327"/>
                  </a:lnTo>
                </a:path>
                <a:path w="2885440" h="685800">
                  <a:moveTo>
                    <a:pt x="2577084" y="114300"/>
                  </a:moveTo>
                  <a:lnTo>
                    <a:pt x="2586067" y="69812"/>
                  </a:lnTo>
                  <a:lnTo>
                    <a:pt x="2610564" y="33480"/>
                  </a:lnTo>
                  <a:lnTo>
                    <a:pt x="2646896" y="8983"/>
                  </a:lnTo>
                  <a:lnTo>
                    <a:pt x="2691384" y="0"/>
                  </a:lnTo>
                  <a:lnTo>
                    <a:pt x="2735871" y="8983"/>
                  </a:lnTo>
                  <a:lnTo>
                    <a:pt x="2772203" y="33480"/>
                  </a:lnTo>
                  <a:lnTo>
                    <a:pt x="2796700" y="69812"/>
                  </a:lnTo>
                  <a:lnTo>
                    <a:pt x="2805684" y="114300"/>
                  </a:lnTo>
                  <a:lnTo>
                    <a:pt x="2796700" y="158787"/>
                  </a:lnTo>
                  <a:lnTo>
                    <a:pt x="2772203" y="195119"/>
                  </a:lnTo>
                  <a:lnTo>
                    <a:pt x="2735871" y="219616"/>
                  </a:lnTo>
                  <a:lnTo>
                    <a:pt x="2691384" y="228600"/>
                  </a:lnTo>
                  <a:lnTo>
                    <a:pt x="2646896" y="219616"/>
                  </a:lnTo>
                  <a:lnTo>
                    <a:pt x="2610564" y="195119"/>
                  </a:lnTo>
                  <a:lnTo>
                    <a:pt x="2586067" y="158787"/>
                  </a:lnTo>
                  <a:lnTo>
                    <a:pt x="2577084" y="114300"/>
                  </a:lnTo>
                  <a:close/>
                </a:path>
                <a:path w="2885440" h="685800">
                  <a:moveTo>
                    <a:pt x="2700528" y="228600"/>
                  </a:moveTo>
                  <a:lnTo>
                    <a:pt x="2702052" y="457200"/>
                  </a:lnTo>
                </a:path>
                <a:path w="2885440" h="685800">
                  <a:moveTo>
                    <a:pt x="2699004" y="438912"/>
                  </a:moveTo>
                  <a:lnTo>
                    <a:pt x="2574036" y="685800"/>
                  </a:lnTo>
                </a:path>
                <a:path w="2885440" h="685800">
                  <a:moveTo>
                    <a:pt x="2695956" y="457200"/>
                  </a:moveTo>
                  <a:lnTo>
                    <a:pt x="2805684" y="685800"/>
                  </a:lnTo>
                </a:path>
                <a:path w="2885440" h="685800">
                  <a:moveTo>
                    <a:pt x="2884932" y="228600"/>
                  </a:moveTo>
                  <a:lnTo>
                    <a:pt x="2683764" y="338327"/>
                  </a:lnTo>
                </a:path>
                <a:path w="2885440" h="685800">
                  <a:moveTo>
                    <a:pt x="2514600" y="228600"/>
                  </a:moveTo>
                  <a:lnTo>
                    <a:pt x="2695956" y="338327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34362" y="3886961"/>
              <a:ext cx="6629400" cy="2133600"/>
            </a:xfrm>
            <a:custGeom>
              <a:avLst/>
              <a:gdLst/>
              <a:ahLst/>
              <a:cxnLst/>
              <a:rect l="l" t="t" r="r" b="b"/>
              <a:pathLst>
                <a:path w="6629400" h="2133600">
                  <a:moveTo>
                    <a:pt x="0" y="2133600"/>
                  </a:moveTo>
                  <a:lnTo>
                    <a:pt x="6629400" y="2133600"/>
                  </a:lnTo>
                  <a:lnTo>
                    <a:pt x="6629400" y="0"/>
                  </a:lnTo>
                  <a:lnTo>
                    <a:pt x="0" y="0"/>
                  </a:lnTo>
                  <a:lnTo>
                    <a:pt x="0" y="2133600"/>
                  </a:lnTo>
                  <a:close/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5109" y="3228797"/>
            <a:ext cx="162687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Mức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khái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niệm</a:t>
            </a:r>
            <a:endParaRPr sz="1800">
              <a:latin typeface="Arial"/>
              <a:cs typeface="Arial"/>
            </a:endParaRPr>
          </a:p>
          <a:p>
            <a:pPr marR="57150" algn="r">
              <a:lnSpc>
                <a:spcPct val="100000"/>
              </a:lnSpc>
              <a:spcBef>
                <a:spcPts val="1445"/>
              </a:spcBef>
            </a:pPr>
            <a:r>
              <a:rPr sz="1800" dirty="0">
                <a:latin typeface="Arial"/>
                <a:cs typeface="Arial"/>
              </a:rPr>
              <a:t>ánh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xạ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trong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6589" y="1857247"/>
            <a:ext cx="1181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Mức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ngoài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19600" y="4191000"/>
            <a:ext cx="2209800" cy="3810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380"/>
              </a:spcBef>
            </a:pPr>
            <a:r>
              <a:rPr sz="1800" dirty="0">
                <a:latin typeface="Arial"/>
                <a:cs typeface="Arial"/>
              </a:rPr>
              <a:t>Lược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trong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8405" y="4829936"/>
            <a:ext cx="115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Mức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trong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86653" y="3581400"/>
            <a:ext cx="77470" cy="609600"/>
          </a:xfrm>
          <a:custGeom>
            <a:avLst/>
            <a:gdLst/>
            <a:ahLst/>
            <a:cxnLst/>
            <a:rect l="l" t="t" r="r" b="b"/>
            <a:pathLst>
              <a:path w="77470" h="609600">
                <a:moveTo>
                  <a:pt x="32859" y="533526"/>
                </a:moveTo>
                <a:lnTo>
                  <a:pt x="1143" y="533526"/>
                </a:lnTo>
                <a:lnTo>
                  <a:pt x="39370" y="609600"/>
                </a:lnTo>
                <a:lnTo>
                  <a:pt x="70961" y="546100"/>
                </a:lnTo>
                <a:lnTo>
                  <a:pt x="32893" y="546100"/>
                </a:lnTo>
                <a:lnTo>
                  <a:pt x="32859" y="533526"/>
                </a:lnTo>
                <a:close/>
              </a:path>
              <a:path w="77470" h="609600">
                <a:moveTo>
                  <a:pt x="44323" y="63500"/>
                </a:moveTo>
                <a:lnTo>
                  <a:pt x="31623" y="63500"/>
                </a:lnTo>
                <a:lnTo>
                  <a:pt x="32859" y="533526"/>
                </a:lnTo>
                <a:lnTo>
                  <a:pt x="32893" y="546100"/>
                </a:lnTo>
                <a:lnTo>
                  <a:pt x="45593" y="546100"/>
                </a:lnTo>
                <a:lnTo>
                  <a:pt x="44356" y="76326"/>
                </a:lnTo>
                <a:lnTo>
                  <a:pt x="44323" y="63500"/>
                </a:lnTo>
                <a:close/>
              </a:path>
              <a:path w="77470" h="609600">
                <a:moveTo>
                  <a:pt x="77216" y="533526"/>
                </a:moveTo>
                <a:lnTo>
                  <a:pt x="45559" y="533526"/>
                </a:lnTo>
                <a:lnTo>
                  <a:pt x="45593" y="546100"/>
                </a:lnTo>
                <a:lnTo>
                  <a:pt x="70961" y="546100"/>
                </a:lnTo>
                <a:lnTo>
                  <a:pt x="77216" y="533526"/>
                </a:lnTo>
                <a:close/>
              </a:path>
              <a:path w="77470" h="609600">
                <a:moveTo>
                  <a:pt x="37846" y="0"/>
                </a:moveTo>
                <a:lnTo>
                  <a:pt x="0" y="76326"/>
                </a:lnTo>
                <a:lnTo>
                  <a:pt x="31656" y="76326"/>
                </a:lnTo>
                <a:lnTo>
                  <a:pt x="31623" y="63500"/>
                </a:lnTo>
                <a:lnTo>
                  <a:pt x="69861" y="63500"/>
                </a:lnTo>
                <a:lnTo>
                  <a:pt x="37846" y="0"/>
                </a:lnTo>
                <a:close/>
              </a:path>
              <a:path w="77470" h="609600">
                <a:moveTo>
                  <a:pt x="69861" y="63500"/>
                </a:moveTo>
                <a:lnTo>
                  <a:pt x="44323" y="63500"/>
                </a:lnTo>
                <a:lnTo>
                  <a:pt x="44356" y="76326"/>
                </a:lnTo>
                <a:lnTo>
                  <a:pt x="76328" y="76326"/>
                </a:lnTo>
                <a:lnTo>
                  <a:pt x="69861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14600" y="2209800"/>
            <a:ext cx="1524000" cy="3810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75"/>
              </a:spcBef>
            </a:pPr>
            <a:r>
              <a:rPr sz="1800" dirty="0">
                <a:latin typeface="Arial"/>
                <a:cs typeface="Arial"/>
              </a:rPr>
              <a:t>Khung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</a:t>
            </a:r>
            <a:r>
              <a:rPr sz="1800" dirty="0">
                <a:latin typeface="Tahoma"/>
                <a:cs typeface="Tahoma"/>
              </a:rPr>
              <a:t>ìn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19600" y="2209800"/>
            <a:ext cx="1524000" cy="3810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75"/>
              </a:spcBef>
            </a:pPr>
            <a:r>
              <a:rPr sz="1800" dirty="0">
                <a:latin typeface="Arial"/>
                <a:cs typeface="Arial"/>
              </a:rPr>
              <a:t>Khung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</a:t>
            </a:r>
            <a:r>
              <a:rPr sz="1800" dirty="0">
                <a:latin typeface="Tahoma"/>
                <a:cs typeface="Tahoma"/>
              </a:rPr>
              <a:t>ìn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58000" y="2209800"/>
            <a:ext cx="1524000" cy="3810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375"/>
              </a:spcBef>
            </a:pPr>
            <a:r>
              <a:rPr sz="1800" dirty="0">
                <a:latin typeface="Arial"/>
                <a:cs typeface="Arial"/>
              </a:rPr>
              <a:t>Khung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</a:t>
            </a:r>
            <a:r>
              <a:rPr sz="1800" dirty="0">
                <a:latin typeface="Tahoma"/>
                <a:cs typeface="Tahoma"/>
              </a:rPr>
              <a:t>ìn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87261" y="2244978"/>
            <a:ext cx="218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76600" y="2573908"/>
            <a:ext cx="4343400" cy="643255"/>
          </a:xfrm>
          <a:custGeom>
            <a:avLst/>
            <a:gdLst/>
            <a:ahLst/>
            <a:cxnLst/>
            <a:rect l="l" t="t" r="r" b="b"/>
            <a:pathLst>
              <a:path w="4343400" h="643255">
                <a:moveTo>
                  <a:pt x="2247900" y="626491"/>
                </a:moveTo>
                <a:lnTo>
                  <a:pt x="2245322" y="574294"/>
                </a:lnTo>
                <a:lnTo>
                  <a:pt x="2243709" y="541401"/>
                </a:lnTo>
                <a:lnTo>
                  <a:pt x="2215997" y="556983"/>
                </a:lnTo>
                <a:lnTo>
                  <a:pt x="1947938" y="80200"/>
                </a:lnTo>
                <a:lnTo>
                  <a:pt x="1967699" y="69088"/>
                </a:lnTo>
                <a:lnTo>
                  <a:pt x="1975612" y="64643"/>
                </a:lnTo>
                <a:lnTo>
                  <a:pt x="1905000" y="16891"/>
                </a:lnTo>
                <a:lnTo>
                  <a:pt x="1909191" y="101981"/>
                </a:lnTo>
                <a:lnTo>
                  <a:pt x="1936889" y="86410"/>
                </a:lnTo>
                <a:lnTo>
                  <a:pt x="2204948" y="563194"/>
                </a:lnTo>
                <a:lnTo>
                  <a:pt x="2187765" y="572846"/>
                </a:lnTo>
                <a:lnTo>
                  <a:pt x="2184273" y="569722"/>
                </a:lnTo>
                <a:lnTo>
                  <a:pt x="2182634" y="575741"/>
                </a:lnTo>
                <a:lnTo>
                  <a:pt x="2177288" y="578739"/>
                </a:lnTo>
                <a:lnTo>
                  <a:pt x="2181110" y="581342"/>
                </a:lnTo>
                <a:lnTo>
                  <a:pt x="2175941" y="600405"/>
                </a:lnTo>
                <a:lnTo>
                  <a:pt x="75234" y="30759"/>
                </a:lnTo>
                <a:lnTo>
                  <a:pt x="76136" y="27432"/>
                </a:lnTo>
                <a:lnTo>
                  <a:pt x="83566" y="0"/>
                </a:lnTo>
                <a:lnTo>
                  <a:pt x="0" y="16891"/>
                </a:lnTo>
                <a:lnTo>
                  <a:pt x="63627" y="73660"/>
                </a:lnTo>
                <a:lnTo>
                  <a:pt x="71920" y="42989"/>
                </a:lnTo>
                <a:lnTo>
                  <a:pt x="2172639" y="612635"/>
                </a:lnTo>
                <a:lnTo>
                  <a:pt x="2164334" y="643255"/>
                </a:lnTo>
                <a:lnTo>
                  <a:pt x="2247900" y="626491"/>
                </a:lnTo>
                <a:close/>
              </a:path>
              <a:path w="4343400" h="643255">
                <a:moveTo>
                  <a:pt x="4343400" y="16891"/>
                </a:moveTo>
                <a:lnTo>
                  <a:pt x="4259580" y="1651"/>
                </a:lnTo>
                <a:lnTo>
                  <a:pt x="4268457" y="32131"/>
                </a:lnTo>
                <a:lnTo>
                  <a:pt x="2319274" y="599071"/>
                </a:lnTo>
                <a:lnTo>
                  <a:pt x="2310384" y="568579"/>
                </a:lnTo>
                <a:lnTo>
                  <a:pt x="2247900" y="626491"/>
                </a:lnTo>
                <a:lnTo>
                  <a:pt x="2331720" y="641731"/>
                </a:lnTo>
                <a:lnTo>
                  <a:pt x="2323858" y="614807"/>
                </a:lnTo>
                <a:lnTo>
                  <a:pt x="2322830" y="611263"/>
                </a:lnTo>
                <a:lnTo>
                  <a:pt x="4272013" y="44323"/>
                </a:lnTo>
                <a:lnTo>
                  <a:pt x="4280916" y="74803"/>
                </a:lnTo>
                <a:lnTo>
                  <a:pt x="4330789" y="28575"/>
                </a:lnTo>
                <a:lnTo>
                  <a:pt x="4343400" y="16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05713" y="2695702"/>
            <a:ext cx="1332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ánh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xạ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ngoài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Kiến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trúc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hệ CSDL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(3)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985505"/>
            <a:ext cx="8453755" cy="457708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19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b="1" dirty="0">
                <a:latin typeface="Arial"/>
                <a:cs typeface="Arial"/>
              </a:rPr>
              <a:t>Độc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lập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dữ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liệu</a:t>
            </a:r>
            <a:endParaRPr sz="3200">
              <a:latin typeface="Arial"/>
              <a:cs typeface="Arial"/>
            </a:endParaRPr>
          </a:p>
          <a:p>
            <a:pPr marL="751840" marR="508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Khả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năng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thay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đổi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lược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ở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một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mức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mà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không </a:t>
            </a:r>
            <a:r>
              <a:rPr sz="2800" dirty="0">
                <a:latin typeface="Arial"/>
                <a:cs typeface="Arial"/>
              </a:rPr>
              <a:t>phải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thay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đổi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lược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ở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mức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cao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hơn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tiếp.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751840" algn="l"/>
              </a:tabLst>
            </a:pPr>
            <a:r>
              <a:rPr sz="2800" b="1" dirty="0">
                <a:latin typeface="Arial"/>
                <a:cs typeface="Arial"/>
              </a:rPr>
              <a:t>Độc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lập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logic</a:t>
            </a:r>
            <a:endParaRPr sz="2800">
              <a:latin typeface="Arial"/>
              <a:cs typeface="Arial"/>
            </a:endParaRPr>
          </a:p>
          <a:p>
            <a:pPr marL="1154430" marR="224790" lvl="2" indent="-227329">
              <a:lnSpc>
                <a:spcPct val="100000"/>
              </a:lnSpc>
              <a:spcBef>
                <a:spcPts val="605"/>
              </a:spcBef>
              <a:buChar char="-"/>
              <a:tabLst>
                <a:tab pos="1155700" algn="l"/>
              </a:tabLst>
            </a:pPr>
            <a:r>
              <a:rPr sz="2400" dirty="0">
                <a:latin typeface="Arial"/>
                <a:cs typeface="Arial"/>
              </a:rPr>
              <a:t>Khả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năng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đổi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khái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niệm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mà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phải 	</a:t>
            </a:r>
            <a:r>
              <a:rPr sz="2400" dirty="0">
                <a:latin typeface="Arial"/>
                <a:cs typeface="Arial"/>
              </a:rPr>
              <a:t>thay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đổi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ngoài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chương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trình 	</a:t>
            </a:r>
            <a:r>
              <a:rPr sz="2400" dirty="0">
                <a:latin typeface="Arial"/>
                <a:cs typeface="Arial"/>
              </a:rPr>
              <a:t>ứng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dụng.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751840" algn="l"/>
              </a:tabLst>
            </a:pPr>
            <a:r>
              <a:rPr sz="2800" b="1" dirty="0">
                <a:latin typeface="Arial"/>
                <a:cs typeface="Arial"/>
              </a:rPr>
              <a:t>Độc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lập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vật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lý</a:t>
            </a:r>
            <a:endParaRPr sz="2800">
              <a:latin typeface="Arial"/>
              <a:cs typeface="Arial"/>
            </a:endParaRPr>
          </a:p>
          <a:p>
            <a:pPr marL="1153795" marR="172720" lvl="2" indent="-226695">
              <a:lnSpc>
                <a:spcPct val="100000"/>
              </a:lnSpc>
              <a:spcBef>
                <a:spcPts val="620"/>
              </a:spcBef>
              <a:buChar char="-"/>
              <a:tabLst>
                <a:tab pos="1155700" algn="l"/>
              </a:tabLst>
            </a:pPr>
            <a:r>
              <a:rPr sz="2400" dirty="0">
                <a:latin typeface="Arial"/>
                <a:cs typeface="Arial"/>
              </a:rPr>
              <a:t>Khả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năng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đổi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mà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thay 	</a:t>
            </a:r>
            <a:r>
              <a:rPr sz="2400" dirty="0">
                <a:latin typeface="Arial"/>
                <a:cs typeface="Arial"/>
              </a:rPr>
              <a:t>đổi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khái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niệm.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Ngôn</a:t>
            </a:r>
            <a:r>
              <a:rPr spc="-35" dirty="0"/>
              <a:t> </a:t>
            </a:r>
            <a:r>
              <a:rPr dirty="0"/>
              <a:t>ngữ</a:t>
            </a:r>
            <a:r>
              <a:rPr spc="-25" dirty="0"/>
              <a:t> </a:t>
            </a:r>
            <a:r>
              <a:rPr dirty="0"/>
              <a:t>HQT</a:t>
            </a:r>
            <a:r>
              <a:rPr spc="-30" dirty="0"/>
              <a:t> </a:t>
            </a:r>
            <a:r>
              <a:rPr spc="-20" dirty="0"/>
              <a:t>CSDL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5815" y="1020571"/>
            <a:ext cx="8500745" cy="49225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2425" marR="110489" indent="-340360">
              <a:lnSpc>
                <a:spcPts val="2300"/>
              </a:lnSpc>
              <a:spcBef>
                <a:spcPts val="66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b="1" dirty="0">
                <a:latin typeface="Arial"/>
                <a:cs typeface="Arial"/>
              </a:rPr>
              <a:t>Ngôn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ngữ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định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nghĩa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dữ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liệu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(Data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Definition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Language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DDL)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Định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nghĩa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khái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niệm.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1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Ngôn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ngữ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nghĩa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trữ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(Storage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Definition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Language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SDL)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80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Định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nghĩa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trong.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1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Ngôn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ngữ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nghĩa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khung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nhìn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(View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Definition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Language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VDL)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70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Định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nghĩa các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ngoài.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ts val="2160"/>
              </a:lnSpc>
              <a:spcBef>
                <a:spcPts val="1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Hầu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hết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HQT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CSDL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dùng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DDL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để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nghĩa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cả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và</a:t>
            </a:r>
            <a:endParaRPr sz="2000">
              <a:latin typeface="Arial"/>
              <a:cs typeface="Arial"/>
            </a:endParaRPr>
          </a:p>
          <a:p>
            <a:pPr marL="751840">
              <a:lnSpc>
                <a:spcPts val="2160"/>
              </a:lnSpc>
            </a:pPr>
            <a:r>
              <a:rPr sz="2000" dirty="0">
                <a:latin typeface="Arial"/>
                <a:cs typeface="Arial"/>
              </a:rPr>
              <a:t>các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ngoài.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dùng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bởi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người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quản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người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thiết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cơ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sở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liệu.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ts val="2590"/>
              </a:lnSpc>
              <a:spcBef>
                <a:spcPts val="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b="1" dirty="0">
                <a:latin typeface="Arial"/>
                <a:cs typeface="Arial"/>
              </a:rPr>
              <a:t>Ngôn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ngữ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thao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tác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dữ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liệu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(Data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Manipulation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Language</a:t>
            </a:r>
            <a:endParaRPr sz="2400">
              <a:latin typeface="Arial"/>
              <a:cs typeface="Arial"/>
            </a:endParaRPr>
          </a:p>
          <a:p>
            <a:pPr marL="537210" indent="-184785">
              <a:lnSpc>
                <a:spcPts val="2590"/>
              </a:lnSpc>
              <a:buChar char="-"/>
              <a:tabLst>
                <a:tab pos="537210" algn="l"/>
              </a:tabLst>
            </a:pPr>
            <a:r>
              <a:rPr sz="2400" b="1" spc="-20" dirty="0">
                <a:latin typeface="Arial"/>
                <a:cs typeface="Arial"/>
              </a:rPr>
              <a:t>DML)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Truy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xuất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cập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nhật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liệu.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DML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cấp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(ngôn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ngữ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thủ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tục).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DML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cấp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thấp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(ngôn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ngữ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thủ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tục).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1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Ngôn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ngữ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vấn.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4320" y="926033"/>
            <a:ext cx="1887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Chỉ</a:t>
            </a:r>
            <a:r>
              <a:rPr sz="4000" spc="-90" dirty="0"/>
              <a:t> </a:t>
            </a:r>
            <a:r>
              <a:rPr sz="4000" spc="-25" dirty="0"/>
              <a:t>mục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44320" y="1906078"/>
            <a:ext cx="7686040" cy="27914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425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dirty="0">
                <a:latin typeface="Arial"/>
                <a:cs typeface="Arial"/>
              </a:rPr>
              <a:t>Database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Management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System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(DBMS):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quản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CSDL.</a:t>
            </a:r>
            <a:endParaRPr sz="2000">
              <a:latin typeface="Arial"/>
              <a:cs typeface="Arial"/>
            </a:endParaRPr>
          </a:p>
          <a:p>
            <a:pPr marL="422275" indent="-409575">
              <a:lnSpc>
                <a:spcPct val="100000"/>
              </a:lnSpc>
              <a:spcBef>
                <a:spcPts val="325"/>
              </a:spcBef>
              <a:buFont typeface="Wingdings"/>
              <a:buChar char=""/>
              <a:tabLst>
                <a:tab pos="422275" algn="l"/>
              </a:tabLst>
            </a:pPr>
            <a:r>
              <a:rPr sz="2000" dirty="0">
                <a:latin typeface="Arial"/>
                <a:cs typeface="Arial"/>
              </a:rPr>
              <a:t>Data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Definition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Language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(DDL):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Ngôn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ngữ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nghĩa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liệu</a:t>
            </a:r>
            <a:endParaRPr sz="2000">
              <a:latin typeface="Arial"/>
              <a:cs typeface="Arial"/>
            </a:endParaRPr>
          </a:p>
          <a:p>
            <a:pPr marL="422275" indent="-409575">
              <a:lnSpc>
                <a:spcPct val="100000"/>
              </a:lnSpc>
              <a:spcBef>
                <a:spcPts val="315"/>
              </a:spcBef>
              <a:buFont typeface="Wingdings"/>
              <a:buChar char=""/>
              <a:tabLst>
                <a:tab pos="422275" algn="l"/>
              </a:tabLst>
            </a:pPr>
            <a:r>
              <a:rPr sz="2000" dirty="0">
                <a:latin typeface="Arial"/>
                <a:cs typeface="Arial"/>
              </a:rPr>
              <a:t>Data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Manipulation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Language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(DML):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Ngông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ngữ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liệu</a:t>
            </a:r>
            <a:endParaRPr sz="2000">
              <a:latin typeface="Arial"/>
              <a:cs typeface="Arial"/>
            </a:endParaRPr>
          </a:p>
          <a:p>
            <a:pPr marL="422275" indent="-409575">
              <a:lnSpc>
                <a:spcPct val="100000"/>
              </a:lnSpc>
              <a:spcBef>
                <a:spcPts val="325"/>
              </a:spcBef>
              <a:buFont typeface="Wingdings"/>
              <a:buChar char=""/>
              <a:tabLst>
                <a:tab pos="422275" algn="l"/>
              </a:tabLst>
            </a:pPr>
            <a:r>
              <a:rPr sz="2000" dirty="0">
                <a:latin typeface="Arial"/>
                <a:cs typeface="Arial"/>
              </a:rPr>
              <a:t>Data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Control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Language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(DCL):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Ngôn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ngữ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điều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khiển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liệu</a:t>
            </a:r>
            <a:endParaRPr sz="2000">
              <a:latin typeface="Arial"/>
              <a:cs typeface="Arial"/>
            </a:endParaRPr>
          </a:p>
          <a:p>
            <a:pPr marL="422275" indent="-40957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422275" algn="l"/>
              </a:tabLst>
            </a:pPr>
            <a:r>
              <a:rPr sz="2000" dirty="0">
                <a:latin typeface="Arial"/>
                <a:cs typeface="Arial"/>
              </a:rPr>
              <a:t>Entity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Relationship(ER):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Mô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hình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kết</a:t>
            </a:r>
            <a:endParaRPr sz="2000">
              <a:latin typeface="Arial"/>
              <a:cs typeface="Arial"/>
            </a:endParaRPr>
          </a:p>
          <a:p>
            <a:pPr marL="422275" indent="-409575">
              <a:lnSpc>
                <a:spcPct val="100000"/>
              </a:lnSpc>
              <a:spcBef>
                <a:spcPts val="315"/>
              </a:spcBef>
              <a:buFont typeface="Wingdings"/>
              <a:buChar char=""/>
              <a:tabLst>
                <a:tab pos="422275" algn="l"/>
              </a:tabLst>
            </a:pPr>
            <a:r>
              <a:rPr sz="2000" dirty="0">
                <a:latin typeface="Arial"/>
                <a:cs typeface="Arial"/>
              </a:rPr>
              <a:t>Hierachical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Model: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Mô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hình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phân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cấp</a:t>
            </a:r>
            <a:endParaRPr sz="2000">
              <a:latin typeface="Arial"/>
              <a:cs typeface="Arial"/>
            </a:endParaRPr>
          </a:p>
          <a:p>
            <a:pPr marL="422275" indent="-409575">
              <a:lnSpc>
                <a:spcPct val="100000"/>
              </a:lnSpc>
              <a:spcBef>
                <a:spcPts val="325"/>
              </a:spcBef>
              <a:buFont typeface="Wingdings"/>
              <a:buChar char=""/>
              <a:tabLst>
                <a:tab pos="422275" algn="l"/>
              </a:tabLst>
            </a:pPr>
            <a:r>
              <a:rPr sz="2000" dirty="0">
                <a:latin typeface="Arial"/>
                <a:cs typeface="Arial"/>
              </a:rPr>
              <a:t>Network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Model: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Mô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hình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lưới</a:t>
            </a:r>
            <a:endParaRPr sz="2000">
              <a:latin typeface="Arial"/>
              <a:cs typeface="Arial"/>
            </a:endParaRPr>
          </a:p>
          <a:p>
            <a:pPr marL="422275" indent="-409575">
              <a:lnSpc>
                <a:spcPct val="100000"/>
              </a:lnSpc>
              <a:spcBef>
                <a:spcPts val="325"/>
              </a:spcBef>
              <a:buFont typeface="Wingdings"/>
              <a:buChar char=""/>
              <a:tabLst>
                <a:tab pos="422275" algn="l"/>
              </a:tabLst>
            </a:pPr>
            <a:r>
              <a:rPr sz="2000" dirty="0">
                <a:latin typeface="Arial"/>
                <a:cs typeface="Arial"/>
              </a:rPr>
              <a:t>Relational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Model: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Mô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hình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hệ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CB4AD-CB80-6746-8940-A9880521B0A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lang="en-US" spc="-50" smtClean="0"/>
              <a:t>33</a:t>
            </a:fld>
            <a:endParaRPr lang="en-US"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2174</Words>
  <Application>Microsoft Office PowerPoint</Application>
  <PresentationFormat>On-screen Show (4:3)</PresentationFormat>
  <Paragraphs>434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Arial</vt:lpstr>
      <vt:lpstr>Tahoma</vt:lpstr>
      <vt:lpstr>Times New Roman</vt:lpstr>
      <vt:lpstr>Wingdings</vt:lpstr>
      <vt:lpstr>Office Theme</vt:lpstr>
      <vt:lpstr>Lecture 01</vt:lpstr>
      <vt:lpstr>Nội dung trình bày</vt:lpstr>
      <vt:lpstr>Giới thiệu (1)</vt:lpstr>
      <vt:lpstr>Giới thiệu (2)</vt:lpstr>
      <vt:lpstr>Giới thiệu (3)</vt:lpstr>
      <vt:lpstr>Giới thiệu (4)</vt:lpstr>
      <vt:lpstr>PowerPoint Presentation</vt:lpstr>
      <vt:lpstr>PowerPoint Presentation</vt:lpstr>
      <vt:lpstr>Ví dụ về một CSDL</vt:lpstr>
      <vt:lpstr>Trước khi có CSDL</vt:lpstr>
      <vt:lpstr>Hệ thống xử lý tập tin (1)</vt:lpstr>
      <vt:lpstr>Hệ thống xử lý tập tin (2)</vt:lpstr>
      <vt:lpstr>CSDL dùng chung</vt:lpstr>
      <vt:lpstr>Các đặc điểm của CSDL (1)</vt:lpstr>
      <vt:lpstr>Các đặc điểm của CSDL (2)</vt:lpstr>
      <vt:lpstr>Người sử dụng CSDL (1)</vt:lpstr>
      <vt:lpstr>Người sử dụng CSDL (2)</vt:lpstr>
      <vt:lpstr>Người sử dụng CSDL (3)</vt:lpstr>
      <vt:lpstr>Các ưu điểm của CSDL</vt:lpstr>
      <vt:lpstr>Mô hình dữ liệu (1)</vt:lpstr>
      <vt:lpstr>Mô hình dữ liệu (2)</vt:lpstr>
      <vt:lpstr>Mô hình mạng</vt:lpstr>
      <vt:lpstr>Mô hình phân cấp</vt:lpstr>
      <vt:lpstr>Mô hình thực thể liên kết</vt:lpstr>
      <vt:lpstr>PowerPoint Presentation</vt:lpstr>
      <vt:lpstr>Mô hình quan hệ</vt:lpstr>
      <vt:lpstr>Lược đồ và thể hiện (1)</vt:lpstr>
      <vt:lpstr>Lược đồ và thể hiện (2)</vt:lpstr>
      <vt:lpstr>Kiến trúc của hệ CSDL (1)</vt:lpstr>
      <vt:lpstr>Kiến trúc của hệ CSDL (2)</vt:lpstr>
      <vt:lpstr>Kiến trúc hệ CSDL (3)</vt:lpstr>
      <vt:lpstr>Ngôn ngữ HQT CSDL</vt:lpstr>
      <vt:lpstr>Chỉ mục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Tổng quan về cơ sở dữ liệu</dc:title>
  <dc:creator>Dũng Hà Thanh</dc:creator>
  <cp:lastModifiedBy>Nguyễn Thanh Tiến</cp:lastModifiedBy>
  <cp:revision>1</cp:revision>
  <dcterms:created xsi:type="dcterms:W3CDTF">2025-04-22T03:00:52Z</dcterms:created>
  <dcterms:modified xsi:type="dcterms:W3CDTF">2025-05-13T02:01:18Z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2025-04-22T00:00:00Z</vt:filetime>
  </property>
  <property fmtid="{D5CDD505-2E9C-101B-9397-08002B2CF9AE}" pid="5" name="Producer">
    <vt:lpwstr>3-Heights(TM) PDF Security Shell 4.8.25.2 (http://www.pdf-tools.com)</vt:lpwstr>
  </property>
</Properties>
</file>