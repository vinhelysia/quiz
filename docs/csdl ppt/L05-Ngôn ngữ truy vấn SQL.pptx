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8320D4-833A-499F-83F6-3754D1E53644}" v="1" dt="2025-05-13T01:59:04.70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9FC1F-1997-4D75-8BC1-20CA7C70177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BBA48-7F5A-4240-8964-9C979B1226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22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838B6-504E-49DB-A51A-9072639ABAC8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538AE-976A-48A1-936D-E8D04E251204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7340" y="1092453"/>
            <a:ext cx="3940175" cy="4685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27575" y="1055878"/>
            <a:ext cx="3978909" cy="3739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8AD28-FB55-4332-A9F9-B02C580DB1C1}" type="datetime1">
              <a:rPr lang="en-US" smtClean="0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4AC67-110C-4D82-BC9D-01512D620AE0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7E128-F289-4685-A18B-54520473E3F8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838200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5715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5561" y="6325361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28575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00406"/>
            <a:ext cx="665670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090624"/>
            <a:ext cx="3948429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B410F-A224-48CE-87C3-8FB4D0E0C7A4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219200"/>
            <a:ext cx="7772400" cy="4419600"/>
          </a:xfrm>
          <a:prstGeom prst="rect">
            <a:avLst/>
          </a:prstGeom>
          <a:ln w="57150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4570"/>
              </a:lnSpc>
            </a:pPr>
            <a:r>
              <a:rPr sz="4000" i="1" dirty="0">
                <a:latin typeface="Arial"/>
                <a:cs typeface="Arial"/>
              </a:rPr>
              <a:t>Lecture</a:t>
            </a:r>
            <a:r>
              <a:rPr sz="4000" i="1" spc="-150" dirty="0">
                <a:latin typeface="Arial"/>
                <a:cs typeface="Arial"/>
              </a:rPr>
              <a:t> </a:t>
            </a:r>
            <a:r>
              <a:rPr sz="4000" i="1" spc="-25" dirty="0">
                <a:latin typeface="Arial"/>
                <a:cs typeface="Arial"/>
              </a:rPr>
              <a:t>05</a:t>
            </a:r>
            <a:endParaRPr sz="4000">
              <a:latin typeface="Arial"/>
              <a:cs typeface="Arial"/>
            </a:endParaRPr>
          </a:p>
          <a:p>
            <a:pPr marL="733425">
              <a:lnSpc>
                <a:spcPct val="100000"/>
              </a:lnSpc>
              <a:spcBef>
                <a:spcPts val="4075"/>
              </a:spcBef>
            </a:pPr>
            <a:r>
              <a:rPr sz="4400" b="1" dirty="0">
                <a:latin typeface="Arial"/>
                <a:cs typeface="Arial"/>
              </a:rPr>
              <a:t>Ngôn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ngữ</a:t>
            </a:r>
            <a:r>
              <a:rPr sz="4400" b="1" spc="-2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truy</a:t>
            </a:r>
            <a:r>
              <a:rPr sz="4400" b="1" spc="-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vấn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SQL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39E768-88AD-BEC6-0673-375E5457AA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105" dirty="0"/>
              <a:t> </a:t>
            </a:r>
            <a:r>
              <a:rPr dirty="0"/>
              <a:t>dung</a:t>
            </a:r>
            <a:r>
              <a:rPr spc="-90" dirty="0"/>
              <a:t> </a:t>
            </a:r>
            <a:r>
              <a:rPr dirty="0"/>
              <a:t>trình</a:t>
            </a:r>
            <a:r>
              <a:rPr spc="-80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0258"/>
            <a:ext cx="3683635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Giới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thiệu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Định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nghĩa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dữ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Cập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nhật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dữ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Truy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vấn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dữ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2ABD4-AE08-B7D5-8954-CBC32047EF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Giới</a:t>
            </a:r>
            <a:r>
              <a:rPr spc="-100" dirty="0"/>
              <a:t> </a:t>
            </a:r>
            <a:r>
              <a:rPr spc="-10" dirty="0"/>
              <a:t>thiệu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02717"/>
            <a:ext cx="5807075" cy="47923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SQL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(Structured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Query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Language)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Ngôn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cao.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1970,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phát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triển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bởi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IBM.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chuẩn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hóa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bởi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ANSI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ISO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5"/>
              </a:spcBef>
              <a:tabLst>
                <a:tab pos="11557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SQL-</a:t>
            </a:r>
            <a:r>
              <a:rPr sz="2000" spc="-25" dirty="0">
                <a:latin typeface="Arial"/>
                <a:cs typeface="Arial"/>
              </a:rPr>
              <a:t>86.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  <a:tabLst>
                <a:tab pos="11557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SQL-</a:t>
            </a:r>
            <a:r>
              <a:rPr sz="2000" spc="-25" dirty="0">
                <a:latin typeface="Arial"/>
                <a:cs typeface="Arial"/>
              </a:rPr>
              <a:t>92.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  <a:tabLst>
                <a:tab pos="11557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SQL-</a:t>
            </a:r>
            <a:r>
              <a:rPr sz="2000" spc="-25" dirty="0">
                <a:latin typeface="Arial"/>
                <a:cs typeface="Arial"/>
              </a:rPr>
              <a:t>99.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spc="-25" dirty="0">
                <a:latin typeface="Arial"/>
                <a:cs typeface="Arial"/>
              </a:rPr>
              <a:t>Gồm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Ngôn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Ngôn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ngữ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Ngôn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ngữ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nghĩa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khung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nhìn.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Ngôn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quyền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mật.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61216-29CF-ED16-1963-E5ADECC31F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Định</a:t>
            </a:r>
            <a:r>
              <a:rPr spc="-80" dirty="0"/>
              <a:t> </a:t>
            </a:r>
            <a:r>
              <a:rPr dirty="0"/>
              <a:t>nghĩa</a:t>
            </a:r>
            <a:r>
              <a:rPr spc="-80" dirty="0"/>
              <a:t> </a:t>
            </a:r>
            <a:r>
              <a:rPr dirty="0"/>
              <a:t>dữ</a:t>
            </a:r>
            <a:r>
              <a:rPr spc="-80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86543"/>
            <a:ext cx="6584315" cy="47879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Ngôn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ngữ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Mô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tả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lược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đồ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Mô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tả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miền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giá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trị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tính.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Mô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tả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ràng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buộc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toàn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vẹn.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Chỉ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mục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mỗi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Gồm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lệnh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CREATE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/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DROP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DATABASE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CREATE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/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DROP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/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ALTER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CREATE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/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DROP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DOMAIN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5A5D5-E7A3-6C81-6827-1ACB9071F0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Kiểu</a:t>
            </a:r>
            <a:r>
              <a:rPr spc="-40" dirty="0"/>
              <a:t> </a:t>
            </a:r>
            <a:r>
              <a:rPr dirty="0"/>
              <a:t>dữ</a:t>
            </a:r>
            <a:r>
              <a:rPr spc="-35" dirty="0"/>
              <a:t> </a:t>
            </a:r>
            <a:r>
              <a:rPr dirty="0"/>
              <a:t>liệu</a:t>
            </a:r>
            <a:r>
              <a:rPr spc="-4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86543"/>
            <a:ext cx="5384800" cy="479044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25" dirty="0">
                <a:latin typeface="Arial"/>
                <a:cs typeface="Arial"/>
              </a:rPr>
              <a:t>Số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Số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nguyên</a:t>
            </a:r>
            <a:endParaRPr sz="28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9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INTEGER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(INT)</a:t>
            </a:r>
            <a:endParaRPr sz="24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57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SMALL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(SMALLINT)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5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Số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thực</a:t>
            </a:r>
            <a:endParaRPr sz="28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95"/>
              </a:spcBef>
              <a:buChar char="-"/>
              <a:tabLst>
                <a:tab pos="1153795" algn="l"/>
              </a:tabLst>
            </a:pPr>
            <a:r>
              <a:rPr sz="2400" spc="-10" dirty="0">
                <a:latin typeface="Arial"/>
                <a:cs typeface="Arial"/>
              </a:rPr>
              <a:t>FLOAT[n]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80"/>
              </a:spcBef>
              <a:buChar char="-"/>
              <a:tabLst>
                <a:tab pos="1153795" algn="l"/>
              </a:tabLst>
            </a:pPr>
            <a:r>
              <a:rPr sz="2400" spc="-20" dirty="0">
                <a:latin typeface="Arial"/>
                <a:cs typeface="Arial"/>
              </a:rPr>
              <a:t>REAL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7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DOUBLE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PRECISION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5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Số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thập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phân</a:t>
            </a:r>
            <a:endParaRPr sz="28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95"/>
              </a:spcBef>
              <a:buChar char="-"/>
              <a:tabLst>
                <a:tab pos="1153795" algn="l"/>
              </a:tabLst>
            </a:pPr>
            <a:r>
              <a:rPr sz="2400" spc="-10" dirty="0">
                <a:latin typeface="Arial"/>
                <a:cs typeface="Arial"/>
              </a:rPr>
              <a:t>DECIMAL(p,n)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3C416-14F8-346B-5996-6DA1C7D837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Kiểu</a:t>
            </a:r>
            <a:r>
              <a:rPr spc="-40" dirty="0"/>
              <a:t> </a:t>
            </a:r>
            <a:r>
              <a:rPr dirty="0"/>
              <a:t>dữ</a:t>
            </a:r>
            <a:r>
              <a:rPr spc="-35" dirty="0"/>
              <a:t> </a:t>
            </a:r>
            <a:r>
              <a:rPr dirty="0"/>
              <a:t>liệu</a:t>
            </a:r>
            <a:r>
              <a:rPr spc="-4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302"/>
            <a:ext cx="5572760" cy="496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Chuỗi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ký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tự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Chuỗi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dài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cố</a:t>
            </a:r>
            <a:r>
              <a:rPr sz="2000" spc="-20" dirty="0">
                <a:latin typeface="Arial"/>
                <a:cs typeface="Arial"/>
              </a:rPr>
              <a:t> định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ts val="2155"/>
              </a:lnSpc>
              <a:spcBef>
                <a:spcPts val="1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CHARACTER(n)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(CHAR(n))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ts val="2395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Chuỗi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độ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dài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đổi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ts val="2155"/>
              </a:lnSpc>
              <a:spcBef>
                <a:spcPts val="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CHARACTER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VARYING(n)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(VARCHAR(n))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ts val="2395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Chuỗi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ký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unicode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1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NATIONAL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CHARACTER(n)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ts val="2155"/>
              </a:lnSpc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NATIONAL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CHARACTER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VARYING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(n)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ts val="2395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Giá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1.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ts val="288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Chuỗi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Bit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har char="•"/>
              <a:tabLst>
                <a:tab pos="756285" algn="l"/>
              </a:tabLst>
            </a:pPr>
            <a:r>
              <a:rPr sz="2000" spc="-10" dirty="0">
                <a:latin typeface="Arial"/>
                <a:cs typeface="Arial"/>
              </a:rPr>
              <a:t>BIT(n)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ts val="2400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BIT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VARYING(n)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ts val="288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Ngày,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giờ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spc="-20" dirty="0">
                <a:latin typeface="Arial"/>
                <a:cs typeface="Arial"/>
              </a:rPr>
              <a:t>DATE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2000" spc="-20" dirty="0">
                <a:latin typeface="Arial"/>
                <a:cs typeface="Arial"/>
              </a:rPr>
              <a:t>TIME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spc="-10" dirty="0">
                <a:latin typeface="Arial"/>
                <a:cs typeface="Arial"/>
              </a:rPr>
              <a:t>TIMESTAMP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9EAB9-CF2C-E600-F784-9903481BF9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Tạo</a:t>
            </a:r>
            <a:r>
              <a:rPr sz="3600" spc="-5" dirty="0"/>
              <a:t> </a:t>
            </a:r>
            <a:r>
              <a:rPr sz="3600" dirty="0"/>
              <a:t>và</a:t>
            </a:r>
            <a:r>
              <a:rPr sz="3600" spc="-20" dirty="0"/>
              <a:t> </a:t>
            </a:r>
            <a:r>
              <a:rPr sz="3600" dirty="0"/>
              <a:t>hủy</a:t>
            </a:r>
            <a:r>
              <a:rPr sz="3600" spc="-5" dirty="0"/>
              <a:t> </a:t>
            </a:r>
            <a:r>
              <a:rPr sz="3600" spc="-20" dirty="0"/>
              <a:t>CSDL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986543"/>
            <a:ext cx="8289925" cy="27146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CREATE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DATABASE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&lt;tên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csdl&gt;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create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database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CsdlCongty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DROP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DATABASE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&lt;tên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csdl&gt;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[RESTRICT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| </a:t>
            </a:r>
            <a:r>
              <a:rPr sz="3200" spc="-10" dirty="0">
                <a:latin typeface="Arial"/>
                <a:cs typeface="Arial"/>
              </a:rPr>
              <a:t>CASCADE]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drop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database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CsdlCongty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C6CB0-4EB7-71DB-8E7E-274031C824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Tạo</a:t>
            </a:r>
            <a:r>
              <a:rPr spc="-65" dirty="0"/>
              <a:t> </a:t>
            </a:r>
            <a:r>
              <a:rPr dirty="0"/>
              <a:t>bảng</a:t>
            </a:r>
            <a:r>
              <a:rPr spc="-6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302"/>
            <a:ext cx="6496685" cy="472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CREATE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bảng&gt;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(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&lt;tên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tính&gt;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&lt;kiểu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liệu&gt;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[&lt;RBTV&gt;],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&lt;tên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tính&gt;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&lt;kiểu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liệu&gt;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[&lt;RBTV&gt;],</a:t>
            </a:r>
            <a:endParaRPr sz="2400">
              <a:latin typeface="Arial"/>
              <a:cs typeface="Arial"/>
            </a:endParaRPr>
          </a:p>
          <a:p>
            <a:pPr marL="756285" marR="4394200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... </a:t>
            </a:r>
            <a:r>
              <a:rPr sz="2400" spc="-10" dirty="0">
                <a:latin typeface="Arial"/>
                <a:cs typeface="Arial"/>
              </a:rPr>
              <a:t>[&lt;RBTV&gt;]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spc="-20" dirty="0">
                <a:latin typeface="Arial"/>
                <a:cs typeface="Arial"/>
              </a:rPr>
              <a:t>RBTV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NOT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NULL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spc="-20" dirty="0">
                <a:latin typeface="Arial"/>
                <a:cs typeface="Arial"/>
              </a:rPr>
              <a:t>NULL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756285" algn="l"/>
              </a:tabLst>
            </a:pPr>
            <a:r>
              <a:rPr sz="2000" spc="-10" dirty="0">
                <a:latin typeface="Arial"/>
                <a:cs typeface="Arial"/>
              </a:rPr>
              <a:t>UNIQUE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spc="-10" dirty="0">
                <a:latin typeface="Arial"/>
                <a:cs typeface="Arial"/>
              </a:rPr>
              <a:t>DEFAULT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PRIMARY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KEY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FOREIGN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KEY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/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REFERENCES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spc="-10" dirty="0">
                <a:latin typeface="Arial"/>
                <a:cs typeface="Arial"/>
              </a:rPr>
              <a:t>CHECK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34EBE-728C-B127-D2D0-A45593D628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Tạo</a:t>
            </a:r>
            <a:r>
              <a:rPr spc="-65" dirty="0"/>
              <a:t> </a:t>
            </a:r>
            <a:r>
              <a:rPr dirty="0"/>
              <a:t>bảng</a:t>
            </a:r>
            <a:r>
              <a:rPr spc="-6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02468"/>
            <a:ext cx="4209415" cy="9817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create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(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32306" y="2056235"/>
          <a:ext cx="4782820" cy="401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 marL="430530">
                        <a:lnSpc>
                          <a:spcPts val="2215"/>
                        </a:lnSpc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Ho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ts val="2215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varchar(15)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21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null,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Dem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varchar(20),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Ten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varchar(15)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null,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MaNV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char(9)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null,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Ngsinh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date,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Dchi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varchar(30),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GTinh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char,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Luong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decimal(10,2),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MaGSat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char(9),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3905">
                <a:tc>
                  <a:txBody>
                    <a:bodyPr/>
                    <a:lstStyle/>
                    <a:p>
                      <a:pPr marL="4305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MaPhong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750">
                        <a:lnSpc>
                          <a:spcPts val="2810"/>
                        </a:lnSpc>
                        <a:spcBef>
                          <a:spcPts val="570"/>
                        </a:spcBef>
                      </a:pPr>
                      <a:r>
                        <a:rPr sz="2400" spc="-50" dirty="0">
                          <a:latin typeface="Arial"/>
                          <a:cs typeface="Arial"/>
                        </a:rPr>
                        <a:t>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null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7CF72-1398-DAAF-6603-1E6AF313D6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Tạo</a:t>
            </a:r>
            <a:r>
              <a:rPr spc="-65" dirty="0"/>
              <a:t> </a:t>
            </a:r>
            <a:r>
              <a:rPr dirty="0"/>
              <a:t>bảng</a:t>
            </a:r>
            <a:r>
              <a:rPr spc="-60" dirty="0"/>
              <a:t> </a:t>
            </a:r>
            <a:r>
              <a:rPr spc="-25"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02468"/>
            <a:ext cx="5761990" cy="193293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Đặt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RBTV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CONSTRAINT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RBTV&gt;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&lt;RBTV&gt;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R="633095" algn="ctr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create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PHONGBAN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(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1544" y="3007465"/>
          <a:ext cx="4382770" cy="1014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0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 marL="31750">
                        <a:lnSpc>
                          <a:spcPts val="2215"/>
                        </a:lnSpc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Ten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215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varchar(15)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215"/>
                        </a:lnSpc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unique,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MaPB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int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null,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31750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TrPhong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varchar(9)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25"/>
                        </a:lnSpc>
                        <a:spcBef>
                          <a:spcPts val="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null,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51356" y="4007967"/>
            <a:ext cx="6893559" cy="186626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latin typeface="Arial"/>
                <a:cs typeface="Arial"/>
              </a:rPr>
              <a:t>NgNhanChuc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date,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constraint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PB_PK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primary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key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(MaPB),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constraint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PB_TrPh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foreign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key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(TrPhong)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references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NHANVIEN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(MaNV)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delete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null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update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cascade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0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BB661-3877-0CCF-5777-3990532EF4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Xóa</a:t>
            </a:r>
            <a:r>
              <a:rPr spc="-15" dirty="0"/>
              <a:t> </a:t>
            </a:r>
            <a:r>
              <a:rPr spc="-20" dirty="0"/>
              <a:t>bảng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6684645" cy="2344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DROP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bảng&gt;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[RESTRICT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| </a:t>
            </a:r>
            <a:r>
              <a:rPr sz="2800" spc="-10" dirty="0">
                <a:latin typeface="Arial"/>
                <a:cs typeface="Arial"/>
              </a:rPr>
              <a:t>CASCADE]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DROP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bảng&gt;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drop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PHONGBAN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CFD25-BEC3-5041-2077-6337597DBD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Sửa</a:t>
            </a:r>
            <a:r>
              <a:rPr spc="-65" dirty="0"/>
              <a:t> </a:t>
            </a:r>
            <a:r>
              <a:rPr dirty="0"/>
              <a:t>bảng</a:t>
            </a:r>
            <a:r>
              <a:rPr spc="-6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48258"/>
            <a:ext cx="8322309" cy="49599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399415" indent="-342900">
              <a:lnSpc>
                <a:spcPts val="302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ALTER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bảng&gt;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ADD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COLUMN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&lt;tên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tính&gt;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&lt;kiểu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liệu&gt;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[&lt;RBTV&gt;]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alter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column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DThoai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char(10)</a:t>
            </a:r>
            <a:endParaRPr sz="2400">
              <a:latin typeface="Arial"/>
              <a:cs typeface="Arial"/>
            </a:endParaRPr>
          </a:p>
          <a:p>
            <a:pPr marL="355600" marR="123189" indent="-342900">
              <a:lnSpc>
                <a:spcPts val="3020"/>
              </a:lnSpc>
              <a:spcBef>
                <a:spcPts val="70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ALTER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bảng&gt;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DROP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COLUMN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&lt;tên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tính&gt;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Arial"/>
                <a:cs typeface="Arial"/>
              </a:rPr>
              <a:t>alter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drop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column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DThoai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3020"/>
              </a:lnSpc>
              <a:spcBef>
                <a:spcPts val="71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ALTER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bảng&gt;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ALTER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COLUMN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&lt;tên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tính&gt;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&lt;kiểu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mới&gt;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Arial"/>
                <a:cs typeface="Arial"/>
              </a:rPr>
              <a:t>alter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alter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column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GTinh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4C3A4-50F2-936D-3482-C689A931DC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Sửa</a:t>
            </a:r>
            <a:r>
              <a:rPr spc="-65" dirty="0"/>
              <a:t> </a:t>
            </a:r>
            <a:r>
              <a:rPr dirty="0"/>
              <a:t>bảng</a:t>
            </a:r>
            <a:r>
              <a:rPr spc="-6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8347709" cy="39420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ALTER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bảng&gt;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ADD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CONSTRAINT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Arial"/>
                <a:cs typeface="Arial"/>
              </a:rPr>
              <a:t>&lt;tên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RBTV&gt;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&lt;RBTV&gt;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alter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constraint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NV_Luong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check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(Luong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0)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ALTER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TABLE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bảng&gt;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DROP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CONSTRAINT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&lt;tên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RBTV&gt;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alter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table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drop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constraint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NV_Luong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68D16-EC43-70E8-61E6-440E8BF991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Tạo</a:t>
            </a:r>
            <a:r>
              <a:rPr spc="-65" dirty="0"/>
              <a:t> </a:t>
            </a:r>
            <a:r>
              <a:rPr dirty="0"/>
              <a:t>và</a:t>
            </a:r>
            <a:r>
              <a:rPr spc="-65" dirty="0"/>
              <a:t> </a:t>
            </a:r>
            <a:r>
              <a:rPr dirty="0"/>
              <a:t>xóa</a:t>
            </a:r>
            <a:r>
              <a:rPr spc="-65" dirty="0"/>
              <a:t> </a:t>
            </a:r>
            <a:r>
              <a:rPr dirty="0"/>
              <a:t>miền</a:t>
            </a:r>
            <a:r>
              <a:rPr spc="-55" dirty="0"/>
              <a:t> </a:t>
            </a:r>
            <a:r>
              <a:rPr dirty="0"/>
              <a:t>giá</a:t>
            </a:r>
            <a:r>
              <a:rPr spc="-65" dirty="0"/>
              <a:t> </a:t>
            </a:r>
            <a:r>
              <a:rPr spc="-25" dirty="0"/>
              <a:t>trị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8516620" cy="2269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CREATE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DOMAIN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mới&gt;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&lt;kiểu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cơ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bản&gt;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create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domain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Diachi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varchar(100)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DROP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DOMAIN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kiểu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liệu&gt;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7EE1D-2D68-1E03-A4FD-D5986E22F0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Cập</a:t>
            </a:r>
            <a:r>
              <a:rPr spc="-70" dirty="0"/>
              <a:t> </a:t>
            </a:r>
            <a:r>
              <a:rPr dirty="0"/>
              <a:t>nhật</a:t>
            </a:r>
            <a:r>
              <a:rPr spc="-60" dirty="0"/>
              <a:t> </a:t>
            </a:r>
            <a:r>
              <a:rPr dirty="0"/>
              <a:t>dữ</a:t>
            </a:r>
            <a:r>
              <a:rPr spc="-55" dirty="0"/>
              <a:t> </a:t>
            </a:r>
            <a:r>
              <a:rPr dirty="0"/>
              <a:t>liệu</a:t>
            </a:r>
            <a:r>
              <a:rPr spc="-6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86543"/>
            <a:ext cx="8367395" cy="47294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Chèn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dữ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Chèn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dòng</a:t>
            </a:r>
            <a:endParaRPr sz="2800">
              <a:latin typeface="Arial"/>
              <a:cs typeface="Arial"/>
            </a:endParaRPr>
          </a:p>
          <a:p>
            <a:pPr marL="1153795" marR="5080" lvl="2" indent="-226695">
              <a:lnSpc>
                <a:spcPct val="100000"/>
              </a:lnSpc>
              <a:spcBef>
                <a:spcPts val="595"/>
              </a:spcBef>
              <a:buChar char="-"/>
              <a:tabLst>
                <a:tab pos="1155700" algn="l"/>
              </a:tabLst>
            </a:pPr>
            <a:r>
              <a:rPr sz="2400" dirty="0">
                <a:latin typeface="Arial"/>
                <a:cs typeface="Arial"/>
              </a:rPr>
              <a:t>INSERT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bảng&gt;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[(&lt;danh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tính&gt;)] 	</a:t>
            </a:r>
            <a:r>
              <a:rPr sz="2400" dirty="0">
                <a:latin typeface="Arial"/>
                <a:cs typeface="Arial"/>
              </a:rPr>
              <a:t>VALUES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(&lt;danh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sách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trị&gt;)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7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1612900" marR="225425" indent="-2286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+</a:t>
            </a:r>
            <a:r>
              <a:rPr sz="2000" spc="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insert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DUAN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(TenDA,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MaDA,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Diadiem,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Phong)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values </a:t>
            </a:r>
            <a:r>
              <a:rPr sz="2000" dirty="0">
                <a:latin typeface="Arial"/>
                <a:cs typeface="Arial"/>
              </a:rPr>
              <a:t>('San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pham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X',1,'Tan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Binh',5)</a:t>
            </a:r>
            <a:endParaRPr sz="20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+</a:t>
            </a:r>
            <a:r>
              <a:rPr sz="2000" spc="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insert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values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('San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pham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X',1,'Tan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Binh',5)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5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Chèn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dòng</a:t>
            </a:r>
            <a:endParaRPr sz="28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590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INSERT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bảng&gt;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[(&lt;danh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sách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tính&gt;)]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&lt;lệnh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vấn&gt;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AAA14-4D65-646A-6712-1A5433E770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Cập</a:t>
            </a:r>
            <a:r>
              <a:rPr spc="-70" dirty="0"/>
              <a:t> </a:t>
            </a:r>
            <a:r>
              <a:rPr dirty="0"/>
              <a:t>nhật</a:t>
            </a:r>
            <a:r>
              <a:rPr spc="-60" dirty="0"/>
              <a:t> </a:t>
            </a:r>
            <a:r>
              <a:rPr dirty="0"/>
              <a:t>dữ</a:t>
            </a:r>
            <a:r>
              <a:rPr spc="-55" dirty="0"/>
              <a:t> </a:t>
            </a:r>
            <a:r>
              <a:rPr dirty="0"/>
              <a:t>liệu</a:t>
            </a:r>
            <a:r>
              <a:rPr spc="-6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86543"/>
            <a:ext cx="7696200" cy="294830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Xóa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dữ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liệu</a:t>
            </a:r>
            <a:endParaRPr sz="32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DELETE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&lt;tên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bảng&gt;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[WHERE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&lt;điều kiện&gt;]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9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delete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MaPhong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8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delete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846A1-A91C-706F-98ED-4265BCC70D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Cập</a:t>
            </a:r>
            <a:r>
              <a:rPr spc="-70" dirty="0"/>
              <a:t> </a:t>
            </a:r>
            <a:r>
              <a:rPr dirty="0"/>
              <a:t>nhật</a:t>
            </a:r>
            <a:r>
              <a:rPr spc="-60" dirty="0"/>
              <a:t> </a:t>
            </a:r>
            <a:r>
              <a:rPr dirty="0"/>
              <a:t>dữ</a:t>
            </a:r>
            <a:r>
              <a:rPr spc="-55" dirty="0"/>
              <a:t> </a:t>
            </a:r>
            <a:r>
              <a:rPr dirty="0"/>
              <a:t>liệu</a:t>
            </a:r>
            <a:r>
              <a:rPr spc="-65" dirty="0"/>
              <a:t> </a:t>
            </a:r>
            <a:r>
              <a:rPr spc="-25" dirty="0"/>
              <a:t>(3)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136650"/>
          <a:ext cx="6583679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PHONGBAN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TrPhong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NgNhanChuc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Nghiên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cứu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888665555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19/06/1981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Điều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hành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987987987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01/01/1995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32250" y="2584450"/>
          <a:ext cx="4681220" cy="1840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DIADIEM_PHG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MaPB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Tân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Bình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Thủ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Đức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Phú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Nhuận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Gò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Vấp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4190" y="4794250"/>
          <a:ext cx="6116318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5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2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DUAN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Tân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Bình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14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700" spc="-1177" baseline="-3086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17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1800" spc="180" dirty="0">
                          <a:latin typeface="Arial"/>
                          <a:cs typeface="Arial"/>
                        </a:rPr>
                        <a:t>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Thủ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Đức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spc="14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700" spc="-1170" baseline="-3086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175" dirty="0">
                          <a:latin typeface="Arial"/>
                          <a:cs typeface="Arial"/>
                        </a:rPr>
                        <a:t>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CCFB6-C3D3-E8D1-1473-9B8A96C05F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Cập</a:t>
            </a:r>
            <a:r>
              <a:rPr spc="-70" dirty="0"/>
              <a:t> </a:t>
            </a:r>
            <a:r>
              <a:rPr dirty="0"/>
              <a:t>nhật</a:t>
            </a:r>
            <a:r>
              <a:rPr spc="-60" dirty="0"/>
              <a:t> </a:t>
            </a:r>
            <a:r>
              <a:rPr dirty="0"/>
              <a:t>dữ</a:t>
            </a:r>
            <a:r>
              <a:rPr spc="-55" dirty="0"/>
              <a:t> </a:t>
            </a:r>
            <a:r>
              <a:rPr dirty="0"/>
              <a:t>liệu</a:t>
            </a:r>
            <a:r>
              <a:rPr spc="-65" dirty="0"/>
              <a:t> </a:t>
            </a:r>
            <a:r>
              <a:rPr spc="-25" dirty="0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02468"/>
            <a:ext cx="5784850" cy="50063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Sửa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liệu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UPDATE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bảng&gt;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SET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&lt;tên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tính&gt;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&lt;giá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mới&gt;,</a:t>
            </a:r>
            <a:endParaRPr sz="2400">
              <a:latin typeface="Arial"/>
              <a:cs typeface="Arial"/>
            </a:endParaRPr>
          </a:p>
          <a:p>
            <a:pPr marR="5715" algn="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&lt;tên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tính&gt;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&lt;giá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mới&gt;,</a:t>
            </a:r>
            <a:endParaRPr sz="2400">
              <a:latin typeface="Arial"/>
              <a:cs typeface="Arial"/>
            </a:endParaRPr>
          </a:p>
          <a:p>
            <a:pPr marL="1430020">
              <a:lnSpc>
                <a:spcPct val="100000"/>
              </a:lnSpc>
              <a:spcBef>
                <a:spcPts val="575"/>
              </a:spcBef>
            </a:pPr>
            <a:r>
              <a:rPr sz="2400" spc="-25" dirty="0">
                <a:latin typeface="Arial"/>
                <a:cs typeface="Arial"/>
              </a:rPr>
              <a:t>...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[WHERE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&lt;điều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kiện&gt;]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4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update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DUAN</a:t>
            </a:r>
            <a:endParaRPr sz="2000">
              <a:latin typeface="Arial"/>
              <a:cs typeface="Arial"/>
            </a:endParaRPr>
          </a:p>
          <a:p>
            <a:pPr marL="1155700" marR="908685">
              <a:lnSpc>
                <a:spcPct val="120000"/>
              </a:lnSpc>
            </a:pPr>
            <a:r>
              <a:rPr sz="2000" dirty="0">
                <a:latin typeface="Arial"/>
                <a:cs typeface="Arial"/>
              </a:rPr>
              <a:t>set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Diadiem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‘Hanoi’,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4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Maso=10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update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set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Luong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1.1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Luong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1F57D-A41F-C4B8-7665-A4979F98B3E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55" dirty="0"/>
              <a:t> </a:t>
            </a:r>
            <a:r>
              <a:rPr dirty="0"/>
              <a:t>vấn</a:t>
            </a:r>
            <a:r>
              <a:rPr spc="-45" dirty="0"/>
              <a:t> </a:t>
            </a:r>
            <a:r>
              <a:rPr dirty="0"/>
              <a:t>dữ</a:t>
            </a:r>
            <a:r>
              <a:rPr spc="-55" dirty="0"/>
              <a:t> </a:t>
            </a:r>
            <a:r>
              <a:rPr spc="-20" dirty="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899"/>
            <a:ext cx="3971925" cy="42691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Cú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pháp</a:t>
            </a:r>
            <a:endParaRPr sz="2400">
              <a:latin typeface="Arial"/>
              <a:cs typeface="Arial"/>
            </a:endParaRPr>
          </a:p>
          <a:p>
            <a:pPr marL="756285" marR="1438275" lvl="1" indent="-287020">
              <a:lnSpc>
                <a:spcPct val="120100"/>
              </a:lnSpc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&lt;dstt&gt;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&lt;dsb&gt; </a:t>
            </a:r>
            <a:r>
              <a:rPr sz="2000" dirty="0">
                <a:latin typeface="Arial"/>
                <a:cs typeface="Arial"/>
              </a:rPr>
              <a:t>[WHERE </a:t>
            </a:r>
            <a:r>
              <a:rPr sz="2000" spc="-10" dirty="0">
                <a:latin typeface="Arial"/>
                <a:cs typeface="Arial"/>
              </a:rPr>
              <a:t>&lt;đk&gt;]</a:t>
            </a:r>
            <a:endParaRPr sz="2000">
              <a:latin typeface="Arial"/>
              <a:cs typeface="Arial"/>
            </a:endParaRPr>
          </a:p>
          <a:p>
            <a:pPr marL="756285" marR="5080">
              <a:lnSpc>
                <a:spcPct val="120000"/>
              </a:lnSpc>
            </a:pPr>
            <a:r>
              <a:rPr sz="2000" dirty="0">
                <a:latin typeface="Arial"/>
                <a:cs typeface="Arial"/>
              </a:rPr>
              <a:t>[GROUP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 &lt;dstt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nhóm&gt;] </a:t>
            </a:r>
            <a:r>
              <a:rPr sz="2000" dirty="0">
                <a:latin typeface="Arial"/>
                <a:cs typeface="Arial"/>
              </a:rPr>
              <a:t>[HAVING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&lt;đk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nhóm&gt;] </a:t>
            </a:r>
            <a:r>
              <a:rPr sz="2000" dirty="0">
                <a:latin typeface="Arial"/>
                <a:cs typeface="Arial"/>
              </a:rPr>
              <a:t>[ORDER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&lt;dstt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sắp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xếp&gt;]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lệnh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vấn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bảng.</a:t>
            </a:r>
            <a:endParaRPr sz="2400">
              <a:latin typeface="Arial"/>
              <a:cs typeface="Arial"/>
            </a:endParaRPr>
          </a:p>
          <a:p>
            <a:pPr marL="355600" marR="30226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Bảng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SQL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thể </a:t>
            </a:r>
            <a:r>
              <a:rPr sz="2400" dirty="0">
                <a:latin typeface="Arial"/>
                <a:cs typeface="Arial"/>
              </a:rPr>
              <a:t>chứa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trùng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1019899"/>
            <a:ext cx="4084954" cy="47942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Trong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đó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&lt;dstt&gt;: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quả.</a:t>
            </a:r>
            <a:endParaRPr sz="2000">
              <a:latin typeface="Arial"/>
              <a:cs typeface="Arial"/>
            </a:endParaRPr>
          </a:p>
          <a:p>
            <a:pPr marL="756285" marR="205104" lvl="1" indent="-287020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&lt;dsb&gt;: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bảng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liên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vấn.</a:t>
            </a:r>
            <a:endParaRPr sz="20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&lt;đk&gt;: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điều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kiện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chọn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hoặc </a:t>
            </a:r>
            <a:r>
              <a:rPr sz="2000" dirty="0">
                <a:latin typeface="Arial"/>
                <a:cs typeface="Arial"/>
              </a:rPr>
              <a:t>ghép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bộ.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&lt;dstt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nhóm&gt;: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sách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bộ.</a:t>
            </a:r>
            <a:endParaRPr sz="2000">
              <a:latin typeface="Arial"/>
              <a:cs typeface="Arial"/>
            </a:endParaRPr>
          </a:p>
          <a:p>
            <a:pPr marL="756285" marR="271780" lvl="1" indent="-287020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&lt;đk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nhóm&gt;: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điều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kiện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chọn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nhóm.</a:t>
            </a:r>
            <a:endParaRPr sz="2000">
              <a:latin typeface="Arial"/>
              <a:cs typeface="Arial"/>
            </a:endParaRPr>
          </a:p>
          <a:p>
            <a:pPr marL="756285" marR="163830" lvl="1" indent="-287020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&lt;dstt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sắp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xếp&gt;: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sách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thứ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sắp </a:t>
            </a:r>
            <a:r>
              <a:rPr sz="2000" dirty="0">
                <a:latin typeface="Arial"/>
                <a:cs typeface="Arial"/>
              </a:rPr>
              <a:t>xếp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tương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ứng.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9EC77-AEA6-96CA-DD54-302A59B9AAB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80" dirty="0"/>
              <a:t> </a:t>
            </a:r>
            <a:r>
              <a:rPr dirty="0"/>
              <a:t>toán</a:t>
            </a:r>
            <a:r>
              <a:rPr spc="-75" dirty="0"/>
              <a:t> </a:t>
            </a:r>
            <a:r>
              <a:rPr dirty="0"/>
              <a:t>quan</a:t>
            </a:r>
            <a:r>
              <a:rPr spc="-60" dirty="0"/>
              <a:t> </a:t>
            </a:r>
            <a:r>
              <a:rPr spc="-25" dirty="0"/>
              <a:t>hệ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2129154"/>
            <a:ext cx="165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40" y="1130553"/>
            <a:ext cx="2315210" cy="347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indent="-342265">
              <a:lnSpc>
                <a:spcPts val="2710"/>
              </a:lnSpc>
              <a:spcBef>
                <a:spcPts val="100"/>
              </a:spcBef>
              <a:buFont typeface="Wingdings"/>
              <a:buChar char=""/>
              <a:tabLst>
                <a:tab pos="393065" algn="l"/>
              </a:tabLst>
            </a:pPr>
            <a:r>
              <a:rPr sz="3600" spc="-15" baseline="13888" dirty="0">
                <a:latin typeface="Symbol"/>
                <a:cs typeface="Symbol"/>
              </a:rPr>
              <a:t></a:t>
            </a:r>
            <a:r>
              <a:rPr sz="1600" spc="-10" dirty="0">
                <a:latin typeface="Arial"/>
                <a:cs typeface="Arial"/>
              </a:rPr>
              <a:t>&lt;dstt&gt;</a:t>
            </a:r>
            <a:r>
              <a:rPr sz="3600" spc="-15" baseline="13888" dirty="0">
                <a:latin typeface="Arial"/>
                <a:cs typeface="Arial"/>
              </a:rPr>
              <a:t>(R)</a:t>
            </a:r>
            <a:endParaRPr sz="3600" baseline="13888">
              <a:latin typeface="Arial"/>
              <a:cs typeface="Arial"/>
            </a:endParaRPr>
          </a:p>
          <a:p>
            <a:pPr marL="794385">
              <a:lnSpc>
                <a:spcPts val="2230"/>
              </a:lnSpc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&lt;dstt&gt;</a:t>
            </a:r>
            <a:endParaRPr sz="2000">
              <a:latin typeface="Arial"/>
              <a:cs typeface="Arial"/>
            </a:endParaRPr>
          </a:p>
          <a:p>
            <a:pPr marL="7943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  <a:p>
            <a:pPr marL="393700">
              <a:lnSpc>
                <a:spcPts val="2710"/>
              </a:lnSpc>
              <a:spcBef>
                <a:spcPts val="875"/>
              </a:spcBef>
            </a:pPr>
            <a:r>
              <a:rPr sz="3600" spc="-15" baseline="13888" dirty="0">
                <a:latin typeface="Symbol"/>
                <a:cs typeface="Symbol"/>
              </a:rPr>
              <a:t></a:t>
            </a:r>
            <a:r>
              <a:rPr sz="1600" spc="-10" dirty="0">
                <a:latin typeface="Arial"/>
                <a:cs typeface="Arial"/>
              </a:rPr>
              <a:t>&lt;đkc&gt;</a:t>
            </a:r>
            <a:r>
              <a:rPr sz="3600" spc="-15" baseline="13888" dirty="0">
                <a:latin typeface="Arial"/>
                <a:cs typeface="Arial"/>
              </a:rPr>
              <a:t>(R)</a:t>
            </a:r>
            <a:endParaRPr sz="3600" baseline="13888">
              <a:latin typeface="Arial"/>
              <a:cs typeface="Arial"/>
            </a:endParaRPr>
          </a:p>
          <a:p>
            <a:pPr marL="794385">
              <a:lnSpc>
                <a:spcPts val="2230"/>
              </a:lnSpc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794385" marR="55880">
              <a:lnSpc>
                <a:spcPct val="11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R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&lt;đkc&gt;</a:t>
            </a:r>
            <a:endParaRPr sz="20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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794385">
              <a:lnSpc>
                <a:spcPct val="100000"/>
              </a:lnSpc>
              <a:spcBef>
                <a:spcPts val="244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7943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R, </a:t>
            </a:r>
            <a:r>
              <a:rPr sz="2000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4610861"/>
            <a:ext cx="588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spc="-5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5956" y="4685538"/>
            <a:ext cx="1532890" cy="132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>
              <a:lnSpc>
                <a:spcPts val="271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&lt;đkk&gt;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3600" spc="-89" baseline="13888" dirty="0">
                <a:latin typeface="Arial"/>
                <a:cs typeface="Arial"/>
              </a:rPr>
              <a:t>S</a:t>
            </a:r>
            <a:endParaRPr sz="3600" baseline="13888">
              <a:latin typeface="Arial"/>
              <a:cs typeface="Arial"/>
            </a:endParaRPr>
          </a:p>
          <a:p>
            <a:pPr marL="38100">
              <a:lnSpc>
                <a:spcPts val="2230"/>
              </a:lnSpc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38100" marR="30480">
              <a:lnSpc>
                <a:spcPct val="11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R, </a:t>
            </a:r>
            <a:r>
              <a:rPr sz="2000" spc="-50" dirty="0">
                <a:latin typeface="Arial"/>
                <a:cs typeface="Arial"/>
              </a:rPr>
              <a:t>S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&lt;đkk&gt;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7575" y="1055878"/>
            <a:ext cx="165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Wingdings"/>
                <a:cs typeface="Wingdings"/>
              </a:rPr>
              <a:t>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5328" y="1130553"/>
            <a:ext cx="2174240" cy="132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710"/>
              </a:lnSpc>
              <a:spcBef>
                <a:spcPts val="100"/>
              </a:spcBef>
            </a:pPr>
            <a:r>
              <a:rPr sz="3600" spc="-15" baseline="13888" dirty="0">
                <a:latin typeface="Symbol"/>
                <a:cs typeface="Symbol"/>
              </a:rPr>
              <a:t></a:t>
            </a:r>
            <a:r>
              <a:rPr sz="1600" spc="-10" dirty="0">
                <a:latin typeface="Arial"/>
                <a:cs typeface="Arial"/>
              </a:rPr>
              <a:t>&lt;dstt&gt;</a:t>
            </a:r>
            <a:r>
              <a:rPr sz="3600" spc="-15" baseline="13888" dirty="0">
                <a:latin typeface="Arial"/>
                <a:cs typeface="Arial"/>
              </a:rPr>
              <a:t>(</a:t>
            </a:r>
            <a:r>
              <a:rPr sz="3600" spc="-15" baseline="13888" dirty="0">
                <a:latin typeface="Symbol"/>
                <a:cs typeface="Symbol"/>
              </a:rPr>
              <a:t></a:t>
            </a:r>
            <a:r>
              <a:rPr sz="1600" spc="-10" dirty="0">
                <a:latin typeface="Arial"/>
                <a:cs typeface="Arial"/>
              </a:rPr>
              <a:t>&lt;đkc&gt;</a:t>
            </a:r>
            <a:r>
              <a:rPr sz="3600" spc="-15" baseline="13888" dirty="0">
                <a:latin typeface="Arial"/>
                <a:cs typeface="Arial"/>
              </a:rPr>
              <a:t>(R))</a:t>
            </a:r>
            <a:endParaRPr sz="3600" baseline="13888">
              <a:latin typeface="Arial"/>
              <a:cs typeface="Arial"/>
            </a:endParaRPr>
          </a:p>
          <a:p>
            <a:pPr marL="438784">
              <a:lnSpc>
                <a:spcPts val="2230"/>
              </a:lnSpc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&lt;dstt&gt;</a:t>
            </a:r>
            <a:endParaRPr sz="2000">
              <a:latin typeface="Arial"/>
              <a:cs typeface="Arial"/>
            </a:endParaRPr>
          </a:p>
          <a:p>
            <a:pPr marL="438784" marR="270510">
              <a:lnSpc>
                <a:spcPct val="11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R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&lt;đkc&gt;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4793" y="4748593"/>
            <a:ext cx="174116" cy="16192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4CC7A6A-77FC-2C98-D81B-F600D363B2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Ví </a:t>
            </a:r>
            <a:r>
              <a:rPr sz="3600" spc="-25" dirty="0"/>
              <a:t>dụ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56540" y="1019783"/>
            <a:ext cx="8498840" cy="364490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384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4.</a:t>
            </a:r>
            <a:endParaRPr sz="2400">
              <a:latin typeface="Arial"/>
              <a:cs typeface="Arial"/>
            </a:endParaRPr>
          </a:p>
          <a:p>
            <a:pPr marL="807085" lvl="1" indent="-28638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807085" algn="l"/>
              </a:tabLst>
            </a:pPr>
            <a:r>
              <a:rPr sz="2000" dirty="0">
                <a:latin typeface="Symbol"/>
                <a:cs typeface="Symbol"/>
              </a:rPr>
              <a:t></a:t>
            </a:r>
            <a:r>
              <a:rPr sz="1950" baseline="-21367" dirty="0">
                <a:latin typeface="Arial"/>
                <a:cs typeface="Arial"/>
              </a:rPr>
              <a:t>MaPB</a:t>
            </a:r>
            <a:r>
              <a:rPr sz="1950" spc="52" baseline="-21367" dirty="0">
                <a:latin typeface="Arial"/>
                <a:cs typeface="Arial"/>
              </a:rPr>
              <a:t> </a:t>
            </a:r>
            <a:r>
              <a:rPr sz="1950" baseline="-21367" dirty="0">
                <a:latin typeface="Arial"/>
                <a:cs typeface="Arial"/>
              </a:rPr>
              <a:t>=</a:t>
            </a:r>
            <a:r>
              <a:rPr sz="1950" spc="60" baseline="-21367" dirty="0">
                <a:latin typeface="Arial"/>
                <a:cs typeface="Arial"/>
              </a:rPr>
              <a:t> </a:t>
            </a:r>
            <a:r>
              <a:rPr sz="1950" spc="-15" baseline="-21367" dirty="0">
                <a:latin typeface="Arial"/>
                <a:cs typeface="Arial"/>
              </a:rPr>
              <a:t>4</a:t>
            </a:r>
            <a:r>
              <a:rPr sz="2000" spc="-10" dirty="0">
                <a:latin typeface="Arial"/>
                <a:cs typeface="Arial"/>
              </a:rPr>
              <a:t>(NHANVIEN)</a:t>
            </a:r>
            <a:endParaRPr sz="2000">
              <a:latin typeface="Arial"/>
              <a:cs typeface="Arial"/>
            </a:endParaRPr>
          </a:p>
          <a:p>
            <a:pPr marL="807085" lvl="1" indent="-286385">
              <a:lnSpc>
                <a:spcPct val="100000"/>
              </a:lnSpc>
              <a:spcBef>
                <a:spcPts val="245"/>
              </a:spcBef>
              <a:buChar char="•"/>
              <a:tabLst>
                <a:tab pos="807085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807085" marR="5792470">
              <a:lnSpc>
                <a:spcPct val="11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MaPB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  <a:p>
            <a:pPr marL="405765" indent="-342265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viên.</a:t>
            </a:r>
            <a:endParaRPr sz="2400">
              <a:latin typeface="Arial"/>
              <a:cs typeface="Arial"/>
            </a:endParaRPr>
          </a:p>
          <a:p>
            <a:pPr marL="807085" lvl="1" indent="-286385">
              <a:lnSpc>
                <a:spcPts val="2275"/>
              </a:lnSpc>
              <a:spcBef>
                <a:spcPts val="735"/>
              </a:spcBef>
              <a:buFont typeface="Arial"/>
              <a:buChar char="•"/>
              <a:tabLst>
                <a:tab pos="807085" algn="l"/>
              </a:tabLst>
            </a:pPr>
            <a:r>
              <a:rPr sz="3000" baseline="13888" dirty="0">
                <a:latin typeface="Symbol"/>
                <a:cs typeface="Symbol"/>
              </a:rPr>
              <a:t></a:t>
            </a:r>
            <a:r>
              <a:rPr sz="1300" dirty="0">
                <a:latin typeface="Arial"/>
                <a:cs typeface="Arial"/>
              </a:rPr>
              <a:t>Ho,</a:t>
            </a:r>
            <a:r>
              <a:rPr sz="1300" spc="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Ten,</a:t>
            </a:r>
            <a:r>
              <a:rPr sz="1300" spc="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GTinh,</a:t>
            </a:r>
            <a:r>
              <a:rPr sz="1300" spc="5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Luong</a:t>
            </a:r>
            <a:r>
              <a:rPr sz="3000" spc="-15" baseline="13888" dirty="0">
                <a:latin typeface="Arial"/>
                <a:cs typeface="Arial"/>
              </a:rPr>
              <a:t>(NHANVIEN)</a:t>
            </a:r>
            <a:endParaRPr sz="3000" baseline="13888">
              <a:latin typeface="Arial"/>
              <a:cs typeface="Arial"/>
            </a:endParaRPr>
          </a:p>
          <a:p>
            <a:pPr marL="807085" lvl="1" indent="-286385">
              <a:lnSpc>
                <a:spcPts val="2275"/>
              </a:lnSpc>
              <a:buChar char="•"/>
              <a:tabLst>
                <a:tab pos="807085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Ten,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GTinh,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Luong</a:t>
            </a:r>
            <a:endParaRPr sz="2000">
              <a:latin typeface="Arial"/>
              <a:cs typeface="Arial"/>
            </a:endParaRPr>
          </a:p>
          <a:p>
            <a:pPr marL="8070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405765" indent="-342265">
              <a:lnSpc>
                <a:spcPct val="100000"/>
              </a:lnSpc>
              <a:spcBef>
                <a:spcPts val="320"/>
              </a:spcBef>
              <a:buFont typeface="Wingdings"/>
              <a:buChar char=""/>
              <a:tabLst>
                <a:tab pos="405765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</a:t>
            </a:r>
            <a:r>
              <a:rPr sz="2800" dirty="0">
                <a:latin typeface="Arial"/>
                <a:cs typeface="Arial"/>
              </a:rPr>
              <a:t>ết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trưởng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phòng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140" y="4641951"/>
            <a:ext cx="2647315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24485" algn="l"/>
              </a:tabLst>
            </a:pP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Ho,</a:t>
            </a:r>
            <a:r>
              <a:rPr sz="1950" spc="52" baseline="-21367" dirty="0">
                <a:latin typeface="Arial"/>
                <a:cs typeface="Arial"/>
              </a:rPr>
              <a:t> </a:t>
            </a:r>
            <a:r>
              <a:rPr sz="1950" spc="-15" baseline="-21367" dirty="0">
                <a:latin typeface="Arial"/>
                <a:cs typeface="Arial"/>
              </a:rPr>
              <a:t>Ten</a:t>
            </a:r>
            <a:r>
              <a:rPr sz="2000" spc="-10" dirty="0">
                <a:latin typeface="Arial"/>
                <a:cs typeface="Arial"/>
              </a:rPr>
              <a:t>(PHONGBAN</a:t>
            </a:r>
            <a:endParaRPr sz="2000">
              <a:latin typeface="Arial"/>
              <a:cs typeface="Arial"/>
            </a:endParaRPr>
          </a:p>
          <a:p>
            <a:pPr marL="324485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324485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6710" y="4734305"/>
            <a:ext cx="2576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TrPhg=MaNV</a:t>
            </a:r>
            <a:r>
              <a:rPr sz="1300" spc="310" dirty="0">
                <a:latin typeface="Arial"/>
                <a:cs typeface="Arial"/>
              </a:rPr>
              <a:t> </a:t>
            </a:r>
            <a:r>
              <a:rPr sz="3000" spc="-15" baseline="13888" dirty="0">
                <a:latin typeface="Arial"/>
                <a:cs typeface="Arial"/>
              </a:rPr>
              <a:t>NHANVIEN)</a:t>
            </a:r>
            <a:endParaRPr sz="3000" baseline="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1356" y="5312765"/>
            <a:ext cx="3512820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NHANVIEN,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PHONGBAN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TrPhg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MaNV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3193" y="4766881"/>
            <a:ext cx="174117" cy="16192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EAB570-5A7D-1544-F2C0-8B185C749D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0" dirty="0"/>
              <a:t> </a:t>
            </a:r>
            <a:r>
              <a:rPr dirty="0"/>
              <a:t>toán</a:t>
            </a:r>
            <a:r>
              <a:rPr spc="-60" dirty="0"/>
              <a:t> </a:t>
            </a:r>
            <a:r>
              <a:rPr dirty="0"/>
              <a:t>tập</a:t>
            </a:r>
            <a:r>
              <a:rPr spc="-55" dirty="0"/>
              <a:t> </a:t>
            </a:r>
            <a:r>
              <a:rPr spc="-25" dirty="0"/>
              <a:t>hợp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899"/>
            <a:ext cx="3999229" cy="503809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SQL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hổ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toán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UNION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(Hội)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EXCEPT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(Hiệu).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INTERSECT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(Giao).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Đặc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điểm</a:t>
            </a:r>
            <a:endParaRPr sz="2000">
              <a:latin typeface="Arial"/>
              <a:cs typeface="Arial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445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dòng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giống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nhau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bị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loại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bảng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quả.</a:t>
            </a:r>
            <a:endParaRPr sz="1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430"/>
              </a:spcBef>
              <a:buChar char="-"/>
              <a:tabLst>
                <a:tab pos="1155700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bảng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phép</a:t>
            </a:r>
            <a:endParaRPr sz="18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toán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phải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khả</a:t>
            </a:r>
            <a:r>
              <a:rPr sz="1800" spc="-25" dirty="0">
                <a:latin typeface="Arial"/>
                <a:cs typeface="Arial"/>
              </a:rPr>
              <a:t> hợp</a:t>
            </a:r>
            <a:endParaRPr sz="1800">
              <a:latin typeface="Arial"/>
              <a:cs typeface="Arial"/>
            </a:endParaRPr>
          </a:p>
          <a:p>
            <a:pPr marL="355600" marR="584200" indent="-342900">
              <a:lnSpc>
                <a:spcPct val="100000"/>
              </a:lnSpc>
              <a:spcBef>
                <a:spcPts val="57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Giữ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dòng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giống nhau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UNION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ALL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EXCEPT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ALL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INTERSECT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1039491"/>
            <a:ext cx="3468370" cy="49644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(SELECT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&lt;dstt&gt;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&lt;dsb&gt;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Arial"/>
                <a:cs typeface="Arial"/>
              </a:rPr>
              <a:t>WHERE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&lt;đk&gt;)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"/>
                <a:cs typeface="Arial"/>
              </a:rPr>
              <a:t>UNION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[ALL]</a:t>
            </a:r>
            <a:endParaRPr sz="1800">
              <a:latin typeface="Arial"/>
              <a:cs typeface="Arial"/>
            </a:endParaRPr>
          </a:p>
          <a:p>
            <a:pPr marL="355600" marR="5080">
              <a:lnSpc>
                <a:spcPct val="120000"/>
              </a:lnSpc>
            </a:pPr>
            <a:r>
              <a:rPr sz="1800" dirty="0">
                <a:latin typeface="Arial"/>
                <a:cs typeface="Arial"/>
              </a:rPr>
              <a:t>(SELECT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&lt;dstt&gt;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&lt;dsb&gt; </a:t>
            </a:r>
            <a:r>
              <a:rPr sz="1800" dirty="0">
                <a:latin typeface="Arial"/>
                <a:cs typeface="Arial"/>
              </a:rPr>
              <a:t>WHERE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&lt;đk&gt;)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(SELECT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&lt;dstt&gt;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&lt;dsb&gt;</a:t>
            </a:r>
            <a:endParaRPr sz="1800">
              <a:latin typeface="Arial"/>
              <a:cs typeface="Arial"/>
            </a:endParaRPr>
          </a:p>
          <a:p>
            <a:pPr marL="355600" marR="1592580">
              <a:lnSpc>
                <a:spcPct val="12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WHERE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&lt;đk&gt;) </a:t>
            </a:r>
            <a:r>
              <a:rPr sz="1800" dirty="0">
                <a:latin typeface="Arial"/>
                <a:cs typeface="Arial"/>
              </a:rPr>
              <a:t>EXCEPT</a:t>
            </a:r>
            <a:r>
              <a:rPr sz="1800" spc="-20" dirty="0">
                <a:latin typeface="Arial"/>
                <a:cs typeface="Arial"/>
              </a:rPr>
              <a:t> [ALL]</a:t>
            </a:r>
            <a:endParaRPr sz="1800">
              <a:latin typeface="Arial"/>
              <a:cs typeface="Arial"/>
            </a:endParaRPr>
          </a:p>
          <a:p>
            <a:pPr marL="355600" marR="5080">
              <a:lnSpc>
                <a:spcPts val="2590"/>
              </a:lnSpc>
              <a:spcBef>
                <a:spcPts val="160"/>
              </a:spcBef>
            </a:pPr>
            <a:r>
              <a:rPr sz="1800" dirty="0">
                <a:latin typeface="Arial"/>
                <a:cs typeface="Arial"/>
              </a:rPr>
              <a:t>(SELECT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&lt;dstt&gt;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&lt;dsb&gt; </a:t>
            </a:r>
            <a:r>
              <a:rPr sz="1800" dirty="0">
                <a:latin typeface="Arial"/>
                <a:cs typeface="Arial"/>
              </a:rPr>
              <a:t>WHERE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&lt;đk&gt;)</a:t>
            </a:r>
            <a:endParaRPr sz="1800">
              <a:latin typeface="Arial"/>
              <a:cs typeface="Arial"/>
            </a:endParaRPr>
          </a:p>
          <a:p>
            <a:pPr marL="355600" marR="5080" indent="-343535">
              <a:lnSpc>
                <a:spcPts val="2590"/>
              </a:lnSpc>
              <a:spcBef>
                <a:spcPts val="5"/>
              </a:spcBef>
              <a:buFont typeface="Wingdings"/>
              <a:buChar char=""/>
              <a:tabLst>
                <a:tab pos="355600" algn="l"/>
              </a:tabLst>
            </a:pPr>
            <a:r>
              <a:rPr sz="1800" dirty="0">
                <a:latin typeface="Arial"/>
                <a:cs typeface="Arial"/>
              </a:rPr>
              <a:t>(SELECT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&lt;dstt&gt;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&lt;dsb&gt; </a:t>
            </a:r>
            <a:r>
              <a:rPr sz="1800" dirty="0">
                <a:latin typeface="Arial"/>
                <a:cs typeface="Arial"/>
              </a:rPr>
              <a:t>WHERE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&lt;đk&gt;)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275"/>
              </a:spcBef>
            </a:pPr>
            <a:r>
              <a:rPr sz="1800" dirty="0">
                <a:latin typeface="Arial"/>
                <a:cs typeface="Arial"/>
              </a:rPr>
              <a:t>INTERSECT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[ALL]</a:t>
            </a:r>
            <a:endParaRPr sz="1800">
              <a:latin typeface="Arial"/>
              <a:cs typeface="Arial"/>
            </a:endParaRPr>
          </a:p>
          <a:p>
            <a:pPr marL="355600" marR="5080">
              <a:lnSpc>
                <a:spcPct val="12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(SELECT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&lt;dstt&gt;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&lt;dsb&gt; </a:t>
            </a:r>
            <a:r>
              <a:rPr sz="1800" dirty="0">
                <a:latin typeface="Arial"/>
                <a:cs typeface="Arial"/>
              </a:rPr>
              <a:t>WHERE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&lt;đk&gt;)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BF71-910D-13AF-A278-9602B46A1B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Đặt</a:t>
            </a:r>
            <a:r>
              <a:rPr spc="-65" dirty="0"/>
              <a:t> </a:t>
            </a:r>
            <a:r>
              <a:rPr spc="-25" dirty="0"/>
              <a:t>tên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3294" y="3446377"/>
            <a:ext cx="3487420" cy="1016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15"/>
              </a:lnSpc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NV.Ho,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NV.Ten.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PB.Ten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NHANVIEN,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PHONGBAN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MaPB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MaPB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3387852"/>
            <a:ext cx="5181600" cy="1127760"/>
          </a:xfrm>
          <a:custGeom>
            <a:avLst/>
            <a:gdLst/>
            <a:ahLst/>
            <a:cxnLst/>
            <a:rect l="l" t="t" r="r" b="b"/>
            <a:pathLst>
              <a:path w="5181600" h="1127760">
                <a:moveTo>
                  <a:pt x="5181600" y="0"/>
                </a:moveTo>
                <a:lnTo>
                  <a:pt x="0" y="0"/>
                </a:lnTo>
                <a:lnTo>
                  <a:pt x="0" y="1127760"/>
                </a:lnTo>
                <a:lnTo>
                  <a:pt x="5181600" y="1127760"/>
                </a:lnTo>
                <a:lnTo>
                  <a:pt x="5181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1002468"/>
            <a:ext cx="7304405" cy="464058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54965" marR="1457325" indent="-342900">
              <a:lnSpc>
                <a:spcPct val="118900"/>
              </a:lnSpc>
              <a:spcBef>
                <a:spcPts val="155"/>
              </a:spcBef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Đặt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mệnh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SELECT: 	</a:t>
            </a:r>
            <a:r>
              <a:rPr sz="2400" dirty="0">
                <a:latin typeface="Arial"/>
                <a:cs typeface="Arial"/>
              </a:rPr>
              <a:t>select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count(*)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‘Tong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vien’ 	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Đặt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mệnh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FROM: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Đặt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bảng</a:t>
            </a:r>
            <a:endParaRPr sz="2400">
              <a:latin typeface="Arial"/>
              <a:cs typeface="Arial"/>
            </a:endParaRPr>
          </a:p>
          <a:p>
            <a:pPr marL="2070100">
              <a:lnSpc>
                <a:spcPct val="100000"/>
              </a:lnSpc>
              <a:spcBef>
                <a:spcPts val="520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NV.Ho,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NV.Ten.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PB.Ten</a:t>
            </a:r>
            <a:endParaRPr sz="2000">
              <a:latin typeface="Arial"/>
              <a:cs typeface="Arial"/>
            </a:endParaRPr>
          </a:p>
          <a:p>
            <a:pPr marL="20701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NHANVIEN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NV,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PHONGBAN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PB</a:t>
            </a:r>
            <a:endParaRPr sz="2000">
              <a:latin typeface="Arial"/>
              <a:cs typeface="Arial"/>
            </a:endParaRPr>
          </a:p>
          <a:p>
            <a:pPr marL="20701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NV.MaPB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PB.MaPB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4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Đặt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tính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PHONGBAN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PB(Ten,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Maso,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MaTrPhg,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Ngay)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B55CD-B530-C97E-4286-1EE0489377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55" dirty="0"/>
              <a:t> </a:t>
            </a:r>
            <a:r>
              <a:rPr dirty="0"/>
              <a:t>toán</a:t>
            </a:r>
            <a:r>
              <a:rPr spc="-50" dirty="0"/>
              <a:t> </a:t>
            </a:r>
            <a:r>
              <a:rPr dirty="0"/>
              <a:t>số</a:t>
            </a:r>
            <a:r>
              <a:rPr spc="-55" dirty="0"/>
              <a:t> </a:t>
            </a:r>
            <a:r>
              <a:rPr spc="-25" dirty="0"/>
              <a:t>học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55878"/>
            <a:ext cx="7947659" cy="13919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tabLst>
                <a:tab pos="354965" algn="l"/>
              </a:tabLst>
            </a:pPr>
            <a:r>
              <a:rPr sz="2400" spc="-50" dirty="0">
                <a:latin typeface="Wingdings"/>
                <a:cs typeface="Wingdings"/>
              </a:rPr>
              <a:t>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+,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*,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/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giá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trị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số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mệnh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đề </a:t>
            </a:r>
            <a:r>
              <a:rPr sz="2400" spc="-10" dirty="0">
                <a:latin typeface="Arial"/>
                <a:cs typeface="Arial"/>
              </a:rPr>
              <a:t>SELECT</a:t>
            </a:r>
            <a:endParaRPr sz="2400">
              <a:latin typeface="Arial"/>
              <a:cs typeface="Arial"/>
            </a:endParaRPr>
          </a:p>
          <a:p>
            <a:pPr marL="756285" marR="3445510">
              <a:lnSpc>
                <a:spcPts val="2640"/>
              </a:lnSpc>
              <a:spcBef>
                <a:spcPts val="75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1.1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Luong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‘Luong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moi’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836182"/>
            <a:ext cx="6777990" cy="109982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354965" algn="l"/>
              </a:tabLst>
            </a:pPr>
            <a:r>
              <a:rPr sz="2400" spc="-50" dirty="0">
                <a:latin typeface="Wingdings"/>
                <a:cs typeface="Wingdings"/>
              </a:rPr>
              <a:t>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+,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giá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trị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kiểu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ngày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giờ</a:t>
            </a:r>
            <a:endParaRPr sz="2400">
              <a:latin typeface="Arial"/>
              <a:cs typeface="Arial"/>
            </a:endParaRPr>
          </a:p>
          <a:p>
            <a:pPr marL="756285" marR="1249680">
              <a:lnSpc>
                <a:spcPct val="11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NgNhanChuc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150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‘Cong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Ngay’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PHONGBAN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79550" y="2724150"/>
          <a:ext cx="3162299" cy="184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38000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318250" y="2736850"/>
          <a:ext cx="1250950" cy="1831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Luong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moi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44000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41800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27500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12FD-E001-C84B-37B9-4BEE8BFAED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70" dirty="0"/>
              <a:t> </a:t>
            </a:r>
            <a:r>
              <a:rPr dirty="0"/>
              <a:t>toán</a:t>
            </a:r>
            <a:r>
              <a:rPr spc="-70" dirty="0"/>
              <a:t> </a:t>
            </a:r>
            <a:r>
              <a:rPr dirty="0"/>
              <a:t>so</a:t>
            </a:r>
            <a:r>
              <a:rPr spc="-70" dirty="0"/>
              <a:t> </a:t>
            </a:r>
            <a:r>
              <a:rPr dirty="0"/>
              <a:t>sánh</a:t>
            </a:r>
            <a:r>
              <a:rPr spc="-60" dirty="0"/>
              <a:t> </a:t>
            </a:r>
            <a:r>
              <a:rPr dirty="0"/>
              <a:t>và</a:t>
            </a:r>
            <a:r>
              <a:rPr spc="-70" dirty="0"/>
              <a:t> </a:t>
            </a:r>
            <a:r>
              <a:rPr dirty="0"/>
              <a:t>luận</a:t>
            </a:r>
            <a:r>
              <a:rPr spc="-60" dirty="0"/>
              <a:t> </a:t>
            </a:r>
            <a:r>
              <a:rPr spc="-25" dirty="0"/>
              <a:t>lý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55878"/>
            <a:ext cx="8143875" cy="44716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Dùng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mệnh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HAVING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dựng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kiện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kiện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kết.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10"/>
              </a:spcBef>
              <a:tabLst>
                <a:tab pos="756285" algn="l"/>
              </a:tabLst>
            </a:pPr>
            <a:r>
              <a:rPr sz="2000" spc="-50" dirty="0">
                <a:latin typeface="Arial"/>
                <a:cs typeface="Arial"/>
              </a:rPr>
              <a:t>•</a:t>
            </a:r>
            <a:r>
              <a:rPr sz="2000" dirty="0">
                <a:latin typeface="Arial"/>
                <a:cs typeface="Arial"/>
              </a:rPr>
              <a:t>	=,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≤,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≥,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&lt;&gt;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BETWEEN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&lt;giá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trị&gt;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&lt;giá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trị&gt;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AND, OR,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NOT</a:t>
            </a:r>
            <a:endParaRPr sz="2000">
              <a:latin typeface="Arial"/>
              <a:cs typeface="Arial"/>
            </a:endParaRPr>
          </a:p>
          <a:p>
            <a:pPr marL="355600" marR="273685" indent="-342900">
              <a:lnSpc>
                <a:spcPts val="2590"/>
              </a:lnSpc>
              <a:spcBef>
                <a:spcPts val="61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30.000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và </a:t>
            </a:r>
            <a:r>
              <a:rPr sz="2400" spc="-10" dirty="0">
                <a:latin typeface="Arial"/>
                <a:cs typeface="Arial"/>
              </a:rPr>
              <a:t>40.000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1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(Luong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30000)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(Luong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40000)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Phg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(Luong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between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30000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40000)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45A86-BF8E-2AF7-B4B7-0BAA37DAD6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70" dirty="0"/>
              <a:t> </a:t>
            </a:r>
            <a:r>
              <a:rPr dirty="0"/>
              <a:t>toán</a:t>
            </a:r>
            <a:r>
              <a:rPr spc="-70" dirty="0"/>
              <a:t> </a:t>
            </a:r>
            <a:r>
              <a:rPr dirty="0"/>
              <a:t>so</a:t>
            </a:r>
            <a:r>
              <a:rPr spc="-65" dirty="0"/>
              <a:t> </a:t>
            </a:r>
            <a:r>
              <a:rPr dirty="0"/>
              <a:t>sánh</a:t>
            </a:r>
            <a:r>
              <a:rPr spc="-60" dirty="0"/>
              <a:t> </a:t>
            </a:r>
            <a:r>
              <a:rPr spc="-10" dirty="0"/>
              <a:t>chuỗi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58775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LIKE</a:t>
            </a:r>
            <a:r>
              <a:rPr spc="-45" dirty="0"/>
              <a:t> </a:t>
            </a:r>
            <a:r>
              <a:rPr dirty="0"/>
              <a:t>&lt;mẫu</a:t>
            </a:r>
            <a:r>
              <a:rPr spc="-35" dirty="0"/>
              <a:t> </a:t>
            </a:r>
            <a:r>
              <a:rPr dirty="0"/>
              <a:t>đối</a:t>
            </a:r>
            <a:r>
              <a:rPr spc="-30" dirty="0"/>
              <a:t> </a:t>
            </a:r>
            <a:r>
              <a:rPr spc="-10" dirty="0"/>
              <a:t>sánh&gt; </a:t>
            </a:r>
            <a:r>
              <a:rPr dirty="0"/>
              <a:t>[ESCAPE</a:t>
            </a:r>
            <a:r>
              <a:rPr spc="-25" dirty="0"/>
              <a:t> </a:t>
            </a:r>
            <a:r>
              <a:rPr dirty="0"/>
              <a:t>&lt;kí</a:t>
            </a:r>
            <a:r>
              <a:rPr spc="-40" dirty="0"/>
              <a:t> </a:t>
            </a:r>
            <a:r>
              <a:rPr dirty="0"/>
              <a:t>tự</a:t>
            </a:r>
            <a:r>
              <a:rPr spc="-20" dirty="0"/>
              <a:t> </a:t>
            </a:r>
            <a:r>
              <a:rPr spc="-10" dirty="0"/>
              <a:t>thoát&gt;]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/>
              <a:t>Mẫu</a:t>
            </a:r>
            <a:r>
              <a:rPr spc="-50" dirty="0"/>
              <a:t> </a:t>
            </a:r>
            <a:r>
              <a:rPr dirty="0"/>
              <a:t>đối</a:t>
            </a:r>
            <a:r>
              <a:rPr spc="-45" dirty="0"/>
              <a:t> </a:t>
            </a:r>
            <a:r>
              <a:rPr spc="-20" dirty="0"/>
              <a:t>sánh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Chuỗi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ký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sánh.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%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một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đoạn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ký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tự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/>
              <a:t>tùy</a:t>
            </a:r>
            <a:r>
              <a:rPr sz="2000" spc="-10" dirty="0"/>
              <a:t> </a:t>
            </a:r>
            <a:r>
              <a:rPr sz="2000" spc="-25" dirty="0"/>
              <a:t>ý.</a:t>
            </a:r>
            <a:endParaRPr sz="2000"/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_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một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ký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tùy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ý.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/>
              <a:t>Ký</a:t>
            </a:r>
            <a:r>
              <a:rPr spc="-20" dirty="0"/>
              <a:t> </a:t>
            </a:r>
            <a:r>
              <a:rPr dirty="0"/>
              <a:t>tự</a:t>
            </a:r>
            <a:r>
              <a:rPr spc="-25" dirty="0"/>
              <a:t> </a:t>
            </a:r>
            <a:r>
              <a:rPr spc="-20" dirty="0"/>
              <a:t>thoát</a:t>
            </a:r>
          </a:p>
          <a:p>
            <a:pPr marL="756285" marR="127000" lvl="1" indent="-287020">
              <a:lnSpc>
                <a:spcPct val="100000"/>
              </a:lnSpc>
              <a:spcBef>
                <a:spcPts val="489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Ký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loại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bỏ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chức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năng </a:t>
            </a:r>
            <a:r>
              <a:rPr sz="2000" dirty="0">
                <a:latin typeface="Arial"/>
                <a:cs typeface="Arial"/>
              </a:rPr>
              <a:t>đặc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biệt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%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_.</a:t>
            </a:r>
            <a:endParaRPr sz="2000">
              <a:latin typeface="Arial"/>
              <a:cs typeface="Arial"/>
            </a:endParaRPr>
          </a:p>
          <a:p>
            <a:pPr marL="756285" marR="169545" lvl="1" indent="-287020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dùng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ký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kỳ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xuất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mẫu </a:t>
            </a:r>
            <a:r>
              <a:rPr sz="2000" dirty="0">
                <a:latin typeface="Arial"/>
                <a:cs typeface="Arial"/>
              </a:rPr>
              <a:t>đối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sánh.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1017775"/>
            <a:ext cx="4026535" cy="31019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Nguyen</a:t>
            </a:r>
            <a:endParaRPr sz="2400">
              <a:latin typeface="Arial"/>
              <a:cs typeface="Arial"/>
            </a:endParaRPr>
          </a:p>
          <a:p>
            <a:pPr marL="286385" marR="35560" lvl="1" indent="-286385" algn="ctr">
              <a:lnSpc>
                <a:spcPct val="100000"/>
              </a:lnSpc>
              <a:spcBef>
                <a:spcPts val="445"/>
              </a:spcBef>
              <a:buChar char="•"/>
              <a:tabLst>
                <a:tab pos="286385" algn="l"/>
              </a:tabLst>
            </a:pPr>
            <a:r>
              <a:rPr sz="1800" dirty="0">
                <a:latin typeface="Arial"/>
                <a:cs typeface="Arial"/>
              </a:rPr>
              <a:t>select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MaNV,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from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Arial"/>
                <a:cs typeface="Arial"/>
              </a:rPr>
              <a:t>where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LIKE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‘Nguyen%’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Nguyen_</a:t>
            </a:r>
            <a:endParaRPr sz="2400">
              <a:latin typeface="Arial"/>
              <a:cs typeface="Arial"/>
            </a:endParaRPr>
          </a:p>
          <a:p>
            <a:pPr marL="756285" marR="506730" lvl="1" indent="-287020">
              <a:lnSpc>
                <a:spcPct val="100000"/>
              </a:lnSpc>
              <a:spcBef>
                <a:spcPts val="445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select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MaNV,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Ten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from </a:t>
            </a:r>
            <a:r>
              <a:rPr sz="1800" spc="-10" dirty="0">
                <a:latin typeface="Arial"/>
                <a:cs typeface="Arial"/>
              </a:rPr>
              <a:t>NHANVIEN</a:t>
            </a:r>
            <a:endParaRPr sz="1800">
              <a:latin typeface="Arial"/>
              <a:cs typeface="Arial"/>
            </a:endParaRPr>
          </a:p>
          <a:p>
            <a:pPr marL="756285" marR="435609">
              <a:lnSpc>
                <a:spcPct val="120000"/>
              </a:lnSpc>
            </a:pPr>
            <a:r>
              <a:rPr sz="1800" dirty="0">
                <a:latin typeface="Arial"/>
                <a:cs typeface="Arial"/>
              </a:rPr>
              <a:t>where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LIKE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‘Nguyen\_% </a:t>
            </a:r>
            <a:r>
              <a:rPr sz="1800" dirty="0">
                <a:latin typeface="Arial"/>
                <a:cs typeface="Arial"/>
              </a:rPr>
              <a:t>escape</a:t>
            </a:r>
            <a:r>
              <a:rPr sz="1800" spc="-25" dirty="0">
                <a:latin typeface="Arial"/>
                <a:cs typeface="Arial"/>
              </a:rPr>
              <a:t> ‘\’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07DA8-EEFD-C5D7-8368-1B785A798C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Khử</a:t>
            </a:r>
            <a:r>
              <a:rPr spc="-80" dirty="0"/>
              <a:t> </a:t>
            </a: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dòng</a:t>
            </a:r>
            <a:r>
              <a:rPr spc="-70" dirty="0"/>
              <a:t> </a:t>
            </a:r>
            <a:r>
              <a:rPr dirty="0"/>
              <a:t>giống</a:t>
            </a:r>
            <a:r>
              <a:rPr spc="-75" dirty="0"/>
              <a:t> </a:t>
            </a:r>
            <a:r>
              <a:rPr spc="-20" dirty="0"/>
              <a:t>nhau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32480"/>
            <a:ext cx="456247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  <a:tab pos="4432300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Luong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0" dirty="0">
                <a:latin typeface="Wingdings"/>
                <a:cs typeface="Wingdings"/>
              </a:rPr>
              <a:t></a:t>
            </a:r>
            <a:endParaRPr sz="2000">
              <a:latin typeface="Wingdings"/>
              <a:cs typeface="Wingdings"/>
            </a:endParaRPr>
          </a:p>
          <a:p>
            <a:pPr marL="3556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0728" y="1092453"/>
            <a:ext cx="352297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SQL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động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loại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bộ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trùng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nhau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575" y="1758822"/>
            <a:ext cx="4006850" cy="190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Tốn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thời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sánh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sắp </a:t>
            </a:r>
            <a:r>
              <a:rPr sz="1800" spc="-20" dirty="0">
                <a:latin typeface="Arial"/>
                <a:cs typeface="Arial"/>
              </a:rPr>
              <a:t>xếp.</a:t>
            </a:r>
            <a:endParaRPr sz="18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430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Sử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vấn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thống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1800" spc="-25" dirty="0">
                <a:latin typeface="Arial"/>
                <a:cs typeface="Arial"/>
              </a:rPr>
              <a:t>kê</a:t>
            </a:r>
            <a:endParaRPr sz="1800">
              <a:latin typeface="Arial"/>
              <a:cs typeface="Arial"/>
            </a:endParaRPr>
          </a:p>
          <a:p>
            <a:pPr marL="355600" marR="1340485" indent="-343535">
              <a:lnSpc>
                <a:spcPts val="288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distinct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Luong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66061" y="2070861"/>
          <a:ext cx="818515" cy="2962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38000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43000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185661" y="3879850"/>
          <a:ext cx="818515" cy="2205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38000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43000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6D1AE8-9411-A2A0-292C-241DC127ED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hàm</a:t>
            </a:r>
            <a:r>
              <a:rPr spc="-60" dirty="0"/>
              <a:t> </a:t>
            </a:r>
            <a:r>
              <a:rPr dirty="0"/>
              <a:t>tập</a:t>
            </a:r>
            <a:r>
              <a:rPr spc="-75" dirty="0"/>
              <a:t> </a:t>
            </a:r>
            <a:r>
              <a:rPr spc="-25" dirty="0"/>
              <a:t>hợp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783"/>
            <a:ext cx="8281034" cy="492188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4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SQL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hàm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hợp: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SUM(&lt;tên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tổng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MAX(&lt;tên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tìm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lớn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nhất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MIN(&lt;tên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tìm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nhỏ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nhất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AVG(&lt;tên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bình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COUNT(*)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đếm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dòng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bảng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COUNT(&lt;tên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null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tính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Ví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dụ</a:t>
            </a:r>
            <a:endParaRPr sz="2400">
              <a:latin typeface="Arial"/>
              <a:cs typeface="Arial"/>
            </a:endParaRPr>
          </a:p>
          <a:p>
            <a:pPr marL="1454150" marR="3201035" indent="-698500">
              <a:lnSpc>
                <a:spcPct val="11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sum(Luong)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TongLuong, </a:t>
            </a:r>
            <a:r>
              <a:rPr sz="2000" dirty="0">
                <a:latin typeface="Arial"/>
                <a:cs typeface="Arial"/>
              </a:rPr>
              <a:t>max(Luong)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LuongCaonhat, </a:t>
            </a:r>
            <a:r>
              <a:rPr sz="2000" dirty="0">
                <a:latin typeface="Arial"/>
                <a:cs typeface="Arial"/>
              </a:rPr>
              <a:t>min(Luong)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LuongThapnhat, </a:t>
            </a:r>
            <a:r>
              <a:rPr sz="2000" dirty="0">
                <a:latin typeface="Arial"/>
                <a:cs typeface="Arial"/>
              </a:rPr>
              <a:t>avg(Luong)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LuongTB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Chỉ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xuất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mệnh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SELECT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HAVING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DD3C1-29DD-110D-467E-1EB3D4AFFF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Gom</a:t>
            </a:r>
            <a:r>
              <a:rPr spc="-75" dirty="0"/>
              <a:t> </a:t>
            </a:r>
            <a:r>
              <a:rPr dirty="0"/>
              <a:t>nhóm</a:t>
            </a:r>
            <a:r>
              <a:rPr spc="-80" dirty="0"/>
              <a:t> </a:t>
            </a:r>
            <a:r>
              <a:rPr dirty="0"/>
              <a:t>các</a:t>
            </a:r>
            <a:r>
              <a:rPr spc="-80" dirty="0"/>
              <a:t> </a:t>
            </a:r>
            <a:r>
              <a:rPr spc="-25" dirty="0"/>
              <a:t>bộ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783"/>
            <a:ext cx="5940425" cy="492188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4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GROUP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HAVING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&lt;dstt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nhóm&gt;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[,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&lt;dshth&gt;]</a:t>
            </a:r>
            <a:endParaRPr sz="2000">
              <a:latin typeface="Arial"/>
              <a:cs typeface="Arial"/>
            </a:endParaRPr>
          </a:p>
          <a:p>
            <a:pPr marL="756285" marR="3449954">
              <a:lnSpc>
                <a:spcPct val="11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&lt;dsb&gt; </a:t>
            </a:r>
            <a:r>
              <a:rPr sz="2000" dirty="0">
                <a:latin typeface="Arial"/>
                <a:cs typeface="Arial"/>
              </a:rPr>
              <a:t>[WHERE </a:t>
            </a:r>
            <a:r>
              <a:rPr sz="2000" spc="-10" dirty="0">
                <a:latin typeface="Arial"/>
                <a:cs typeface="Arial"/>
              </a:rPr>
              <a:t>&lt;đk&gt;]</a:t>
            </a:r>
            <a:endParaRPr sz="2000">
              <a:latin typeface="Arial"/>
              <a:cs typeface="Arial"/>
            </a:endParaRPr>
          </a:p>
          <a:p>
            <a:pPr marL="756285" marR="2355215">
              <a:lnSpc>
                <a:spcPts val="2640"/>
              </a:lnSpc>
              <a:spcBef>
                <a:spcPts val="130"/>
              </a:spcBef>
            </a:pPr>
            <a:r>
              <a:rPr sz="2000" dirty="0">
                <a:latin typeface="Arial"/>
                <a:cs typeface="Arial"/>
              </a:rPr>
              <a:t>GROUP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&lt;dstt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nhóm&gt; </a:t>
            </a:r>
            <a:r>
              <a:rPr sz="2000" dirty="0">
                <a:latin typeface="Arial"/>
                <a:cs typeface="Arial"/>
              </a:rPr>
              <a:t>[HAVING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&lt;đk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nhóm&gt;]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5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Trong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đó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&lt;dstt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nhóm&gt;: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gom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nhóm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&lt;dshth&gt;: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hàm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hợp.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&lt;đk&gt;: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điều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kiện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chọn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điều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kiện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kết.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&lt;đk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nhóm&gt;: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điều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kiện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lựa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chọn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nhóm.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2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Chú</a:t>
            </a:r>
            <a:r>
              <a:rPr sz="2400" spc="-50" dirty="0">
                <a:latin typeface="Arial"/>
                <a:cs typeface="Arial"/>
              </a:rPr>
              <a:t> ý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5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trước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GROUP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BY.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HAVING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chỉ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xuất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khi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GROUP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BY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5E91A-3A92-7373-2CF0-421187959C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899"/>
            <a:ext cx="7637145" cy="15621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Với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phối.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Phong,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count(MaDA)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‘So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</a:t>
            </a:r>
            <a:r>
              <a:rPr sz="2000" spc="-25" dirty="0">
                <a:latin typeface="Arial"/>
                <a:cs typeface="Arial"/>
              </a:rPr>
              <a:t> an’</a:t>
            </a:r>
            <a:endParaRPr sz="2000">
              <a:latin typeface="Arial"/>
              <a:cs typeface="Arial"/>
            </a:endParaRPr>
          </a:p>
          <a:p>
            <a:pPr marL="756285" marR="5079365">
              <a:lnSpc>
                <a:spcPct val="12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DUAN </a:t>
            </a:r>
            <a:r>
              <a:rPr sz="2000" dirty="0">
                <a:latin typeface="Arial"/>
                <a:cs typeface="Arial"/>
              </a:rPr>
              <a:t>group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Phong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8762" y="2889250"/>
          <a:ext cx="5277484" cy="2601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DUAN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Diadiem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Tân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Bình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Thủ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Đức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Z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Phú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Nhuận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Tin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học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hóa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Gò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Vấp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Phúc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lợi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Gò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Vấp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Tái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tổ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chức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Phú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Nhuận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99250" y="2889250"/>
          <a:ext cx="1943100" cy="147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Phong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So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du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0619-5A19-DE6D-C5F3-5693385062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8277859" cy="3503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Cho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mã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dự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án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tham </a:t>
            </a:r>
            <a:r>
              <a:rPr sz="2800" dirty="0">
                <a:latin typeface="Arial"/>
                <a:cs typeface="Arial"/>
              </a:rPr>
              <a:t>gia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đối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những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dự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án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hơn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viên </a:t>
            </a:r>
            <a:r>
              <a:rPr sz="2800" dirty="0">
                <a:latin typeface="Arial"/>
                <a:cs typeface="Arial"/>
              </a:rPr>
              <a:t>tham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gia.</a:t>
            </a:r>
            <a:endParaRPr sz="2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DA.MaDA,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DA.Ten,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count(*)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‘So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vien’</a:t>
            </a:r>
            <a:endParaRPr sz="2400">
              <a:latin typeface="Arial"/>
              <a:cs typeface="Arial"/>
            </a:endParaRPr>
          </a:p>
          <a:p>
            <a:pPr marL="756285" marR="2570480">
              <a:lnSpc>
                <a:spcPct val="12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DUAN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THAMGIA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TG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DA.MaDA=TG.MaDA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group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DA.MaDA,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DA.Ten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having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count(*)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B43F-05CF-FD7E-6CD2-F99B84258C0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Gom</a:t>
            </a:r>
            <a:r>
              <a:rPr spc="-70" dirty="0"/>
              <a:t> </a:t>
            </a:r>
            <a:r>
              <a:rPr dirty="0"/>
              <a:t>nhóm</a:t>
            </a:r>
            <a:r>
              <a:rPr spc="-65" dirty="0"/>
              <a:t> </a:t>
            </a:r>
            <a:r>
              <a:rPr dirty="0"/>
              <a:t>các</a:t>
            </a:r>
            <a:r>
              <a:rPr spc="-75" dirty="0"/>
              <a:t> </a:t>
            </a:r>
            <a:r>
              <a:rPr dirty="0"/>
              <a:t>bộ</a:t>
            </a:r>
            <a:r>
              <a:rPr spc="-80" dirty="0"/>
              <a:t> </a:t>
            </a:r>
            <a:r>
              <a:rPr spc="-25" dirty="0"/>
              <a:t>(4)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66061" y="1247902"/>
          <a:ext cx="5922008" cy="2553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DA.TenDA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DA.MaDA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TG.MaNV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TG.MaDA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453453453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453453453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04261" y="5131053"/>
          <a:ext cx="4399279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3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DA.MaDA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DA.TenDA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So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nhan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Sản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phẩm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162800" y="2918079"/>
            <a:ext cx="1455420" cy="2831465"/>
          </a:xfrm>
          <a:custGeom>
            <a:avLst/>
            <a:gdLst/>
            <a:ahLst/>
            <a:cxnLst/>
            <a:rect l="l" t="t" r="r" b="b"/>
            <a:pathLst>
              <a:path w="1455420" h="2831465">
                <a:moveTo>
                  <a:pt x="876807" y="0"/>
                </a:moveTo>
                <a:lnTo>
                  <a:pt x="868933" y="9906"/>
                </a:lnTo>
                <a:lnTo>
                  <a:pt x="875919" y="15494"/>
                </a:lnTo>
                <a:lnTo>
                  <a:pt x="884047" y="21462"/>
                </a:lnTo>
                <a:lnTo>
                  <a:pt x="893191" y="27812"/>
                </a:lnTo>
                <a:lnTo>
                  <a:pt x="903224" y="34544"/>
                </a:lnTo>
                <a:lnTo>
                  <a:pt x="910971" y="39497"/>
                </a:lnTo>
                <a:lnTo>
                  <a:pt x="917828" y="28829"/>
                </a:lnTo>
                <a:lnTo>
                  <a:pt x="910208" y="24003"/>
                </a:lnTo>
                <a:lnTo>
                  <a:pt x="900429" y="17525"/>
                </a:lnTo>
                <a:lnTo>
                  <a:pt x="891540" y="11303"/>
                </a:lnTo>
                <a:lnTo>
                  <a:pt x="883793" y="5461"/>
                </a:lnTo>
                <a:lnTo>
                  <a:pt x="876807" y="0"/>
                </a:lnTo>
                <a:close/>
              </a:path>
              <a:path w="1455420" h="2831465">
                <a:moveTo>
                  <a:pt x="949959" y="49149"/>
                </a:moveTo>
                <a:lnTo>
                  <a:pt x="943228" y="59944"/>
                </a:lnTo>
                <a:lnTo>
                  <a:pt x="978534" y="81661"/>
                </a:lnTo>
                <a:lnTo>
                  <a:pt x="986408" y="86613"/>
                </a:lnTo>
                <a:lnTo>
                  <a:pt x="993140" y="75819"/>
                </a:lnTo>
                <a:lnTo>
                  <a:pt x="949959" y="49149"/>
                </a:lnTo>
                <a:close/>
              </a:path>
              <a:path w="1455420" h="2831465">
                <a:moveTo>
                  <a:pt x="1025398" y="96266"/>
                </a:moveTo>
                <a:lnTo>
                  <a:pt x="1018540" y="106934"/>
                </a:lnTo>
                <a:lnTo>
                  <a:pt x="1038732" y="119887"/>
                </a:lnTo>
                <a:lnTo>
                  <a:pt x="1061084" y="134620"/>
                </a:lnTo>
                <a:lnTo>
                  <a:pt x="1068070" y="124079"/>
                </a:lnTo>
                <a:lnTo>
                  <a:pt x="1045591" y="109093"/>
                </a:lnTo>
                <a:lnTo>
                  <a:pt x="1025398" y="96266"/>
                </a:lnTo>
                <a:close/>
              </a:path>
              <a:path w="1455420" h="2831465">
                <a:moveTo>
                  <a:pt x="1099566" y="145796"/>
                </a:moveTo>
                <a:lnTo>
                  <a:pt x="1092200" y="156210"/>
                </a:lnTo>
                <a:lnTo>
                  <a:pt x="1102105" y="163068"/>
                </a:lnTo>
                <a:lnTo>
                  <a:pt x="1133094" y="186182"/>
                </a:lnTo>
                <a:lnTo>
                  <a:pt x="1140714" y="175895"/>
                </a:lnTo>
                <a:lnTo>
                  <a:pt x="1109345" y="152781"/>
                </a:lnTo>
                <a:lnTo>
                  <a:pt x="1099566" y="145796"/>
                </a:lnTo>
                <a:close/>
              </a:path>
              <a:path w="1455420" h="2831465">
                <a:moveTo>
                  <a:pt x="1170558" y="199898"/>
                </a:moveTo>
                <a:lnTo>
                  <a:pt x="1162557" y="209804"/>
                </a:lnTo>
                <a:lnTo>
                  <a:pt x="1164590" y="211455"/>
                </a:lnTo>
                <a:lnTo>
                  <a:pt x="1194180" y="237490"/>
                </a:lnTo>
                <a:lnTo>
                  <a:pt x="1200150" y="243205"/>
                </a:lnTo>
                <a:lnTo>
                  <a:pt x="1208913" y="234061"/>
                </a:lnTo>
                <a:lnTo>
                  <a:pt x="1202563" y="227965"/>
                </a:lnTo>
                <a:lnTo>
                  <a:pt x="1172591" y="201549"/>
                </a:lnTo>
                <a:lnTo>
                  <a:pt x="1170558" y="199898"/>
                </a:lnTo>
                <a:close/>
              </a:path>
              <a:path w="1455420" h="2831465">
                <a:moveTo>
                  <a:pt x="1236218" y="261112"/>
                </a:moveTo>
                <a:lnTo>
                  <a:pt x="1226810" y="269875"/>
                </a:lnTo>
                <a:lnTo>
                  <a:pt x="1227064" y="269875"/>
                </a:lnTo>
                <a:lnTo>
                  <a:pt x="1235075" y="278511"/>
                </a:lnTo>
                <a:lnTo>
                  <a:pt x="1247521" y="292862"/>
                </a:lnTo>
                <a:lnTo>
                  <a:pt x="1259331" y="307467"/>
                </a:lnTo>
                <a:lnTo>
                  <a:pt x="1259458" y="307721"/>
                </a:lnTo>
                <a:lnTo>
                  <a:pt x="1269746" y="300228"/>
                </a:lnTo>
                <a:lnTo>
                  <a:pt x="1269238" y="299466"/>
                </a:lnTo>
                <a:lnTo>
                  <a:pt x="1257173" y="284480"/>
                </a:lnTo>
                <a:lnTo>
                  <a:pt x="1244473" y="269875"/>
                </a:lnTo>
                <a:lnTo>
                  <a:pt x="1236218" y="261112"/>
                </a:lnTo>
                <a:close/>
              </a:path>
              <a:path w="1455420" h="2831465">
                <a:moveTo>
                  <a:pt x="1291844" y="331978"/>
                </a:moveTo>
                <a:lnTo>
                  <a:pt x="1281049" y="338582"/>
                </a:lnTo>
                <a:lnTo>
                  <a:pt x="1289557" y="352806"/>
                </a:lnTo>
                <a:lnTo>
                  <a:pt x="1298194" y="368681"/>
                </a:lnTo>
                <a:lnTo>
                  <a:pt x="1305178" y="382650"/>
                </a:lnTo>
                <a:lnTo>
                  <a:pt x="1316481" y="376936"/>
                </a:lnTo>
                <a:lnTo>
                  <a:pt x="1309370" y="362585"/>
                </a:lnTo>
                <a:lnTo>
                  <a:pt x="1300479" y="346201"/>
                </a:lnTo>
                <a:lnTo>
                  <a:pt x="1291844" y="331978"/>
                </a:lnTo>
                <a:close/>
              </a:path>
              <a:path w="1455420" h="2831465">
                <a:moveTo>
                  <a:pt x="1332483" y="411861"/>
                </a:moveTo>
                <a:lnTo>
                  <a:pt x="1320800" y="416941"/>
                </a:lnTo>
                <a:lnTo>
                  <a:pt x="1322577" y="420878"/>
                </a:lnTo>
                <a:lnTo>
                  <a:pt x="1330071" y="439547"/>
                </a:lnTo>
                <a:lnTo>
                  <a:pt x="1337309" y="458850"/>
                </a:lnTo>
                <a:lnTo>
                  <a:pt x="1339088" y="463804"/>
                </a:lnTo>
                <a:lnTo>
                  <a:pt x="1351026" y="459613"/>
                </a:lnTo>
                <a:lnTo>
                  <a:pt x="1349248" y="454406"/>
                </a:lnTo>
                <a:lnTo>
                  <a:pt x="1341881" y="434848"/>
                </a:lnTo>
                <a:lnTo>
                  <a:pt x="1334134" y="415798"/>
                </a:lnTo>
                <a:lnTo>
                  <a:pt x="1332483" y="411861"/>
                </a:lnTo>
                <a:close/>
              </a:path>
              <a:path w="1455420" h="2831465">
                <a:moveTo>
                  <a:pt x="1363599" y="495935"/>
                </a:moveTo>
                <a:lnTo>
                  <a:pt x="1351406" y="499618"/>
                </a:lnTo>
                <a:lnTo>
                  <a:pt x="1363852" y="540766"/>
                </a:lnTo>
                <a:lnTo>
                  <a:pt x="1365884" y="548132"/>
                </a:lnTo>
                <a:lnTo>
                  <a:pt x="1378077" y="544830"/>
                </a:lnTo>
                <a:lnTo>
                  <a:pt x="1376045" y="537083"/>
                </a:lnTo>
                <a:lnTo>
                  <a:pt x="1363599" y="495935"/>
                </a:lnTo>
                <a:close/>
              </a:path>
              <a:path w="1455420" h="2831465">
                <a:moveTo>
                  <a:pt x="1388109" y="581787"/>
                </a:moveTo>
                <a:lnTo>
                  <a:pt x="1375664" y="584708"/>
                </a:lnTo>
                <a:lnTo>
                  <a:pt x="1386204" y="628269"/>
                </a:lnTo>
                <a:lnTo>
                  <a:pt x="1387348" y="633984"/>
                </a:lnTo>
                <a:lnTo>
                  <a:pt x="1399794" y="631317"/>
                </a:lnTo>
                <a:lnTo>
                  <a:pt x="1398524" y="625348"/>
                </a:lnTo>
                <a:lnTo>
                  <a:pt x="1388109" y="581787"/>
                </a:lnTo>
                <a:close/>
              </a:path>
              <a:path w="1455420" h="2831465">
                <a:moveTo>
                  <a:pt x="1407795" y="668528"/>
                </a:moveTo>
                <a:lnTo>
                  <a:pt x="1395349" y="671195"/>
                </a:lnTo>
                <a:lnTo>
                  <a:pt x="1395856" y="673354"/>
                </a:lnTo>
                <a:lnTo>
                  <a:pt x="1404620" y="718693"/>
                </a:lnTo>
                <a:lnTo>
                  <a:pt x="1405001" y="720852"/>
                </a:lnTo>
                <a:lnTo>
                  <a:pt x="1417447" y="718693"/>
                </a:lnTo>
                <a:lnTo>
                  <a:pt x="1417066" y="716280"/>
                </a:lnTo>
                <a:lnTo>
                  <a:pt x="1408400" y="671195"/>
                </a:lnTo>
                <a:lnTo>
                  <a:pt x="1408302" y="670687"/>
                </a:lnTo>
                <a:lnTo>
                  <a:pt x="1407795" y="668528"/>
                </a:lnTo>
                <a:close/>
              </a:path>
              <a:path w="1455420" h="2831465">
                <a:moveTo>
                  <a:pt x="1423924" y="756285"/>
                </a:moveTo>
                <a:lnTo>
                  <a:pt x="1411477" y="758444"/>
                </a:lnTo>
                <a:lnTo>
                  <a:pt x="1412367" y="764159"/>
                </a:lnTo>
                <a:lnTo>
                  <a:pt x="1419098" y="808482"/>
                </a:lnTo>
                <a:lnTo>
                  <a:pt x="1431671" y="806577"/>
                </a:lnTo>
                <a:lnTo>
                  <a:pt x="1424940" y="762000"/>
                </a:lnTo>
                <a:lnTo>
                  <a:pt x="1423924" y="756285"/>
                </a:lnTo>
                <a:close/>
              </a:path>
              <a:path w="1455420" h="2831465">
                <a:moveTo>
                  <a:pt x="1436877" y="844423"/>
                </a:moveTo>
                <a:lnTo>
                  <a:pt x="1424304" y="846201"/>
                </a:lnTo>
                <a:lnTo>
                  <a:pt x="1425321" y="853313"/>
                </a:lnTo>
                <a:lnTo>
                  <a:pt x="1430401" y="896493"/>
                </a:lnTo>
                <a:lnTo>
                  <a:pt x="1443101" y="894969"/>
                </a:lnTo>
                <a:lnTo>
                  <a:pt x="1437894" y="851662"/>
                </a:lnTo>
                <a:lnTo>
                  <a:pt x="1436877" y="844423"/>
                </a:lnTo>
                <a:close/>
              </a:path>
              <a:path w="1455420" h="2831465">
                <a:moveTo>
                  <a:pt x="1446910" y="932942"/>
                </a:moveTo>
                <a:lnTo>
                  <a:pt x="1434338" y="934212"/>
                </a:lnTo>
                <a:lnTo>
                  <a:pt x="1438173" y="977392"/>
                </a:lnTo>
                <a:lnTo>
                  <a:pt x="1438700" y="983742"/>
                </a:lnTo>
                <a:lnTo>
                  <a:pt x="1438782" y="984758"/>
                </a:lnTo>
                <a:lnTo>
                  <a:pt x="1451355" y="983742"/>
                </a:lnTo>
                <a:lnTo>
                  <a:pt x="1450939" y="978535"/>
                </a:lnTo>
                <a:lnTo>
                  <a:pt x="1447023" y="934212"/>
                </a:lnTo>
                <a:lnTo>
                  <a:pt x="1446910" y="932942"/>
                </a:lnTo>
                <a:close/>
              </a:path>
              <a:path w="1455420" h="2831465">
                <a:moveTo>
                  <a:pt x="1453896" y="1021969"/>
                </a:moveTo>
                <a:lnTo>
                  <a:pt x="1441196" y="1022477"/>
                </a:lnTo>
                <a:lnTo>
                  <a:pt x="1442569" y="1052576"/>
                </a:lnTo>
                <a:lnTo>
                  <a:pt x="1442593" y="1053084"/>
                </a:lnTo>
                <a:lnTo>
                  <a:pt x="1442720" y="1073023"/>
                </a:lnTo>
                <a:lnTo>
                  <a:pt x="1455420" y="1073023"/>
                </a:lnTo>
                <a:lnTo>
                  <a:pt x="1455293" y="1052576"/>
                </a:lnTo>
                <a:lnTo>
                  <a:pt x="1453919" y="1022477"/>
                </a:lnTo>
                <a:lnTo>
                  <a:pt x="1453896" y="1021969"/>
                </a:lnTo>
                <a:close/>
              </a:path>
              <a:path w="1455420" h="2831465">
                <a:moveTo>
                  <a:pt x="1442211" y="1110996"/>
                </a:moveTo>
                <a:lnTo>
                  <a:pt x="1441957" y="1123696"/>
                </a:lnTo>
                <a:lnTo>
                  <a:pt x="1439799" y="1157986"/>
                </a:lnTo>
                <a:lnTo>
                  <a:pt x="1439418" y="1161288"/>
                </a:lnTo>
                <a:lnTo>
                  <a:pt x="1452118" y="1162431"/>
                </a:lnTo>
                <a:lnTo>
                  <a:pt x="1454657" y="1124077"/>
                </a:lnTo>
                <a:lnTo>
                  <a:pt x="1454911" y="1111250"/>
                </a:lnTo>
                <a:lnTo>
                  <a:pt x="1442211" y="1110996"/>
                </a:lnTo>
                <a:close/>
              </a:path>
              <a:path w="1455420" h="2831465">
                <a:moveTo>
                  <a:pt x="1435734" y="1199007"/>
                </a:moveTo>
                <a:lnTo>
                  <a:pt x="1432559" y="1224407"/>
                </a:lnTo>
                <a:lnTo>
                  <a:pt x="1428750" y="1249045"/>
                </a:lnTo>
                <a:lnTo>
                  <a:pt x="1441323" y="1250950"/>
                </a:lnTo>
                <a:lnTo>
                  <a:pt x="1445132" y="1225931"/>
                </a:lnTo>
                <a:lnTo>
                  <a:pt x="1448307" y="1200531"/>
                </a:lnTo>
                <a:lnTo>
                  <a:pt x="1435734" y="1199007"/>
                </a:lnTo>
                <a:close/>
              </a:path>
              <a:path w="1455420" h="2831465">
                <a:moveTo>
                  <a:pt x="1422400" y="1286510"/>
                </a:moveTo>
                <a:lnTo>
                  <a:pt x="1422019" y="1288796"/>
                </a:lnTo>
                <a:lnTo>
                  <a:pt x="1415796" y="1320292"/>
                </a:lnTo>
                <a:lnTo>
                  <a:pt x="1412367" y="1336040"/>
                </a:lnTo>
                <a:lnTo>
                  <a:pt x="1424813" y="1338707"/>
                </a:lnTo>
                <a:lnTo>
                  <a:pt x="1428242" y="1322705"/>
                </a:lnTo>
                <a:lnTo>
                  <a:pt x="1434465" y="1290955"/>
                </a:lnTo>
                <a:lnTo>
                  <a:pt x="1434944" y="1288796"/>
                </a:lnTo>
                <a:lnTo>
                  <a:pt x="1435712" y="1288796"/>
                </a:lnTo>
                <a:lnTo>
                  <a:pt x="1422400" y="1286510"/>
                </a:lnTo>
                <a:close/>
              </a:path>
              <a:path w="1455420" h="2831465">
                <a:moveTo>
                  <a:pt x="1403984" y="1373124"/>
                </a:moveTo>
                <a:lnTo>
                  <a:pt x="1394714" y="1412875"/>
                </a:lnTo>
                <a:lnTo>
                  <a:pt x="1392301" y="1422400"/>
                </a:lnTo>
                <a:lnTo>
                  <a:pt x="1404620" y="1425448"/>
                </a:lnTo>
                <a:lnTo>
                  <a:pt x="1407032" y="1415669"/>
                </a:lnTo>
                <a:lnTo>
                  <a:pt x="1416303" y="1376045"/>
                </a:lnTo>
                <a:lnTo>
                  <a:pt x="1403984" y="1373124"/>
                </a:lnTo>
                <a:close/>
              </a:path>
              <a:path w="1455420" h="2831465">
                <a:moveTo>
                  <a:pt x="1383156" y="1459484"/>
                </a:moveTo>
                <a:lnTo>
                  <a:pt x="1371092" y="1508760"/>
                </a:lnTo>
                <a:lnTo>
                  <a:pt x="1383410" y="1511808"/>
                </a:lnTo>
                <a:lnTo>
                  <a:pt x="1395476" y="1462532"/>
                </a:lnTo>
                <a:lnTo>
                  <a:pt x="1383156" y="1459484"/>
                </a:lnTo>
                <a:close/>
              </a:path>
              <a:path w="1455420" h="2831465">
                <a:moveTo>
                  <a:pt x="1361948" y="1545844"/>
                </a:moveTo>
                <a:lnTo>
                  <a:pt x="1357756" y="1563497"/>
                </a:lnTo>
                <a:lnTo>
                  <a:pt x="1350136" y="1592580"/>
                </a:lnTo>
                <a:lnTo>
                  <a:pt x="1349502" y="1594866"/>
                </a:lnTo>
                <a:lnTo>
                  <a:pt x="1361694" y="1598295"/>
                </a:lnTo>
                <a:lnTo>
                  <a:pt x="1362455" y="1595755"/>
                </a:lnTo>
                <a:lnTo>
                  <a:pt x="1370076" y="1566545"/>
                </a:lnTo>
                <a:lnTo>
                  <a:pt x="1374394" y="1548765"/>
                </a:lnTo>
                <a:lnTo>
                  <a:pt x="1361948" y="1545844"/>
                </a:lnTo>
                <a:close/>
              </a:path>
              <a:path w="1455420" h="2831465">
                <a:moveTo>
                  <a:pt x="1339215" y="1631442"/>
                </a:moveTo>
                <a:lnTo>
                  <a:pt x="1334134" y="1648841"/>
                </a:lnTo>
                <a:lnTo>
                  <a:pt x="1324228" y="1679829"/>
                </a:lnTo>
                <a:lnTo>
                  <a:pt x="1336421" y="1683639"/>
                </a:lnTo>
                <a:lnTo>
                  <a:pt x="1346200" y="1652397"/>
                </a:lnTo>
                <a:lnTo>
                  <a:pt x="1351406" y="1634998"/>
                </a:lnTo>
                <a:lnTo>
                  <a:pt x="1339215" y="1631442"/>
                </a:lnTo>
                <a:close/>
              </a:path>
              <a:path w="1455420" h="2831465">
                <a:moveTo>
                  <a:pt x="1312545" y="1715897"/>
                </a:moveTo>
                <a:lnTo>
                  <a:pt x="1298575" y="1756664"/>
                </a:lnTo>
                <a:lnTo>
                  <a:pt x="1295907" y="1763776"/>
                </a:lnTo>
                <a:lnTo>
                  <a:pt x="1307846" y="1768221"/>
                </a:lnTo>
                <a:lnTo>
                  <a:pt x="1310513" y="1760728"/>
                </a:lnTo>
                <a:lnTo>
                  <a:pt x="1324482" y="1720088"/>
                </a:lnTo>
                <a:lnTo>
                  <a:pt x="1312545" y="1715897"/>
                </a:lnTo>
                <a:close/>
              </a:path>
              <a:path w="1455420" h="2831465">
                <a:moveTo>
                  <a:pt x="1282700" y="1799463"/>
                </a:moveTo>
                <a:lnTo>
                  <a:pt x="1278890" y="1810004"/>
                </a:lnTo>
                <a:lnTo>
                  <a:pt x="1264793" y="1846961"/>
                </a:lnTo>
                <a:lnTo>
                  <a:pt x="1276603" y="1851533"/>
                </a:lnTo>
                <a:lnTo>
                  <a:pt x="1290827" y="1814449"/>
                </a:lnTo>
                <a:lnTo>
                  <a:pt x="1294638" y="1803908"/>
                </a:lnTo>
                <a:lnTo>
                  <a:pt x="1282700" y="1799463"/>
                </a:lnTo>
                <a:close/>
              </a:path>
              <a:path w="1455420" h="2831465">
                <a:moveTo>
                  <a:pt x="1251077" y="1882394"/>
                </a:moveTo>
                <a:lnTo>
                  <a:pt x="1236091" y="1920240"/>
                </a:lnTo>
                <a:lnTo>
                  <a:pt x="1232407" y="1929638"/>
                </a:lnTo>
                <a:lnTo>
                  <a:pt x="1244219" y="1934337"/>
                </a:lnTo>
                <a:lnTo>
                  <a:pt x="1247902" y="1924812"/>
                </a:lnTo>
                <a:lnTo>
                  <a:pt x="1259077" y="1896618"/>
                </a:lnTo>
                <a:lnTo>
                  <a:pt x="1262888" y="1887093"/>
                </a:lnTo>
                <a:lnTo>
                  <a:pt x="1251077" y="1882394"/>
                </a:lnTo>
                <a:close/>
              </a:path>
              <a:path w="1455420" h="2831465">
                <a:moveTo>
                  <a:pt x="1218310" y="1965071"/>
                </a:moveTo>
                <a:lnTo>
                  <a:pt x="1212850" y="1978787"/>
                </a:lnTo>
                <a:lnTo>
                  <a:pt x="1200911" y="2009648"/>
                </a:lnTo>
                <a:lnTo>
                  <a:pt x="1199769" y="2012442"/>
                </a:lnTo>
                <a:lnTo>
                  <a:pt x="1211706" y="2017014"/>
                </a:lnTo>
                <a:lnTo>
                  <a:pt x="1212723" y="2014220"/>
                </a:lnTo>
                <a:lnTo>
                  <a:pt x="1224660" y="1983486"/>
                </a:lnTo>
                <a:lnTo>
                  <a:pt x="1230122" y="1969770"/>
                </a:lnTo>
                <a:lnTo>
                  <a:pt x="1218310" y="1965071"/>
                </a:lnTo>
                <a:close/>
              </a:path>
              <a:path w="1455420" h="2831465">
                <a:moveTo>
                  <a:pt x="1186179" y="2048129"/>
                </a:moveTo>
                <a:lnTo>
                  <a:pt x="1175766" y="2075688"/>
                </a:lnTo>
                <a:lnTo>
                  <a:pt x="1168273" y="2095627"/>
                </a:lnTo>
                <a:lnTo>
                  <a:pt x="1180210" y="2100072"/>
                </a:lnTo>
                <a:lnTo>
                  <a:pt x="1187703" y="2080133"/>
                </a:lnTo>
                <a:lnTo>
                  <a:pt x="1198118" y="2052574"/>
                </a:lnTo>
                <a:lnTo>
                  <a:pt x="1186179" y="2048129"/>
                </a:lnTo>
                <a:close/>
              </a:path>
              <a:path w="1455420" h="2831465">
                <a:moveTo>
                  <a:pt x="1154938" y="2131314"/>
                </a:moveTo>
                <a:lnTo>
                  <a:pt x="1149603" y="2145411"/>
                </a:lnTo>
                <a:lnTo>
                  <a:pt x="1136903" y="2178812"/>
                </a:lnTo>
                <a:lnTo>
                  <a:pt x="1148715" y="2183257"/>
                </a:lnTo>
                <a:lnTo>
                  <a:pt x="1161542" y="2149856"/>
                </a:lnTo>
                <a:lnTo>
                  <a:pt x="1166749" y="2135759"/>
                </a:lnTo>
                <a:lnTo>
                  <a:pt x="1154938" y="2131314"/>
                </a:lnTo>
                <a:close/>
              </a:path>
              <a:path w="1455420" h="2831465">
                <a:moveTo>
                  <a:pt x="1123060" y="2214245"/>
                </a:moveTo>
                <a:lnTo>
                  <a:pt x="1108202" y="2251964"/>
                </a:lnTo>
                <a:lnTo>
                  <a:pt x="1104392" y="2261362"/>
                </a:lnTo>
                <a:lnTo>
                  <a:pt x="1116076" y="2266188"/>
                </a:lnTo>
                <a:lnTo>
                  <a:pt x="1120013" y="2256536"/>
                </a:lnTo>
                <a:lnTo>
                  <a:pt x="1134872" y="2218817"/>
                </a:lnTo>
                <a:lnTo>
                  <a:pt x="1123060" y="2214245"/>
                </a:lnTo>
                <a:close/>
              </a:path>
              <a:path w="1455420" h="2831465">
                <a:moveTo>
                  <a:pt x="1089659" y="2296414"/>
                </a:moveTo>
                <a:lnTo>
                  <a:pt x="1079119" y="2321179"/>
                </a:lnTo>
                <a:lnTo>
                  <a:pt x="1069340" y="2342896"/>
                </a:lnTo>
                <a:lnTo>
                  <a:pt x="1081024" y="2347976"/>
                </a:lnTo>
                <a:lnTo>
                  <a:pt x="1090676" y="2326259"/>
                </a:lnTo>
                <a:lnTo>
                  <a:pt x="1101344" y="2301367"/>
                </a:lnTo>
                <a:lnTo>
                  <a:pt x="1089659" y="2296414"/>
                </a:lnTo>
                <a:close/>
              </a:path>
              <a:path w="1455420" h="2831465">
                <a:moveTo>
                  <a:pt x="1053338" y="2377186"/>
                </a:moveTo>
                <a:lnTo>
                  <a:pt x="1048893" y="2386584"/>
                </a:lnTo>
                <a:lnTo>
                  <a:pt x="1033272" y="2417191"/>
                </a:lnTo>
                <a:lnTo>
                  <a:pt x="1030477" y="2422144"/>
                </a:lnTo>
                <a:lnTo>
                  <a:pt x="1041653" y="2428367"/>
                </a:lnTo>
                <a:lnTo>
                  <a:pt x="1044701" y="2422906"/>
                </a:lnTo>
                <a:lnTo>
                  <a:pt x="1060323" y="2392045"/>
                </a:lnTo>
                <a:lnTo>
                  <a:pt x="1064768" y="2382647"/>
                </a:lnTo>
                <a:lnTo>
                  <a:pt x="1053338" y="2377186"/>
                </a:lnTo>
                <a:close/>
              </a:path>
              <a:path w="1455420" h="2831465">
                <a:moveTo>
                  <a:pt x="1011935" y="2455164"/>
                </a:moveTo>
                <a:lnTo>
                  <a:pt x="985139" y="2496439"/>
                </a:lnTo>
                <a:lnTo>
                  <a:pt x="984503" y="2497201"/>
                </a:lnTo>
                <a:lnTo>
                  <a:pt x="994791" y="2504694"/>
                </a:lnTo>
                <a:lnTo>
                  <a:pt x="1020445" y="2465705"/>
                </a:lnTo>
                <a:lnTo>
                  <a:pt x="1022857" y="2461641"/>
                </a:lnTo>
                <a:lnTo>
                  <a:pt x="1011935" y="2455164"/>
                </a:lnTo>
                <a:close/>
              </a:path>
              <a:path w="1455420" h="2831465">
                <a:moveTo>
                  <a:pt x="962025" y="2527935"/>
                </a:moveTo>
                <a:lnTo>
                  <a:pt x="953389" y="2539365"/>
                </a:lnTo>
                <a:lnTo>
                  <a:pt x="938402" y="2558542"/>
                </a:lnTo>
                <a:lnTo>
                  <a:pt x="930782" y="2567432"/>
                </a:lnTo>
                <a:lnTo>
                  <a:pt x="940434" y="2575687"/>
                </a:lnTo>
                <a:lnTo>
                  <a:pt x="948308" y="2566289"/>
                </a:lnTo>
                <a:lnTo>
                  <a:pt x="963549" y="2546985"/>
                </a:lnTo>
                <a:lnTo>
                  <a:pt x="972184" y="2535555"/>
                </a:lnTo>
                <a:lnTo>
                  <a:pt x="962025" y="2527935"/>
                </a:lnTo>
                <a:close/>
              </a:path>
              <a:path w="1455420" h="2831465">
                <a:moveTo>
                  <a:pt x="905764" y="2595499"/>
                </a:moveTo>
                <a:lnTo>
                  <a:pt x="893952" y="2607310"/>
                </a:lnTo>
                <a:lnTo>
                  <a:pt x="878458" y="2621280"/>
                </a:lnTo>
                <a:lnTo>
                  <a:pt x="868806" y="2629281"/>
                </a:lnTo>
                <a:lnTo>
                  <a:pt x="876807" y="2639060"/>
                </a:lnTo>
                <a:lnTo>
                  <a:pt x="887095" y="2630678"/>
                </a:lnTo>
                <a:lnTo>
                  <a:pt x="902843" y="2616327"/>
                </a:lnTo>
                <a:lnTo>
                  <a:pt x="914780" y="2604389"/>
                </a:lnTo>
                <a:lnTo>
                  <a:pt x="905764" y="2595499"/>
                </a:lnTo>
                <a:close/>
              </a:path>
              <a:path w="1455420" h="2831465">
                <a:moveTo>
                  <a:pt x="838453" y="2650998"/>
                </a:moveTo>
                <a:lnTo>
                  <a:pt x="827785" y="2657729"/>
                </a:lnTo>
                <a:lnTo>
                  <a:pt x="808481" y="2668397"/>
                </a:lnTo>
                <a:lnTo>
                  <a:pt x="794639" y="2675191"/>
                </a:lnTo>
                <a:lnTo>
                  <a:pt x="800226" y="2686596"/>
                </a:lnTo>
                <a:lnTo>
                  <a:pt x="814577" y="2679509"/>
                </a:lnTo>
                <a:lnTo>
                  <a:pt x="834517" y="2668397"/>
                </a:lnTo>
                <a:lnTo>
                  <a:pt x="845184" y="2661666"/>
                </a:lnTo>
                <a:lnTo>
                  <a:pt x="838453" y="2650998"/>
                </a:lnTo>
                <a:close/>
              </a:path>
              <a:path w="1455420" h="2831465">
                <a:moveTo>
                  <a:pt x="760222" y="2690139"/>
                </a:moveTo>
                <a:lnTo>
                  <a:pt x="740155" y="2697835"/>
                </a:lnTo>
                <a:lnTo>
                  <a:pt x="727075" y="2702433"/>
                </a:lnTo>
                <a:lnTo>
                  <a:pt x="713231" y="2707081"/>
                </a:lnTo>
                <a:lnTo>
                  <a:pt x="712724" y="2707233"/>
                </a:lnTo>
                <a:lnTo>
                  <a:pt x="716660" y="2719324"/>
                </a:lnTo>
                <a:lnTo>
                  <a:pt x="731266" y="2714421"/>
                </a:lnTo>
                <a:lnTo>
                  <a:pt x="744727" y="2709684"/>
                </a:lnTo>
                <a:lnTo>
                  <a:pt x="764794" y="2701988"/>
                </a:lnTo>
                <a:lnTo>
                  <a:pt x="760222" y="2690139"/>
                </a:lnTo>
                <a:close/>
              </a:path>
              <a:path w="1455420" h="2831465">
                <a:moveTo>
                  <a:pt x="676528" y="2718257"/>
                </a:moveTo>
                <a:lnTo>
                  <a:pt x="651891" y="2725077"/>
                </a:lnTo>
                <a:lnTo>
                  <a:pt x="627506" y="2730766"/>
                </a:lnTo>
                <a:lnTo>
                  <a:pt x="630427" y="2743136"/>
                </a:lnTo>
                <a:lnTo>
                  <a:pt x="655320" y="2737319"/>
                </a:lnTo>
                <a:lnTo>
                  <a:pt x="679957" y="2730500"/>
                </a:lnTo>
                <a:lnTo>
                  <a:pt x="676528" y="2718257"/>
                </a:lnTo>
                <a:close/>
              </a:path>
              <a:path w="1455420" h="2831465">
                <a:moveTo>
                  <a:pt x="590423" y="2738526"/>
                </a:moveTo>
                <a:lnTo>
                  <a:pt x="582041" y="2740215"/>
                </a:lnTo>
                <a:lnTo>
                  <a:pt x="544449" y="2746756"/>
                </a:lnTo>
                <a:lnTo>
                  <a:pt x="540766" y="2747289"/>
                </a:lnTo>
                <a:lnTo>
                  <a:pt x="542582" y="2759265"/>
                </a:lnTo>
                <a:lnTo>
                  <a:pt x="542671" y="2759849"/>
                </a:lnTo>
                <a:lnTo>
                  <a:pt x="546607" y="2759265"/>
                </a:lnTo>
                <a:lnTo>
                  <a:pt x="584580" y="2752661"/>
                </a:lnTo>
                <a:lnTo>
                  <a:pt x="592963" y="2750972"/>
                </a:lnTo>
                <a:lnTo>
                  <a:pt x="590423" y="2738526"/>
                </a:lnTo>
                <a:close/>
              </a:path>
              <a:path w="1455420" h="2831465">
                <a:moveTo>
                  <a:pt x="503174" y="2752864"/>
                </a:moveTo>
                <a:lnTo>
                  <a:pt x="464057" y="2757957"/>
                </a:lnTo>
                <a:lnTo>
                  <a:pt x="452881" y="2759189"/>
                </a:lnTo>
                <a:lnTo>
                  <a:pt x="454278" y="2771813"/>
                </a:lnTo>
                <a:lnTo>
                  <a:pt x="465581" y="2770543"/>
                </a:lnTo>
                <a:lnTo>
                  <a:pt x="504825" y="2765450"/>
                </a:lnTo>
                <a:lnTo>
                  <a:pt x="503174" y="2752864"/>
                </a:lnTo>
                <a:close/>
              </a:path>
              <a:path w="1455420" h="2831465">
                <a:moveTo>
                  <a:pt x="415163" y="2763342"/>
                </a:moveTo>
                <a:lnTo>
                  <a:pt x="377951" y="2767076"/>
                </a:lnTo>
                <a:lnTo>
                  <a:pt x="364617" y="2768193"/>
                </a:lnTo>
                <a:lnTo>
                  <a:pt x="365656" y="2779712"/>
                </a:lnTo>
                <a:lnTo>
                  <a:pt x="365759" y="2780855"/>
                </a:lnTo>
                <a:lnTo>
                  <a:pt x="379095" y="2779712"/>
                </a:lnTo>
                <a:lnTo>
                  <a:pt x="416432" y="2775978"/>
                </a:lnTo>
                <a:lnTo>
                  <a:pt x="415163" y="2763342"/>
                </a:lnTo>
                <a:close/>
              </a:path>
              <a:path w="1455420" h="2831465">
                <a:moveTo>
                  <a:pt x="326771" y="2771368"/>
                </a:moveTo>
                <a:lnTo>
                  <a:pt x="276098" y="2775178"/>
                </a:lnTo>
                <a:lnTo>
                  <a:pt x="276931" y="2787053"/>
                </a:lnTo>
                <a:lnTo>
                  <a:pt x="276986" y="2787840"/>
                </a:lnTo>
                <a:lnTo>
                  <a:pt x="327659" y="2784030"/>
                </a:lnTo>
                <a:lnTo>
                  <a:pt x="326771" y="2771368"/>
                </a:lnTo>
                <a:close/>
              </a:path>
              <a:path w="1455420" h="2831465">
                <a:moveTo>
                  <a:pt x="238125" y="2777782"/>
                </a:moveTo>
                <a:lnTo>
                  <a:pt x="187451" y="2780804"/>
                </a:lnTo>
                <a:lnTo>
                  <a:pt x="188194" y="2793161"/>
                </a:lnTo>
                <a:lnTo>
                  <a:pt x="188214" y="2793479"/>
                </a:lnTo>
                <a:lnTo>
                  <a:pt x="238886" y="2790456"/>
                </a:lnTo>
                <a:lnTo>
                  <a:pt x="238125" y="2777782"/>
                </a:lnTo>
                <a:close/>
              </a:path>
              <a:path w="1455420" h="2831465">
                <a:moveTo>
                  <a:pt x="149478" y="2782874"/>
                </a:moveTo>
                <a:lnTo>
                  <a:pt x="98678" y="2785630"/>
                </a:lnTo>
                <a:lnTo>
                  <a:pt x="99441" y="2798318"/>
                </a:lnTo>
                <a:lnTo>
                  <a:pt x="150114" y="2795549"/>
                </a:lnTo>
                <a:lnTo>
                  <a:pt x="149478" y="2782874"/>
                </a:lnTo>
                <a:close/>
              </a:path>
              <a:path w="1455420" h="2831465">
                <a:moveTo>
                  <a:pt x="74168" y="2755074"/>
                </a:moveTo>
                <a:lnTo>
                  <a:pt x="0" y="2796921"/>
                </a:lnTo>
                <a:lnTo>
                  <a:pt x="77977" y="2831172"/>
                </a:lnTo>
                <a:lnTo>
                  <a:pt x="74168" y="2755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72400" y="1633727"/>
            <a:ext cx="152400" cy="1795780"/>
          </a:xfrm>
          <a:custGeom>
            <a:avLst/>
            <a:gdLst/>
            <a:ahLst/>
            <a:cxnLst/>
            <a:rect l="l" t="t" r="r" b="b"/>
            <a:pathLst>
              <a:path w="152400" h="1795779">
                <a:moveTo>
                  <a:pt x="0" y="728472"/>
                </a:moveTo>
                <a:lnTo>
                  <a:pt x="29640" y="735451"/>
                </a:lnTo>
                <a:lnTo>
                  <a:pt x="53863" y="754491"/>
                </a:lnTo>
                <a:lnTo>
                  <a:pt x="70205" y="782746"/>
                </a:lnTo>
                <a:lnTo>
                  <a:pt x="76200" y="817372"/>
                </a:lnTo>
                <a:lnTo>
                  <a:pt x="76200" y="1172972"/>
                </a:lnTo>
                <a:lnTo>
                  <a:pt x="82194" y="1207597"/>
                </a:lnTo>
                <a:lnTo>
                  <a:pt x="98536" y="1235852"/>
                </a:lnTo>
                <a:lnTo>
                  <a:pt x="122759" y="1254892"/>
                </a:lnTo>
                <a:lnTo>
                  <a:pt x="152400" y="1261872"/>
                </a:lnTo>
                <a:lnTo>
                  <a:pt x="122759" y="1268851"/>
                </a:lnTo>
                <a:lnTo>
                  <a:pt x="98536" y="1287891"/>
                </a:lnTo>
                <a:lnTo>
                  <a:pt x="82194" y="1316146"/>
                </a:lnTo>
                <a:lnTo>
                  <a:pt x="76200" y="1350772"/>
                </a:lnTo>
                <a:lnTo>
                  <a:pt x="76200" y="1706372"/>
                </a:lnTo>
                <a:lnTo>
                  <a:pt x="70205" y="1740997"/>
                </a:lnTo>
                <a:lnTo>
                  <a:pt x="53863" y="1769252"/>
                </a:lnTo>
                <a:lnTo>
                  <a:pt x="29640" y="1788292"/>
                </a:lnTo>
                <a:lnTo>
                  <a:pt x="0" y="1795272"/>
                </a:lnTo>
              </a:path>
              <a:path w="152400" h="1795779">
                <a:moveTo>
                  <a:pt x="0" y="0"/>
                </a:moveTo>
                <a:lnTo>
                  <a:pt x="29640" y="4482"/>
                </a:lnTo>
                <a:lnTo>
                  <a:pt x="53863" y="16716"/>
                </a:lnTo>
                <a:lnTo>
                  <a:pt x="70205" y="34879"/>
                </a:lnTo>
                <a:lnTo>
                  <a:pt x="76200" y="57150"/>
                </a:lnTo>
                <a:lnTo>
                  <a:pt x="76200" y="285750"/>
                </a:lnTo>
                <a:lnTo>
                  <a:pt x="82194" y="308020"/>
                </a:lnTo>
                <a:lnTo>
                  <a:pt x="98536" y="326183"/>
                </a:lnTo>
                <a:lnTo>
                  <a:pt x="122759" y="338417"/>
                </a:lnTo>
                <a:lnTo>
                  <a:pt x="152400" y="342900"/>
                </a:lnTo>
                <a:lnTo>
                  <a:pt x="122759" y="347382"/>
                </a:lnTo>
                <a:lnTo>
                  <a:pt x="98536" y="359616"/>
                </a:lnTo>
                <a:lnTo>
                  <a:pt x="82194" y="377779"/>
                </a:lnTo>
                <a:lnTo>
                  <a:pt x="76200" y="400050"/>
                </a:lnTo>
                <a:lnTo>
                  <a:pt x="76200" y="628650"/>
                </a:lnTo>
                <a:lnTo>
                  <a:pt x="70205" y="650920"/>
                </a:lnTo>
                <a:lnTo>
                  <a:pt x="53863" y="669083"/>
                </a:lnTo>
                <a:lnTo>
                  <a:pt x="29640" y="681317"/>
                </a:ln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629C4-0AF1-F4CF-D4CE-3BB1BF1C51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Sắp</a:t>
            </a:r>
            <a:r>
              <a:rPr spc="-50" dirty="0"/>
              <a:t> </a:t>
            </a:r>
            <a:r>
              <a:rPr dirty="0"/>
              <a:t>xếp</a:t>
            </a:r>
            <a:r>
              <a:rPr spc="-50" dirty="0"/>
              <a:t> </a:t>
            </a:r>
            <a:r>
              <a:rPr dirty="0"/>
              <a:t>kết</a:t>
            </a:r>
            <a:r>
              <a:rPr spc="-40" dirty="0"/>
              <a:t> </a:t>
            </a:r>
            <a:r>
              <a:rPr spc="-25" dirty="0"/>
              <a:t>quả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02717"/>
            <a:ext cx="8510270" cy="425005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ORDER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BY</a:t>
            </a:r>
            <a:endParaRPr sz="2800">
              <a:latin typeface="Arial"/>
              <a:cs typeface="Arial"/>
            </a:endParaRPr>
          </a:p>
          <a:p>
            <a:pPr marL="756285" marR="5627370" lvl="1" indent="-287020">
              <a:lnSpc>
                <a:spcPct val="110000"/>
              </a:lnSpc>
              <a:spcBef>
                <a:spcPts val="1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&lt;dstt&gt;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&lt;dsb&gt; </a:t>
            </a:r>
            <a:r>
              <a:rPr sz="2400" dirty="0">
                <a:latin typeface="Arial"/>
                <a:cs typeface="Arial"/>
              </a:rPr>
              <a:t>[WHERE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&lt;đk&gt;]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ORDER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&lt;dstt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sắp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xếp&gt;</a:t>
            </a:r>
            <a:endParaRPr sz="2400">
              <a:latin typeface="Arial"/>
              <a:cs typeface="Arial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2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&lt;dstt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sắp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xếp&gt;: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sách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cặp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tự </a:t>
            </a:r>
            <a:r>
              <a:rPr sz="2400" dirty="0">
                <a:latin typeface="Arial"/>
                <a:cs typeface="Arial"/>
              </a:rPr>
              <a:t>sắp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xếp).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25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Thứ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tự:</a:t>
            </a:r>
            <a:endParaRPr sz="24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45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ASC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tăng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dần.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DESC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giảm</a:t>
            </a:r>
            <a:r>
              <a:rPr sz="2000" spc="-20" dirty="0">
                <a:latin typeface="Arial"/>
                <a:cs typeface="Arial"/>
              </a:rPr>
              <a:t> dần.</a:t>
            </a:r>
            <a:endParaRPr sz="20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240"/>
              </a:spcBef>
              <a:buChar char="-"/>
              <a:tabLst>
                <a:tab pos="1155700" algn="l"/>
              </a:tabLst>
            </a:pPr>
            <a:r>
              <a:rPr sz="2000" dirty="0">
                <a:latin typeface="Arial"/>
                <a:cs typeface="Arial"/>
              </a:rPr>
              <a:t>Mặc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định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ASC.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2988D-B33B-A418-37E1-EF002A6797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2453"/>
            <a:ext cx="8279765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Với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mà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giá.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Sắp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xếp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tự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tăng </a:t>
            </a:r>
            <a:r>
              <a:rPr sz="2400" dirty="0">
                <a:latin typeface="Arial"/>
                <a:cs typeface="Arial"/>
              </a:rPr>
              <a:t>dần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dần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án.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MaNV,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MaDA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THAMGIA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order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MaNV,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MaDA </a:t>
            </a:r>
            <a:r>
              <a:rPr sz="2000" spc="-20" dirty="0">
                <a:latin typeface="Arial"/>
                <a:cs typeface="Arial"/>
              </a:rPr>
              <a:t>desc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95950" y="2863850"/>
          <a:ext cx="2146300" cy="2924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MaDA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2D9DF-CDD0-9EF5-BC76-1D7AF3D1FC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</a:t>
            </a:r>
            <a:r>
              <a:rPr spc="-60" dirty="0"/>
              <a:t> </a:t>
            </a:r>
            <a:r>
              <a:rPr dirty="0"/>
              <a:t>sánh</a:t>
            </a:r>
            <a:r>
              <a:rPr spc="-55" dirty="0"/>
              <a:t> </a:t>
            </a:r>
            <a:r>
              <a:rPr dirty="0"/>
              <a:t>với</a:t>
            </a:r>
            <a:r>
              <a:rPr spc="-60" dirty="0"/>
              <a:t> </a:t>
            </a:r>
            <a:r>
              <a:rPr spc="-20" dirty="0"/>
              <a:t>NULL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899"/>
            <a:ext cx="3994785" cy="42697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spc="-20" dirty="0">
                <a:latin typeface="Arial"/>
                <a:cs typeface="Arial"/>
              </a:rPr>
              <a:t>NULL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Không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biết.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Không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sẳn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sàng.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Không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áp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dụng.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Tính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sánh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với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spc="-20" dirty="0">
                <a:latin typeface="Arial"/>
                <a:cs typeface="Arial"/>
              </a:rPr>
              <a:t>NULL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null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+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null.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null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unknown.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SQL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cấp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toán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IS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NULL.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IS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NULL.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1092453"/>
            <a:ext cx="3773804" cy="3757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không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sát</a:t>
            </a:r>
            <a:endParaRPr sz="2400">
              <a:latin typeface="Arial"/>
              <a:cs typeface="Arial"/>
            </a:endParaRPr>
          </a:p>
          <a:p>
            <a:pPr marL="756285" marR="525780">
              <a:lnSpc>
                <a:spcPct val="12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MaNV,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Ten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MaNQL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null</a:t>
            </a:r>
            <a:endParaRPr sz="2000">
              <a:latin typeface="Arial"/>
              <a:cs typeface="Arial"/>
            </a:endParaRPr>
          </a:p>
          <a:p>
            <a:pPr marL="355600" marR="513080" indent="-34353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có </a:t>
            </a:r>
            <a:r>
              <a:rPr sz="2400" dirty="0">
                <a:latin typeface="Arial"/>
                <a:cs typeface="Arial"/>
              </a:rPr>
              <a:t>người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sát</a:t>
            </a:r>
            <a:endParaRPr sz="2400">
              <a:latin typeface="Arial"/>
              <a:cs typeface="Arial"/>
            </a:endParaRPr>
          </a:p>
          <a:p>
            <a:pPr marL="756285" marR="525780">
              <a:lnSpc>
                <a:spcPct val="120100"/>
              </a:lnSpc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MaNV,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Ten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MaNQL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20" dirty="0">
                <a:latin typeface="Arial"/>
                <a:cs typeface="Arial"/>
              </a:rPr>
              <a:t> null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57464-D966-CF19-F462-9E067279F9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Logic</a:t>
            </a:r>
            <a:r>
              <a:rPr spc="-70" dirty="0"/>
              <a:t> </a:t>
            </a:r>
            <a:r>
              <a:rPr dirty="0"/>
              <a:t>3</a:t>
            </a:r>
            <a:r>
              <a:rPr spc="-80" dirty="0"/>
              <a:t> </a:t>
            </a:r>
            <a:r>
              <a:rPr dirty="0"/>
              <a:t>chân</a:t>
            </a:r>
            <a:r>
              <a:rPr spc="-75" dirty="0"/>
              <a:t> </a:t>
            </a:r>
            <a:r>
              <a:rPr spc="-25" dirty="0"/>
              <a:t>trị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51050" y="4705350"/>
          <a:ext cx="27813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533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NOT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051050" y="984250"/>
          <a:ext cx="51816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AND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1050" y="2813050"/>
          <a:ext cx="497840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OR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FALSE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TRUE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UNKNOWN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C7637-FC63-CF6C-14BD-A8B2EEDDB7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80" dirty="0"/>
              <a:t> </a:t>
            </a:r>
            <a:r>
              <a:rPr dirty="0"/>
              <a:t>vấn</a:t>
            </a:r>
            <a:r>
              <a:rPr spc="-65" dirty="0"/>
              <a:t> </a:t>
            </a:r>
            <a:r>
              <a:rPr spc="-20" dirty="0"/>
              <a:t>lồng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7667625" cy="1603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Truy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sử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giá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trị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khác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điều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sánh.</a:t>
            </a:r>
            <a:endParaRPr sz="2800">
              <a:latin typeface="Arial"/>
              <a:cs typeface="Arial"/>
            </a:endParaRPr>
          </a:p>
          <a:p>
            <a:pPr marL="2070100">
              <a:lnSpc>
                <a:spcPct val="100000"/>
              </a:lnSpc>
              <a:spcBef>
                <a:spcPts val="2345"/>
              </a:spcBef>
            </a:pPr>
            <a:r>
              <a:rPr sz="2800" dirty="0">
                <a:latin typeface="Arial"/>
                <a:cs typeface="Arial"/>
              </a:rPr>
              <a:t>SELECT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&lt;dstt&gt;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5615432"/>
            <a:ext cx="6359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Chỉ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xuất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mệnh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WHERE.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2668676"/>
            <a:ext cx="4645660" cy="15621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latin typeface="Arial"/>
                <a:cs typeface="Arial"/>
              </a:rPr>
              <a:t>FROM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&lt;dsb&gt;</a:t>
            </a:r>
            <a:endParaRPr sz="2800">
              <a:latin typeface="Arial"/>
              <a:cs typeface="Arial"/>
            </a:endParaRPr>
          </a:p>
          <a:p>
            <a:pPr marL="405765" marR="5080" indent="-393700">
              <a:lnSpc>
                <a:spcPct val="120000"/>
              </a:lnSpc>
            </a:pPr>
            <a:r>
              <a:rPr sz="2800" dirty="0">
                <a:latin typeface="Arial"/>
                <a:cs typeface="Arial"/>
              </a:rPr>
              <a:t>WHERE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&lt;so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sánh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hợp&gt;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( </a:t>
            </a:r>
            <a:r>
              <a:rPr sz="2800" dirty="0">
                <a:latin typeface="Arial"/>
                <a:cs typeface="Arial"/>
              </a:rPr>
              <a:t>SELECT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&lt;dstt&gt;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58185" y="4205500"/>
            <a:ext cx="2359660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FROM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&lt;dsb&gt; </a:t>
            </a:r>
            <a:r>
              <a:rPr sz="2800" dirty="0">
                <a:latin typeface="Arial"/>
                <a:cs typeface="Arial"/>
              </a:rPr>
              <a:t>WHERE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&lt;đk&gt;)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33600" y="2362200"/>
            <a:ext cx="152400" cy="1295400"/>
          </a:xfrm>
          <a:custGeom>
            <a:avLst/>
            <a:gdLst/>
            <a:ahLst/>
            <a:cxnLst/>
            <a:rect l="l" t="t" r="r" b="b"/>
            <a:pathLst>
              <a:path w="152400" h="1295400">
                <a:moveTo>
                  <a:pt x="152400" y="1295400"/>
                </a:moveTo>
                <a:lnTo>
                  <a:pt x="122759" y="1286908"/>
                </a:lnTo>
                <a:lnTo>
                  <a:pt x="98536" y="1263761"/>
                </a:lnTo>
                <a:lnTo>
                  <a:pt x="82194" y="1229445"/>
                </a:lnTo>
                <a:lnTo>
                  <a:pt x="76200" y="1187450"/>
                </a:lnTo>
                <a:lnTo>
                  <a:pt x="76200" y="755650"/>
                </a:lnTo>
                <a:lnTo>
                  <a:pt x="70205" y="713654"/>
                </a:lnTo>
                <a:lnTo>
                  <a:pt x="53863" y="679338"/>
                </a:lnTo>
                <a:lnTo>
                  <a:pt x="29640" y="656191"/>
                </a:lnTo>
                <a:lnTo>
                  <a:pt x="0" y="647700"/>
                </a:lnTo>
                <a:lnTo>
                  <a:pt x="29640" y="639208"/>
                </a:lnTo>
                <a:lnTo>
                  <a:pt x="53863" y="616061"/>
                </a:lnTo>
                <a:lnTo>
                  <a:pt x="70205" y="581745"/>
                </a:lnTo>
                <a:lnTo>
                  <a:pt x="76200" y="539750"/>
                </a:lnTo>
                <a:lnTo>
                  <a:pt x="76200" y="107950"/>
                </a:lnTo>
                <a:lnTo>
                  <a:pt x="82194" y="65954"/>
                </a:lnTo>
                <a:lnTo>
                  <a:pt x="98536" y="31638"/>
                </a:lnTo>
                <a:lnTo>
                  <a:pt x="122759" y="8491"/>
                </a:lnTo>
                <a:lnTo>
                  <a:pt x="152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2775584"/>
            <a:ext cx="1336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Truy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vấn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cha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57800" y="3886200"/>
            <a:ext cx="152400" cy="1371600"/>
          </a:xfrm>
          <a:custGeom>
            <a:avLst/>
            <a:gdLst/>
            <a:ahLst/>
            <a:cxnLst/>
            <a:rect l="l" t="t" r="r" b="b"/>
            <a:pathLst>
              <a:path w="152400" h="1371600">
                <a:moveTo>
                  <a:pt x="0" y="0"/>
                </a:moveTo>
                <a:lnTo>
                  <a:pt x="29640" y="8983"/>
                </a:lnTo>
                <a:lnTo>
                  <a:pt x="53863" y="33480"/>
                </a:lnTo>
                <a:lnTo>
                  <a:pt x="70205" y="69812"/>
                </a:lnTo>
                <a:lnTo>
                  <a:pt x="76200" y="114300"/>
                </a:lnTo>
                <a:lnTo>
                  <a:pt x="76200" y="571500"/>
                </a:lnTo>
                <a:lnTo>
                  <a:pt x="82194" y="615987"/>
                </a:lnTo>
                <a:lnTo>
                  <a:pt x="98536" y="652319"/>
                </a:lnTo>
                <a:lnTo>
                  <a:pt x="122759" y="676816"/>
                </a:lnTo>
                <a:lnTo>
                  <a:pt x="152400" y="685800"/>
                </a:lnTo>
                <a:lnTo>
                  <a:pt x="122759" y="694783"/>
                </a:lnTo>
                <a:lnTo>
                  <a:pt x="98536" y="719280"/>
                </a:lnTo>
                <a:lnTo>
                  <a:pt x="82194" y="755612"/>
                </a:lnTo>
                <a:lnTo>
                  <a:pt x="76200" y="800100"/>
                </a:lnTo>
                <a:lnTo>
                  <a:pt x="76200" y="1257300"/>
                </a:lnTo>
                <a:lnTo>
                  <a:pt x="70205" y="1301787"/>
                </a:lnTo>
                <a:lnTo>
                  <a:pt x="53863" y="1338119"/>
                </a:lnTo>
                <a:lnTo>
                  <a:pt x="29640" y="1362616"/>
                </a:lnTo>
                <a:lnTo>
                  <a:pt x="0" y="1371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18428" y="4390390"/>
            <a:ext cx="1336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Truy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vấn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19B284-7A22-41B5-9736-699A0DC599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</a:t>
            </a:r>
            <a:r>
              <a:rPr spc="-65" dirty="0"/>
              <a:t> </a:t>
            </a:r>
            <a:r>
              <a:rPr dirty="0"/>
              <a:t>sánh</a:t>
            </a:r>
            <a:r>
              <a:rPr spc="-65" dirty="0"/>
              <a:t> </a:t>
            </a:r>
            <a:r>
              <a:rPr dirty="0"/>
              <a:t>tập</a:t>
            </a:r>
            <a:r>
              <a:rPr spc="-65" dirty="0"/>
              <a:t> </a:t>
            </a:r>
            <a:r>
              <a:rPr dirty="0"/>
              <a:t>hợp</a:t>
            </a:r>
            <a:r>
              <a:rPr spc="-6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899"/>
            <a:ext cx="8037830" cy="45015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toán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IN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sự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hợp.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ALL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tất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cả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hợp.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ANY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nào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hợp.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ALL,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ANY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hợp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{=,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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Symbol"/>
                <a:cs typeface="Symbol"/>
              </a:rPr>
              <a:t></a:t>
            </a:r>
            <a:r>
              <a:rPr sz="2000" spc="-25" dirty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spc="-20" dirty="0">
                <a:latin typeface="Arial"/>
                <a:cs typeface="Arial"/>
              </a:rPr>
              <a:t>&lt;&gt;}.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EXISTS -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kiểm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sự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tồn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tại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quả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câu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vấn.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Cú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pháp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9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&lt;tên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&lt;truy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con&gt;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&lt;tên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&lt;phép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sánh&gt;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&lt;truy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con&gt;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&lt;tên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&lt;phép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sánh&gt;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&lt;truy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con&gt;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EXISTS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&lt;truy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con&gt;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567A0-FCF6-E4C6-84D5-10AFFE0D598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các</a:t>
            </a:r>
            <a:r>
              <a:rPr spc="-65" dirty="0"/>
              <a:t> </a:t>
            </a:r>
            <a:r>
              <a:rPr dirty="0"/>
              <a:t>nhân</a:t>
            </a:r>
            <a:r>
              <a:rPr spc="-55" dirty="0"/>
              <a:t> </a:t>
            </a:r>
            <a:r>
              <a:rPr dirty="0"/>
              <a:t>viên</a:t>
            </a:r>
            <a:r>
              <a:rPr spc="-50" dirty="0"/>
              <a:t> </a:t>
            </a:r>
            <a:r>
              <a:rPr spc="-25" dirty="0"/>
              <a:t>của </a:t>
            </a:r>
            <a:r>
              <a:rPr dirty="0"/>
              <a:t>phòng</a:t>
            </a:r>
            <a:r>
              <a:rPr spc="-25" dirty="0"/>
              <a:t> </a:t>
            </a:r>
            <a:r>
              <a:rPr dirty="0"/>
              <a:t>số</a:t>
            </a:r>
            <a:r>
              <a:rPr spc="-40" dirty="0"/>
              <a:t> </a:t>
            </a:r>
            <a:r>
              <a:rPr dirty="0"/>
              <a:t>2</a:t>
            </a:r>
            <a:r>
              <a:rPr spc="-45" dirty="0"/>
              <a:t> </a:t>
            </a:r>
            <a:r>
              <a:rPr dirty="0"/>
              <a:t>và</a:t>
            </a:r>
            <a:r>
              <a:rPr spc="-40" dirty="0"/>
              <a:t> </a:t>
            </a:r>
            <a:r>
              <a:rPr spc="-25" dirty="0"/>
              <a:t>5.</a:t>
            </a:r>
          </a:p>
          <a:p>
            <a:pPr marL="756285">
              <a:lnSpc>
                <a:spcPct val="100000"/>
              </a:lnSpc>
              <a:spcBef>
                <a:spcPts val="595"/>
              </a:spcBef>
            </a:pPr>
            <a:r>
              <a:rPr sz="2400" dirty="0"/>
              <a:t>select</a:t>
            </a:r>
            <a:r>
              <a:rPr sz="2400" spc="-65" dirty="0"/>
              <a:t> </a:t>
            </a:r>
            <a:r>
              <a:rPr sz="2400" spc="-50" dirty="0"/>
              <a:t>*</a:t>
            </a:r>
            <a:endParaRPr sz="2400"/>
          </a:p>
          <a:p>
            <a:pPr marL="756285">
              <a:lnSpc>
                <a:spcPct val="100000"/>
              </a:lnSpc>
              <a:spcBef>
                <a:spcPts val="580"/>
              </a:spcBef>
            </a:pPr>
            <a:r>
              <a:rPr sz="2400" dirty="0"/>
              <a:t>from</a:t>
            </a:r>
            <a:r>
              <a:rPr sz="2400" spc="-65" dirty="0"/>
              <a:t> </a:t>
            </a:r>
            <a:r>
              <a:rPr sz="2400" spc="-10" dirty="0"/>
              <a:t>NHANVIEN</a:t>
            </a:r>
            <a:endParaRPr sz="2400"/>
          </a:p>
          <a:p>
            <a:pPr marL="756285">
              <a:lnSpc>
                <a:spcPct val="100000"/>
              </a:lnSpc>
              <a:spcBef>
                <a:spcPts val="575"/>
              </a:spcBef>
            </a:pPr>
            <a:r>
              <a:rPr sz="2400" dirty="0"/>
              <a:t>where</a:t>
            </a:r>
            <a:r>
              <a:rPr sz="2400" spc="-40" dirty="0"/>
              <a:t> </a:t>
            </a:r>
            <a:r>
              <a:rPr sz="2400" dirty="0"/>
              <a:t>MaPB</a:t>
            </a:r>
            <a:r>
              <a:rPr sz="2400" spc="-50" dirty="0"/>
              <a:t> </a:t>
            </a:r>
            <a:r>
              <a:rPr sz="2400" dirty="0"/>
              <a:t>in</a:t>
            </a:r>
            <a:r>
              <a:rPr sz="2400" spc="-40" dirty="0"/>
              <a:t> </a:t>
            </a:r>
            <a:r>
              <a:rPr sz="2400" dirty="0"/>
              <a:t>(2,</a:t>
            </a:r>
            <a:r>
              <a:rPr sz="2400" spc="-55" dirty="0"/>
              <a:t> </a:t>
            </a:r>
            <a:r>
              <a:rPr sz="2400" spc="-25" dirty="0"/>
              <a:t>5)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4727575" y="1090624"/>
            <a:ext cx="3948429" cy="2198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Tìm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của </a:t>
            </a:r>
            <a:r>
              <a:rPr sz="2800" dirty="0">
                <a:latin typeface="Arial"/>
                <a:cs typeface="Arial"/>
              </a:rPr>
              <a:t>phòng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‘Nghiên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cứu’.</a:t>
            </a:r>
            <a:endParaRPr sz="2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*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MaPB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0" dirty="0">
                <a:latin typeface="Arial"/>
                <a:cs typeface="Arial"/>
              </a:rPr>
              <a:t> (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4525" y="3263642"/>
            <a:ext cx="2461260" cy="134239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MaPB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PHONGBAN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TenPB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1726" y="4653533"/>
            <a:ext cx="1842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‘Nghiên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cứu’)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6000" y="2833116"/>
            <a:ext cx="1710055" cy="1358265"/>
          </a:xfrm>
          <a:custGeom>
            <a:avLst/>
            <a:gdLst/>
            <a:ahLst/>
            <a:cxnLst/>
            <a:rect l="l" t="t" r="r" b="b"/>
            <a:pathLst>
              <a:path w="1710054" h="1358264">
                <a:moveTo>
                  <a:pt x="871727" y="304800"/>
                </a:moveTo>
                <a:lnTo>
                  <a:pt x="875552" y="263453"/>
                </a:lnTo>
                <a:lnTo>
                  <a:pt x="886694" y="223793"/>
                </a:lnTo>
                <a:lnTo>
                  <a:pt x="904654" y="186183"/>
                </a:lnTo>
                <a:lnTo>
                  <a:pt x="928934" y="150988"/>
                </a:lnTo>
                <a:lnTo>
                  <a:pt x="959034" y="118571"/>
                </a:lnTo>
                <a:lnTo>
                  <a:pt x="994457" y="89296"/>
                </a:lnTo>
                <a:lnTo>
                  <a:pt x="1034703" y="63527"/>
                </a:lnTo>
                <a:lnTo>
                  <a:pt x="1079274" y="41627"/>
                </a:lnTo>
                <a:lnTo>
                  <a:pt x="1127670" y="23961"/>
                </a:lnTo>
                <a:lnTo>
                  <a:pt x="1179394" y="10892"/>
                </a:lnTo>
                <a:lnTo>
                  <a:pt x="1233946" y="2783"/>
                </a:lnTo>
                <a:lnTo>
                  <a:pt x="1290827" y="0"/>
                </a:lnTo>
                <a:lnTo>
                  <a:pt x="1347709" y="2783"/>
                </a:lnTo>
                <a:lnTo>
                  <a:pt x="1402261" y="10892"/>
                </a:lnTo>
                <a:lnTo>
                  <a:pt x="1453985" y="23961"/>
                </a:lnTo>
                <a:lnTo>
                  <a:pt x="1502381" y="41627"/>
                </a:lnTo>
                <a:lnTo>
                  <a:pt x="1546952" y="63527"/>
                </a:lnTo>
                <a:lnTo>
                  <a:pt x="1587198" y="89296"/>
                </a:lnTo>
                <a:lnTo>
                  <a:pt x="1622621" y="118571"/>
                </a:lnTo>
                <a:lnTo>
                  <a:pt x="1652721" y="150988"/>
                </a:lnTo>
                <a:lnTo>
                  <a:pt x="1677001" y="186183"/>
                </a:lnTo>
                <a:lnTo>
                  <a:pt x="1694961" y="223793"/>
                </a:lnTo>
                <a:lnTo>
                  <a:pt x="1706103" y="263453"/>
                </a:lnTo>
                <a:lnTo>
                  <a:pt x="1709927" y="304800"/>
                </a:lnTo>
                <a:lnTo>
                  <a:pt x="1706103" y="346146"/>
                </a:lnTo>
                <a:lnTo>
                  <a:pt x="1694961" y="385806"/>
                </a:lnTo>
                <a:lnTo>
                  <a:pt x="1677001" y="423416"/>
                </a:lnTo>
                <a:lnTo>
                  <a:pt x="1652721" y="458611"/>
                </a:lnTo>
                <a:lnTo>
                  <a:pt x="1622621" y="491028"/>
                </a:lnTo>
                <a:lnTo>
                  <a:pt x="1587198" y="520303"/>
                </a:lnTo>
                <a:lnTo>
                  <a:pt x="1546952" y="546072"/>
                </a:lnTo>
                <a:lnTo>
                  <a:pt x="1502381" y="567972"/>
                </a:lnTo>
                <a:lnTo>
                  <a:pt x="1453985" y="585638"/>
                </a:lnTo>
                <a:lnTo>
                  <a:pt x="1402261" y="598707"/>
                </a:lnTo>
                <a:lnTo>
                  <a:pt x="1347709" y="606816"/>
                </a:lnTo>
                <a:lnTo>
                  <a:pt x="1290827" y="609600"/>
                </a:lnTo>
                <a:lnTo>
                  <a:pt x="1233946" y="606816"/>
                </a:lnTo>
                <a:lnTo>
                  <a:pt x="1179394" y="598707"/>
                </a:lnTo>
                <a:lnTo>
                  <a:pt x="1127670" y="585638"/>
                </a:lnTo>
                <a:lnTo>
                  <a:pt x="1079274" y="567972"/>
                </a:lnTo>
                <a:lnTo>
                  <a:pt x="1034703" y="546072"/>
                </a:lnTo>
                <a:lnTo>
                  <a:pt x="994457" y="520303"/>
                </a:lnTo>
                <a:lnTo>
                  <a:pt x="959034" y="491028"/>
                </a:lnTo>
                <a:lnTo>
                  <a:pt x="928934" y="458611"/>
                </a:lnTo>
                <a:lnTo>
                  <a:pt x="904654" y="423416"/>
                </a:lnTo>
                <a:lnTo>
                  <a:pt x="886694" y="385806"/>
                </a:lnTo>
                <a:lnTo>
                  <a:pt x="875552" y="346146"/>
                </a:lnTo>
                <a:lnTo>
                  <a:pt x="871727" y="304800"/>
                </a:lnTo>
                <a:close/>
              </a:path>
              <a:path w="1710054" h="1358264">
                <a:moveTo>
                  <a:pt x="0" y="1357757"/>
                </a:moveTo>
                <a:lnTo>
                  <a:pt x="993775" y="521208"/>
                </a:lnTo>
              </a:path>
            </a:pathLst>
          </a:custGeom>
          <a:ln w="9525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22044" y="4219194"/>
            <a:ext cx="2127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Tập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tường</a:t>
            </a:r>
            <a:r>
              <a:rPr sz="1800" spc="-20" dirty="0">
                <a:latin typeface="Arial"/>
                <a:cs typeface="Arial"/>
              </a:rPr>
              <a:t> minh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620321" y="3348037"/>
            <a:ext cx="3057525" cy="2345055"/>
            <a:chOff x="5620321" y="3348037"/>
            <a:chExt cx="3057525" cy="2345055"/>
          </a:xfrm>
        </p:grpSpPr>
        <p:sp>
          <p:nvSpPr>
            <p:cNvPr id="10" name="object 10"/>
            <p:cNvSpPr/>
            <p:nvPr/>
          </p:nvSpPr>
          <p:spPr>
            <a:xfrm>
              <a:off x="5625084" y="3352800"/>
              <a:ext cx="3048000" cy="1676400"/>
            </a:xfrm>
            <a:custGeom>
              <a:avLst/>
              <a:gdLst/>
              <a:ahLst/>
              <a:cxnLst/>
              <a:rect l="l" t="t" r="r" b="b"/>
              <a:pathLst>
                <a:path w="3048000" h="1676400">
                  <a:moveTo>
                    <a:pt x="0" y="1676400"/>
                  </a:moveTo>
                  <a:lnTo>
                    <a:pt x="3048000" y="16764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16764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79948" y="5029200"/>
              <a:ext cx="1468755" cy="659130"/>
            </a:xfrm>
            <a:custGeom>
              <a:avLst/>
              <a:gdLst/>
              <a:ahLst/>
              <a:cxnLst/>
              <a:rect l="l" t="t" r="r" b="b"/>
              <a:pathLst>
                <a:path w="1468754" h="659129">
                  <a:moveTo>
                    <a:pt x="0" y="658812"/>
                  </a:moveTo>
                  <a:lnTo>
                    <a:pt x="1468374" y="0"/>
                  </a:lnTo>
                </a:path>
              </a:pathLst>
            </a:custGeom>
            <a:ln w="9525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203575" y="5532221"/>
            <a:ext cx="2388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Truy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vấn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vô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hướng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0B9048B-C599-FB3E-FFCD-E867033DFC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2453"/>
            <a:ext cx="3917950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có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lớn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hơn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lương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phòng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5.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756285" marR="791210">
              <a:lnSpc>
                <a:spcPct val="12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Luong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ALL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</a:t>
            </a:r>
            <a:endParaRPr sz="20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Luong</a:t>
            </a:r>
            <a:endParaRPr sz="2000">
              <a:latin typeface="Arial"/>
              <a:cs typeface="Arial"/>
            </a:endParaRPr>
          </a:p>
          <a:p>
            <a:pPr marL="965200" marR="977265">
              <a:lnSpc>
                <a:spcPct val="12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MaPB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5)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1048258"/>
            <a:ext cx="4100829" cy="50088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114935" indent="-343535">
              <a:lnSpc>
                <a:spcPct val="90000"/>
              </a:lnSpc>
              <a:spcBef>
                <a:spcPts val="43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Cho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viên </a:t>
            </a:r>
            <a:r>
              <a:rPr sz="2800" dirty="0">
                <a:latin typeface="Arial"/>
                <a:cs typeface="Arial"/>
              </a:rPr>
              <a:t>không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tham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dự </a:t>
            </a:r>
            <a:r>
              <a:rPr sz="2800" dirty="0">
                <a:latin typeface="Arial"/>
                <a:cs typeface="Arial"/>
              </a:rPr>
              <a:t>án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mà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phòng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50" dirty="0">
                <a:latin typeface="Arial"/>
                <a:cs typeface="Arial"/>
              </a:rPr>
              <a:t> 5 </a:t>
            </a:r>
            <a:r>
              <a:rPr sz="2800" dirty="0">
                <a:latin typeface="Arial"/>
                <a:cs typeface="Arial"/>
              </a:rPr>
              <a:t>quản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lý.</a:t>
            </a:r>
            <a:endParaRPr sz="2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MaNV</a:t>
            </a:r>
            <a:endParaRPr sz="2400">
              <a:latin typeface="Arial"/>
              <a:cs typeface="Arial"/>
            </a:endParaRPr>
          </a:p>
          <a:p>
            <a:pPr marL="756285" marR="557530">
              <a:lnSpc>
                <a:spcPct val="110000"/>
              </a:lnSpc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MaNV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(</a:t>
            </a:r>
            <a:endParaRPr sz="2400">
              <a:latin typeface="Arial"/>
              <a:cs typeface="Arial"/>
            </a:endParaRPr>
          </a:p>
          <a:p>
            <a:pPr marL="100965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TG.MaNV</a:t>
            </a:r>
            <a:endParaRPr sz="2400">
              <a:latin typeface="Arial"/>
              <a:cs typeface="Arial"/>
            </a:endParaRPr>
          </a:p>
          <a:p>
            <a:pPr marL="1009650">
              <a:lnSpc>
                <a:spcPts val="2735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THAMGIA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TG,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ts val="2735"/>
              </a:lnSpc>
            </a:pPr>
            <a:r>
              <a:rPr sz="2400" dirty="0">
                <a:latin typeface="Arial"/>
                <a:cs typeface="Arial"/>
              </a:rPr>
              <a:t>DUAN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DA</a:t>
            </a:r>
            <a:endParaRPr sz="2400">
              <a:latin typeface="Arial"/>
              <a:cs typeface="Arial"/>
            </a:endParaRPr>
          </a:p>
          <a:p>
            <a:pPr marL="449580" algn="ctr">
              <a:lnSpc>
                <a:spcPts val="2735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TG.MaDA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=</a:t>
            </a:r>
            <a:endParaRPr sz="2400">
              <a:latin typeface="Arial"/>
              <a:cs typeface="Arial"/>
            </a:endParaRPr>
          </a:p>
          <a:p>
            <a:pPr marL="493395" algn="ctr">
              <a:lnSpc>
                <a:spcPts val="2595"/>
              </a:lnSpc>
            </a:pPr>
            <a:r>
              <a:rPr sz="2400" dirty="0">
                <a:latin typeface="Arial"/>
                <a:cs typeface="Arial"/>
              </a:rPr>
              <a:t>DA.MaDA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DA.Phg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ts val="2735"/>
              </a:lnSpc>
            </a:pPr>
            <a:r>
              <a:rPr sz="2400" dirty="0">
                <a:latin typeface="Arial"/>
                <a:cs typeface="Arial"/>
              </a:rPr>
              <a:t>= </a:t>
            </a:r>
            <a:r>
              <a:rPr sz="2400" spc="-25" dirty="0">
                <a:latin typeface="Arial"/>
                <a:cs typeface="Arial"/>
              </a:rPr>
              <a:t>5)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E7078-71E4-75CB-2FB7-1D719D2D2D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85" dirty="0"/>
              <a:t> </a:t>
            </a:r>
            <a:r>
              <a:rPr dirty="0"/>
              <a:t>vấn</a:t>
            </a:r>
            <a:r>
              <a:rPr spc="-70" dirty="0"/>
              <a:t> </a:t>
            </a:r>
            <a:r>
              <a:rPr dirty="0"/>
              <a:t>lồng</a:t>
            </a:r>
            <a:r>
              <a:rPr spc="-90" dirty="0"/>
              <a:t> </a:t>
            </a:r>
            <a:r>
              <a:rPr dirty="0"/>
              <a:t>phân</a:t>
            </a:r>
            <a:r>
              <a:rPr spc="-85" dirty="0"/>
              <a:t> </a:t>
            </a:r>
            <a:r>
              <a:rPr dirty="0"/>
              <a:t>cấp</a:t>
            </a:r>
            <a:r>
              <a:rPr spc="-8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8183245" cy="4966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Mệnh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WHERE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không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tham </a:t>
            </a:r>
            <a:r>
              <a:rPr sz="2800" dirty="0">
                <a:latin typeface="Arial"/>
                <a:cs typeface="Arial"/>
              </a:rPr>
              <a:t>chiếu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đến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mệnh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đề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cha.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Truy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trước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cha.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Ví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dụ</a:t>
            </a:r>
            <a:endParaRPr sz="2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*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</a:t>
            </a:r>
            <a:endParaRPr sz="2400">
              <a:latin typeface="Arial"/>
              <a:cs typeface="Arial"/>
            </a:endParaRPr>
          </a:p>
          <a:p>
            <a:pPr marL="1009650" marR="4578985" indent="-253365">
              <a:lnSpc>
                <a:spcPct val="120000"/>
              </a:lnSpc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Luong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ALL</a:t>
            </a:r>
            <a:r>
              <a:rPr sz="2400" spc="-50" dirty="0">
                <a:latin typeface="Arial"/>
                <a:cs typeface="Arial"/>
              </a:rPr>
              <a:t> ( </a:t>
            </a:r>
            <a:r>
              <a:rPr sz="2400" dirty="0">
                <a:latin typeface="Arial"/>
                <a:cs typeface="Arial"/>
              </a:rPr>
              <a:t>select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Luong</a:t>
            </a:r>
            <a:endParaRPr sz="2400">
              <a:latin typeface="Arial"/>
              <a:cs typeface="Arial"/>
            </a:endParaRPr>
          </a:p>
          <a:p>
            <a:pPr marL="1009650" marR="4802505">
              <a:lnSpc>
                <a:spcPct val="12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NHANVIEN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MaPB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5)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BCC9C-AEA2-19BB-C3F4-4DB6A1B091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85" dirty="0"/>
              <a:t> </a:t>
            </a:r>
            <a:r>
              <a:rPr dirty="0"/>
              <a:t>vấn</a:t>
            </a:r>
            <a:r>
              <a:rPr spc="-70" dirty="0"/>
              <a:t> </a:t>
            </a:r>
            <a:r>
              <a:rPr dirty="0"/>
              <a:t>lồng</a:t>
            </a:r>
            <a:r>
              <a:rPr spc="-90" dirty="0"/>
              <a:t> </a:t>
            </a:r>
            <a:r>
              <a:rPr dirty="0"/>
              <a:t>phân</a:t>
            </a:r>
            <a:r>
              <a:rPr spc="-85" dirty="0"/>
              <a:t> </a:t>
            </a:r>
            <a:r>
              <a:rPr dirty="0"/>
              <a:t>cấp</a:t>
            </a:r>
            <a:r>
              <a:rPr spc="-85" dirty="0"/>
              <a:t> </a:t>
            </a:r>
            <a:r>
              <a:rPr spc="-25" dirty="0"/>
              <a:t>(2)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80250" y="984250"/>
          <a:ext cx="927100" cy="1834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38000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0850" y="984250"/>
          <a:ext cx="4133850" cy="328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888665555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55000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666884444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38000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453453453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987654321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43000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999887777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987987987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870450" y="4718050"/>
          <a:ext cx="260985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888665555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55000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987654321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43000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616955" y="1717624"/>
            <a:ext cx="6165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&gt;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ALL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637B6-8B8B-1615-C92E-796DB1A01A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-75" dirty="0"/>
              <a:t> </a:t>
            </a:r>
            <a:r>
              <a:rPr dirty="0"/>
              <a:t>lồng</a:t>
            </a:r>
            <a:r>
              <a:rPr spc="-90" dirty="0"/>
              <a:t> </a:t>
            </a:r>
            <a:r>
              <a:rPr dirty="0"/>
              <a:t>tương</a:t>
            </a:r>
            <a:r>
              <a:rPr spc="-100" dirty="0"/>
              <a:t> </a:t>
            </a:r>
            <a:r>
              <a:rPr dirty="0"/>
              <a:t>quan</a:t>
            </a:r>
            <a:r>
              <a:rPr spc="-7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48258"/>
            <a:ext cx="8416290" cy="49599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5080" indent="-342900" algn="just">
              <a:lnSpc>
                <a:spcPct val="90000"/>
              </a:lnSpc>
              <a:spcBef>
                <a:spcPts val="43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Mệnh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WHERE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tham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chiếu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đến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bảng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trong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mệnh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đề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FROM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của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cha.</a:t>
            </a:r>
            <a:endParaRPr sz="2800">
              <a:latin typeface="Arial"/>
              <a:cs typeface="Arial"/>
            </a:endParaRPr>
          </a:p>
          <a:p>
            <a:pPr marL="355600" marR="577215" indent="-342900" algn="just">
              <a:lnSpc>
                <a:spcPts val="3020"/>
              </a:lnSpc>
              <a:spcBef>
                <a:spcPts val="720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Truy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được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nhiều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lần,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mỗi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lần </a:t>
            </a:r>
            <a:r>
              <a:rPr sz="2800" dirty="0">
                <a:latin typeface="Arial"/>
                <a:cs typeface="Arial"/>
              </a:rPr>
              <a:t>ứng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bộ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cha.</a:t>
            </a:r>
            <a:endParaRPr sz="2800">
              <a:latin typeface="Arial"/>
              <a:cs typeface="Arial"/>
            </a:endParaRPr>
          </a:p>
          <a:p>
            <a:pPr marL="354965" indent="-342265" algn="just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Tìm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không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thân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nhân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nào</a:t>
            </a:r>
            <a:endParaRPr sz="2800">
              <a:latin typeface="Arial"/>
              <a:cs typeface="Arial"/>
            </a:endParaRPr>
          </a:p>
          <a:p>
            <a:pPr marL="756285" algn="just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*</a:t>
            </a:r>
            <a:endParaRPr sz="2400">
              <a:latin typeface="Arial"/>
              <a:cs typeface="Arial"/>
            </a:endParaRPr>
          </a:p>
          <a:p>
            <a:pPr marL="756285" marR="4468495" algn="just">
              <a:lnSpc>
                <a:spcPct val="11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NHANVIEN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NV </a:t>
            </a:r>
            <a:r>
              <a:rPr sz="2400" dirty="0">
                <a:latin typeface="Arial"/>
                <a:cs typeface="Arial"/>
              </a:rPr>
              <a:t>where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exists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(</a:t>
            </a:r>
            <a:endParaRPr sz="2400">
              <a:latin typeface="Arial"/>
              <a:cs typeface="Arial"/>
            </a:endParaRPr>
          </a:p>
          <a:p>
            <a:pPr marL="100965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*</a:t>
            </a:r>
            <a:endParaRPr sz="2400">
              <a:latin typeface="Arial"/>
              <a:cs typeface="Arial"/>
            </a:endParaRPr>
          </a:p>
          <a:p>
            <a:pPr marL="1009650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THANNHAN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TN</a:t>
            </a:r>
            <a:endParaRPr sz="2400">
              <a:latin typeface="Arial"/>
              <a:cs typeface="Arial"/>
            </a:endParaRPr>
          </a:p>
          <a:p>
            <a:pPr marL="100965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Arial"/>
                <a:cs typeface="Arial"/>
              </a:rPr>
              <a:t>where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TN.MaNV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NV.MaNV)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14152-3E9B-2A10-D933-B3B235307F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-75" dirty="0"/>
              <a:t> </a:t>
            </a:r>
            <a:r>
              <a:rPr dirty="0"/>
              <a:t>lồng</a:t>
            </a:r>
            <a:r>
              <a:rPr spc="-90" dirty="0"/>
              <a:t> </a:t>
            </a:r>
            <a:r>
              <a:rPr dirty="0"/>
              <a:t>tương</a:t>
            </a:r>
            <a:r>
              <a:rPr spc="-100" dirty="0"/>
              <a:t> </a:t>
            </a:r>
            <a:r>
              <a:rPr dirty="0"/>
              <a:t>quan</a:t>
            </a:r>
            <a:r>
              <a:rPr spc="-70" dirty="0"/>
              <a:t> </a:t>
            </a:r>
            <a:r>
              <a:rPr spc="-25" dirty="0"/>
              <a:t>(2)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50" y="984250"/>
          <a:ext cx="4133850" cy="145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NHANVIEN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888665555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55000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30000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70450" y="984250"/>
          <a:ext cx="3994150" cy="2191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THANNHAN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Ten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333445555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The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987654321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Minh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123456789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Anh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46450" y="5268214"/>
          <a:ext cx="2609850" cy="744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MaNV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...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Luong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888665555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55000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346450" y="3698875"/>
          <a:ext cx="2470150" cy="109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54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800" spc="-1019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3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132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spc="-122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V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9050">
                      <a:solidFill>
                        <a:srgbClr val="0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13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spc="-204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spc="-1019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9050">
                      <a:solidFill>
                        <a:srgbClr val="0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2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00" spc="-52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00" spc="-52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905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1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234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905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21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310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800" spc="-7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00" spc="-71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spc="-31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905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905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1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334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00" spc="-1015" dirty="0">
                          <a:latin typeface="Arial"/>
                          <a:cs typeface="Arial"/>
                        </a:rPr>
                        <a:t>9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11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spc="-1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spc="-92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00" spc="-10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spc="-93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lgDash"/>
                    </a:lnL>
                    <a:lnR w="12700">
                      <a:solidFill>
                        <a:srgbClr val="000000"/>
                      </a:solidFill>
                      <a:prstDash val="lgDash"/>
                    </a:lnR>
                    <a:lnT w="12700">
                      <a:solidFill>
                        <a:srgbClr val="000000"/>
                      </a:solidFill>
                      <a:prstDash val="lgDash"/>
                    </a:lnT>
                    <a:lnB w="12700">
                      <a:solidFill>
                        <a:srgbClr val="000000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1D91B-8DF1-0498-9C10-B7EF08E954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-75" dirty="0"/>
              <a:t> </a:t>
            </a:r>
            <a:r>
              <a:rPr dirty="0"/>
              <a:t>lồng</a:t>
            </a:r>
            <a:r>
              <a:rPr spc="-90" dirty="0"/>
              <a:t> </a:t>
            </a:r>
            <a:r>
              <a:rPr dirty="0"/>
              <a:t>tương</a:t>
            </a:r>
            <a:r>
              <a:rPr spc="-100" dirty="0"/>
              <a:t> </a:t>
            </a:r>
            <a:r>
              <a:rPr dirty="0"/>
              <a:t>quan</a:t>
            </a:r>
            <a:r>
              <a:rPr spc="-70" dirty="0"/>
              <a:t> </a:t>
            </a:r>
            <a:r>
              <a:rPr spc="-25" dirty="0"/>
              <a:t>(3)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25997" y="1060450"/>
          <a:ext cx="3172460" cy="335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1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2250" y="1060450"/>
          <a:ext cx="1654175" cy="2582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067302" y="1060450"/>
          <a:ext cx="1607185" cy="1110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14197" y="3744848"/>
            <a:ext cx="988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baseline="13888" dirty="0">
                <a:latin typeface="Symbol"/>
                <a:cs typeface="Symbol"/>
              </a:rPr>
              <a:t></a:t>
            </a:r>
            <a:r>
              <a:rPr sz="1200" spc="-10" dirty="0">
                <a:latin typeface="Verdana"/>
                <a:cs typeface="Verdana"/>
              </a:rPr>
              <a:t>A,B,C</a:t>
            </a:r>
            <a:r>
              <a:rPr sz="2700" spc="-15" baseline="13888" dirty="0">
                <a:latin typeface="Verdana"/>
                <a:cs typeface="Verdana"/>
              </a:rPr>
              <a:t>(R)</a:t>
            </a:r>
            <a:endParaRPr sz="2700" baseline="13888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0545" y="5022850"/>
          <a:ext cx="2597785" cy="109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903857" y="1670303"/>
            <a:ext cx="4132579" cy="4303395"/>
          </a:xfrm>
          <a:custGeom>
            <a:avLst/>
            <a:gdLst/>
            <a:ahLst/>
            <a:cxnLst/>
            <a:rect l="l" t="t" r="r" b="b"/>
            <a:pathLst>
              <a:path w="4132579" h="4303395">
                <a:moveTo>
                  <a:pt x="52324" y="694309"/>
                </a:moveTo>
                <a:lnTo>
                  <a:pt x="2286" y="685673"/>
                </a:lnTo>
                <a:lnTo>
                  <a:pt x="0" y="698119"/>
                </a:lnTo>
                <a:lnTo>
                  <a:pt x="50165" y="706882"/>
                </a:lnTo>
                <a:lnTo>
                  <a:pt x="52324" y="694309"/>
                </a:lnTo>
                <a:close/>
              </a:path>
              <a:path w="4132579" h="4303395">
                <a:moveTo>
                  <a:pt x="127762" y="14224"/>
                </a:moveTo>
                <a:lnTo>
                  <a:pt x="120777" y="12319"/>
                </a:lnTo>
                <a:lnTo>
                  <a:pt x="88646" y="2921"/>
                </a:lnTo>
                <a:lnTo>
                  <a:pt x="79121" y="0"/>
                </a:lnTo>
                <a:lnTo>
                  <a:pt x="75526" y="12319"/>
                </a:lnTo>
                <a:lnTo>
                  <a:pt x="75996" y="12319"/>
                </a:lnTo>
                <a:lnTo>
                  <a:pt x="117348" y="24511"/>
                </a:lnTo>
                <a:lnTo>
                  <a:pt x="124460" y="26416"/>
                </a:lnTo>
                <a:lnTo>
                  <a:pt x="127762" y="14224"/>
                </a:lnTo>
                <a:close/>
              </a:path>
              <a:path w="4132579" h="4303395">
                <a:moveTo>
                  <a:pt x="139827" y="709549"/>
                </a:moveTo>
                <a:lnTo>
                  <a:pt x="89789" y="700913"/>
                </a:lnTo>
                <a:lnTo>
                  <a:pt x="87630" y="713359"/>
                </a:lnTo>
                <a:lnTo>
                  <a:pt x="137668" y="722122"/>
                </a:lnTo>
                <a:lnTo>
                  <a:pt x="139827" y="709549"/>
                </a:lnTo>
                <a:close/>
              </a:path>
              <a:path w="4132579" h="4303395">
                <a:moveTo>
                  <a:pt x="213487" y="37592"/>
                </a:moveTo>
                <a:lnTo>
                  <a:pt x="164465" y="24384"/>
                </a:lnTo>
                <a:lnTo>
                  <a:pt x="161163" y="36576"/>
                </a:lnTo>
                <a:lnTo>
                  <a:pt x="210185" y="49911"/>
                </a:lnTo>
                <a:lnTo>
                  <a:pt x="213487" y="37592"/>
                </a:lnTo>
                <a:close/>
              </a:path>
              <a:path w="4132579" h="4303395">
                <a:moveTo>
                  <a:pt x="227457" y="724916"/>
                </a:moveTo>
                <a:lnTo>
                  <a:pt x="177419" y="716153"/>
                </a:lnTo>
                <a:lnTo>
                  <a:pt x="175260" y="728726"/>
                </a:lnTo>
                <a:lnTo>
                  <a:pt x="225298" y="737362"/>
                </a:lnTo>
                <a:lnTo>
                  <a:pt x="227457" y="724916"/>
                </a:lnTo>
                <a:close/>
              </a:path>
              <a:path w="4132579" h="4303395">
                <a:moveTo>
                  <a:pt x="299466" y="60452"/>
                </a:moveTo>
                <a:lnTo>
                  <a:pt x="250317" y="47371"/>
                </a:lnTo>
                <a:lnTo>
                  <a:pt x="247015" y="59690"/>
                </a:lnTo>
                <a:lnTo>
                  <a:pt x="292481" y="71628"/>
                </a:lnTo>
                <a:lnTo>
                  <a:pt x="296164" y="72644"/>
                </a:lnTo>
                <a:lnTo>
                  <a:pt x="299466" y="60452"/>
                </a:lnTo>
                <a:close/>
              </a:path>
              <a:path w="4132579" h="4303395">
                <a:moveTo>
                  <a:pt x="314960" y="740283"/>
                </a:moveTo>
                <a:lnTo>
                  <a:pt x="264922" y="731520"/>
                </a:lnTo>
                <a:lnTo>
                  <a:pt x="262763" y="743966"/>
                </a:lnTo>
                <a:lnTo>
                  <a:pt x="312801" y="752856"/>
                </a:lnTo>
                <a:lnTo>
                  <a:pt x="314960" y="740283"/>
                </a:lnTo>
                <a:close/>
              </a:path>
              <a:path w="4132579" h="4303395">
                <a:moveTo>
                  <a:pt x="385318" y="83185"/>
                </a:moveTo>
                <a:lnTo>
                  <a:pt x="336296" y="70231"/>
                </a:lnTo>
                <a:lnTo>
                  <a:pt x="332994" y="82423"/>
                </a:lnTo>
                <a:lnTo>
                  <a:pt x="382143" y="95504"/>
                </a:lnTo>
                <a:lnTo>
                  <a:pt x="385318" y="83185"/>
                </a:lnTo>
                <a:close/>
              </a:path>
              <a:path w="4132579" h="4303395">
                <a:moveTo>
                  <a:pt x="402590" y="755904"/>
                </a:moveTo>
                <a:lnTo>
                  <a:pt x="352552" y="747014"/>
                </a:lnTo>
                <a:lnTo>
                  <a:pt x="350266" y="759460"/>
                </a:lnTo>
                <a:lnTo>
                  <a:pt x="400304" y="768477"/>
                </a:lnTo>
                <a:lnTo>
                  <a:pt x="402590" y="755904"/>
                </a:lnTo>
                <a:close/>
              </a:path>
              <a:path w="4132579" h="4303395">
                <a:moveTo>
                  <a:pt x="471297" y="106045"/>
                </a:moveTo>
                <a:lnTo>
                  <a:pt x="422148" y="92964"/>
                </a:lnTo>
                <a:lnTo>
                  <a:pt x="418973" y="105283"/>
                </a:lnTo>
                <a:lnTo>
                  <a:pt x="467995" y="118364"/>
                </a:lnTo>
                <a:lnTo>
                  <a:pt x="471297" y="106045"/>
                </a:lnTo>
                <a:close/>
              </a:path>
              <a:path w="4132579" h="4303395">
                <a:moveTo>
                  <a:pt x="490093" y="771652"/>
                </a:moveTo>
                <a:lnTo>
                  <a:pt x="440055" y="762635"/>
                </a:lnTo>
                <a:lnTo>
                  <a:pt x="437769" y="775081"/>
                </a:lnTo>
                <a:lnTo>
                  <a:pt x="487807" y="784225"/>
                </a:lnTo>
                <a:lnTo>
                  <a:pt x="490093" y="771652"/>
                </a:lnTo>
                <a:close/>
              </a:path>
              <a:path w="4132579" h="4303395">
                <a:moveTo>
                  <a:pt x="557022" y="129413"/>
                </a:moveTo>
                <a:lnTo>
                  <a:pt x="508127" y="116078"/>
                </a:lnTo>
                <a:lnTo>
                  <a:pt x="504698" y="128270"/>
                </a:lnTo>
                <a:lnTo>
                  <a:pt x="553720" y="141732"/>
                </a:lnTo>
                <a:lnTo>
                  <a:pt x="557022" y="129413"/>
                </a:lnTo>
                <a:close/>
              </a:path>
              <a:path w="4132579" h="4303395">
                <a:moveTo>
                  <a:pt x="577469" y="787654"/>
                </a:moveTo>
                <a:lnTo>
                  <a:pt x="527558" y="778510"/>
                </a:lnTo>
                <a:lnTo>
                  <a:pt x="525272" y="790956"/>
                </a:lnTo>
                <a:lnTo>
                  <a:pt x="575183" y="800100"/>
                </a:lnTo>
                <a:lnTo>
                  <a:pt x="577469" y="787654"/>
                </a:lnTo>
                <a:close/>
              </a:path>
              <a:path w="4132579" h="4303395">
                <a:moveTo>
                  <a:pt x="642747" y="153289"/>
                </a:moveTo>
                <a:lnTo>
                  <a:pt x="593852" y="139573"/>
                </a:lnTo>
                <a:lnTo>
                  <a:pt x="590423" y="151765"/>
                </a:lnTo>
                <a:lnTo>
                  <a:pt x="639318" y="165481"/>
                </a:lnTo>
                <a:lnTo>
                  <a:pt x="642747" y="153289"/>
                </a:lnTo>
                <a:close/>
              </a:path>
              <a:path w="4132579" h="4303395">
                <a:moveTo>
                  <a:pt x="664972" y="804037"/>
                </a:moveTo>
                <a:lnTo>
                  <a:pt x="614934" y="794639"/>
                </a:lnTo>
                <a:lnTo>
                  <a:pt x="612648" y="807085"/>
                </a:lnTo>
                <a:lnTo>
                  <a:pt x="662559" y="816483"/>
                </a:lnTo>
                <a:lnTo>
                  <a:pt x="664972" y="804037"/>
                </a:lnTo>
                <a:close/>
              </a:path>
              <a:path w="4132579" h="4303395">
                <a:moveTo>
                  <a:pt x="728218" y="177800"/>
                </a:moveTo>
                <a:lnTo>
                  <a:pt x="679450" y="163703"/>
                </a:lnTo>
                <a:lnTo>
                  <a:pt x="676021" y="175895"/>
                </a:lnTo>
                <a:lnTo>
                  <a:pt x="724662" y="189992"/>
                </a:lnTo>
                <a:lnTo>
                  <a:pt x="728218" y="177800"/>
                </a:lnTo>
                <a:close/>
              </a:path>
              <a:path w="4132579" h="4303395">
                <a:moveTo>
                  <a:pt x="752348" y="820674"/>
                </a:moveTo>
                <a:lnTo>
                  <a:pt x="702437" y="811022"/>
                </a:lnTo>
                <a:lnTo>
                  <a:pt x="700024" y="823595"/>
                </a:lnTo>
                <a:lnTo>
                  <a:pt x="749808" y="833120"/>
                </a:lnTo>
                <a:lnTo>
                  <a:pt x="752348" y="820674"/>
                </a:lnTo>
                <a:close/>
              </a:path>
              <a:path w="4132579" h="4303395">
                <a:moveTo>
                  <a:pt x="813562" y="203200"/>
                </a:moveTo>
                <a:lnTo>
                  <a:pt x="764794" y="188468"/>
                </a:lnTo>
                <a:lnTo>
                  <a:pt x="761238" y="200660"/>
                </a:lnTo>
                <a:lnTo>
                  <a:pt x="809879" y="215265"/>
                </a:lnTo>
                <a:lnTo>
                  <a:pt x="813562" y="203200"/>
                </a:lnTo>
                <a:close/>
              </a:path>
              <a:path w="4132579" h="4303395">
                <a:moveTo>
                  <a:pt x="839597" y="837819"/>
                </a:moveTo>
                <a:lnTo>
                  <a:pt x="792607" y="828548"/>
                </a:lnTo>
                <a:lnTo>
                  <a:pt x="789686" y="827913"/>
                </a:lnTo>
                <a:lnTo>
                  <a:pt x="787273" y="840486"/>
                </a:lnTo>
                <a:lnTo>
                  <a:pt x="790194" y="840994"/>
                </a:lnTo>
                <a:lnTo>
                  <a:pt x="837057" y="850265"/>
                </a:lnTo>
                <a:lnTo>
                  <a:pt x="839597" y="837819"/>
                </a:lnTo>
                <a:close/>
              </a:path>
              <a:path w="4132579" h="4303395">
                <a:moveTo>
                  <a:pt x="898525" y="229489"/>
                </a:moveTo>
                <a:lnTo>
                  <a:pt x="864489" y="218567"/>
                </a:lnTo>
                <a:lnTo>
                  <a:pt x="850011" y="214249"/>
                </a:lnTo>
                <a:lnTo>
                  <a:pt x="846328" y="226441"/>
                </a:lnTo>
                <a:lnTo>
                  <a:pt x="860679" y="230759"/>
                </a:lnTo>
                <a:lnTo>
                  <a:pt x="894715" y="241554"/>
                </a:lnTo>
                <a:lnTo>
                  <a:pt x="898525" y="229489"/>
                </a:lnTo>
                <a:close/>
              </a:path>
              <a:path w="4132579" h="4303395">
                <a:moveTo>
                  <a:pt x="926719" y="854964"/>
                </a:moveTo>
                <a:lnTo>
                  <a:pt x="887476" y="847344"/>
                </a:lnTo>
                <a:lnTo>
                  <a:pt x="876935" y="845185"/>
                </a:lnTo>
                <a:lnTo>
                  <a:pt x="874395" y="857631"/>
                </a:lnTo>
                <a:lnTo>
                  <a:pt x="924306" y="867410"/>
                </a:lnTo>
                <a:lnTo>
                  <a:pt x="926719" y="854964"/>
                </a:lnTo>
                <a:close/>
              </a:path>
              <a:path w="4132579" h="4303395">
                <a:moveTo>
                  <a:pt x="983234" y="256921"/>
                </a:moveTo>
                <a:lnTo>
                  <a:pt x="949325" y="245618"/>
                </a:lnTo>
                <a:lnTo>
                  <a:pt x="934847" y="241046"/>
                </a:lnTo>
                <a:lnTo>
                  <a:pt x="931037" y="253111"/>
                </a:lnTo>
                <a:lnTo>
                  <a:pt x="945388" y="257683"/>
                </a:lnTo>
                <a:lnTo>
                  <a:pt x="979170" y="268859"/>
                </a:lnTo>
                <a:lnTo>
                  <a:pt x="983234" y="256921"/>
                </a:lnTo>
                <a:close/>
              </a:path>
              <a:path w="4132579" h="4303395">
                <a:moveTo>
                  <a:pt x="1014095" y="871601"/>
                </a:moveTo>
                <a:lnTo>
                  <a:pt x="964184" y="862076"/>
                </a:lnTo>
                <a:lnTo>
                  <a:pt x="961771" y="874522"/>
                </a:lnTo>
                <a:lnTo>
                  <a:pt x="1011682" y="884047"/>
                </a:lnTo>
                <a:lnTo>
                  <a:pt x="1014095" y="871601"/>
                </a:lnTo>
                <a:close/>
              </a:path>
              <a:path w="4132579" h="4303395">
                <a:moveTo>
                  <a:pt x="1067435" y="285877"/>
                </a:moveTo>
                <a:lnTo>
                  <a:pt x="1032002" y="273304"/>
                </a:lnTo>
                <a:lnTo>
                  <a:pt x="1019302" y="269113"/>
                </a:lnTo>
                <a:lnTo>
                  <a:pt x="1015238" y="281051"/>
                </a:lnTo>
                <a:lnTo>
                  <a:pt x="1027938" y="285369"/>
                </a:lnTo>
                <a:lnTo>
                  <a:pt x="1063117" y="297815"/>
                </a:lnTo>
                <a:lnTo>
                  <a:pt x="1067435" y="285877"/>
                </a:lnTo>
                <a:close/>
              </a:path>
              <a:path w="4132579" h="4303395">
                <a:moveTo>
                  <a:pt x="1101344" y="888365"/>
                </a:moveTo>
                <a:lnTo>
                  <a:pt x="1051433" y="878713"/>
                </a:lnTo>
                <a:lnTo>
                  <a:pt x="1049147" y="891286"/>
                </a:lnTo>
                <a:lnTo>
                  <a:pt x="1098931" y="900811"/>
                </a:lnTo>
                <a:lnTo>
                  <a:pt x="1101344" y="888365"/>
                </a:lnTo>
                <a:close/>
              </a:path>
              <a:path w="4132579" h="4303395">
                <a:moveTo>
                  <a:pt x="1151001" y="316738"/>
                </a:moveTo>
                <a:lnTo>
                  <a:pt x="1149858" y="316230"/>
                </a:lnTo>
                <a:lnTo>
                  <a:pt x="1103249" y="298831"/>
                </a:lnTo>
                <a:lnTo>
                  <a:pt x="1098931" y="310769"/>
                </a:lnTo>
                <a:lnTo>
                  <a:pt x="1145413" y="328168"/>
                </a:lnTo>
                <a:lnTo>
                  <a:pt x="1146302" y="328549"/>
                </a:lnTo>
                <a:lnTo>
                  <a:pt x="1151001" y="316738"/>
                </a:lnTo>
                <a:close/>
              </a:path>
              <a:path w="4132579" h="4303395">
                <a:moveTo>
                  <a:pt x="1188720" y="905764"/>
                </a:moveTo>
                <a:lnTo>
                  <a:pt x="1138809" y="895858"/>
                </a:lnTo>
                <a:lnTo>
                  <a:pt x="1136269" y="908304"/>
                </a:lnTo>
                <a:lnTo>
                  <a:pt x="1181227" y="917194"/>
                </a:lnTo>
                <a:lnTo>
                  <a:pt x="1186053" y="918210"/>
                </a:lnTo>
                <a:lnTo>
                  <a:pt x="1188720" y="905764"/>
                </a:lnTo>
                <a:close/>
              </a:path>
              <a:path w="4132579" h="4303395">
                <a:moveTo>
                  <a:pt x="1233551" y="350266"/>
                </a:moveTo>
                <a:lnTo>
                  <a:pt x="1222883" y="345694"/>
                </a:lnTo>
                <a:lnTo>
                  <a:pt x="1187069" y="330835"/>
                </a:lnTo>
                <a:lnTo>
                  <a:pt x="1186383" y="330835"/>
                </a:lnTo>
                <a:lnTo>
                  <a:pt x="1181862" y="342519"/>
                </a:lnTo>
                <a:lnTo>
                  <a:pt x="1182370" y="342773"/>
                </a:lnTo>
                <a:lnTo>
                  <a:pt x="1218057" y="357378"/>
                </a:lnTo>
                <a:lnTo>
                  <a:pt x="1228471" y="361950"/>
                </a:lnTo>
                <a:lnTo>
                  <a:pt x="1233551" y="350266"/>
                </a:lnTo>
                <a:close/>
              </a:path>
              <a:path w="4132579" h="4303395">
                <a:moveTo>
                  <a:pt x="1275715" y="924687"/>
                </a:moveTo>
                <a:lnTo>
                  <a:pt x="1265047" y="922147"/>
                </a:lnTo>
                <a:lnTo>
                  <a:pt x="1225931" y="913765"/>
                </a:lnTo>
                <a:lnTo>
                  <a:pt x="1223264" y="926211"/>
                </a:lnTo>
                <a:lnTo>
                  <a:pt x="1262380" y="934593"/>
                </a:lnTo>
                <a:lnTo>
                  <a:pt x="1272794" y="937006"/>
                </a:lnTo>
                <a:lnTo>
                  <a:pt x="1275715" y="924687"/>
                </a:lnTo>
                <a:close/>
              </a:path>
              <a:path w="4132579" h="4303395">
                <a:moveTo>
                  <a:pt x="1314831" y="386715"/>
                </a:moveTo>
                <a:lnTo>
                  <a:pt x="1268603" y="365633"/>
                </a:lnTo>
                <a:lnTo>
                  <a:pt x="1263269" y="377190"/>
                </a:lnTo>
                <a:lnTo>
                  <a:pt x="1309497" y="398272"/>
                </a:lnTo>
                <a:lnTo>
                  <a:pt x="1314831" y="386715"/>
                </a:lnTo>
                <a:close/>
              </a:path>
              <a:path w="4132579" h="4303395">
                <a:moveTo>
                  <a:pt x="1362202" y="945261"/>
                </a:moveTo>
                <a:lnTo>
                  <a:pt x="1348232" y="941705"/>
                </a:lnTo>
                <a:lnTo>
                  <a:pt x="1312799" y="933196"/>
                </a:lnTo>
                <a:lnTo>
                  <a:pt x="1309928" y="945261"/>
                </a:lnTo>
                <a:lnTo>
                  <a:pt x="1309878" y="945515"/>
                </a:lnTo>
                <a:lnTo>
                  <a:pt x="1359154" y="957580"/>
                </a:lnTo>
                <a:lnTo>
                  <a:pt x="1362138" y="945515"/>
                </a:lnTo>
                <a:lnTo>
                  <a:pt x="1362202" y="945261"/>
                </a:lnTo>
                <a:close/>
              </a:path>
              <a:path w="4132579" h="4303395">
                <a:moveTo>
                  <a:pt x="1395209" y="425196"/>
                </a:moveTo>
                <a:lnTo>
                  <a:pt x="1390904" y="423037"/>
                </a:lnTo>
                <a:lnTo>
                  <a:pt x="1349375" y="403098"/>
                </a:lnTo>
                <a:lnTo>
                  <a:pt x="1343787" y="414528"/>
                </a:lnTo>
                <a:lnTo>
                  <a:pt x="1385443" y="434467"/>
                </a:lnTo>
                <a:lnTo>
                  <a:pt x="1389507" y="436499"/>
                </a:lnTo>
                <a:lnTo>
                  <a:pt x="1395209" y="425196"/>
                </a:lnTo>
                <a:close/>
              </a:path>
              <a:path w="4132579" h="4303395">
                <a:moveTo>
                  <a:pt x="1448435" y="967994"/>
                </a:moveTo>
                <a:lnTo>
                  <a:pt x="1434973" y="964184"/>
                </a:lnTo>
                <a:lnTo>
                  <a:pt x="1399273" y="954659"/>
                </a:lnTo>
                <a:lnTo>
                  <a:pt x="1395971" y="966978"/>
                </a:lnTo>
                <a:lnTo>
                  <a:pt x="1445006" y="980186"/>
                </a:lnTo>
                <a:lnTo>
                  <a:pt x="1448435" y="967994"/>
                </a:lnTo>
                <a:close/>
              </a:path>
              <a:path w="4132579" h="4303395">
                <a:moveTo>
                  <a:pt x="1474470" y="465709"/>
                </a:moveTo>
                <a:lnTo>
                  <a:pt x="1456309" y="456057"/>
                </a:lnTo>
                <a:lnTo>
                  <a:pt x="1429131" y="442341"/>
                </a:lnTo>
                <a:lnTo>
                  <a:pt x="1423416" y="453771"/>
                </a:lnTo>
                <a:lnTo>
                  <a:pt x="1450594" y="467487"/>
                </a:lnTo>
                <a:lnTo>
                  <a:pt x="1468501" y="476885"/>
                </a:lnTo>
                <a:lnTo>
                  <a:pt x="1474470" y="465709"/>
                </a:lnTo>
                <a:close/>
              </a:path>
              <a:path w="4132579" h="4303395">
                <a:moveTo>
                  <a:pt x="1533906" y="992632"/>
                </a:moveTo>
                <a:lnTo>
                  <a:pt x="1485138" y="978281"/>
                </a:lnTo>
                <a:lnTo>
                  <a:pt x="1481543" y="990600"/>
                </a:lnTo>
                <a:lnTo>
                  <a:pt x="1482013" y="990600"/>
                </a:lnTo>
                <a:lnTo>
                  <a:pt x="1530223" y="1004824"/>
                </a:lnTo>
                <a:lnTo>
                  <a:pt x="1533906" y="992632"/>
                </a:lnTo>
                <a:close/>
              </a:path>
              <a:path w="4132579" h="4303395">
                <a:moveTo>
                  <a:pt x="1552829" y="507873"/>
                </a:moveTo>
                <a:lnTo>
                  <a:pt x="1520825" y="490220"/>
                </a:lnTo>
                <a:lnTo>
                  <a:pt x="1508125" y="483489"/>
                </a:lnTo>
                <a:lnTo>
                  <a:pt x="1502156" y="494792"/>
                </a:lnTo>
                <a:lnTo>
                  <a:pt x="1514983" y="501523"/>
                </a:lnTo>
                <a:lnTo>
                  <a:pt x="1546606" y="519049"/>
                </a:lnTo>
                <a:lnTo>
                  <a:pt x="1552829" y="507873"/>
                </a:lnTo>
                <a:close/>
              </a:path>
              <a:path w="4132579" h="4303395">
                <a:moveTo>
                  <a:pt x="1618869" y="1019175"/>
                </a:moveTo>
                <a:lnTo>
                  <a:pt x="1570355" y="1003808"/>
                </a:lnTo>
                <a:lnTo>
                  <a:pt x="1566672" y="1016000"/>
                </a:lnTo>
                <a:lnTo>
                  <a:pt x="1615059" y="1031240"/>
                </a:lnTo>
                <a:lnTo>
                  <a:pt x="1618869" y="1019175"/>
                </a:lnTo>
                <a:close/>
              </a:path>
              <a:path w="4132579" h="4303395">
                <a:moveTo>
                  <a:pt x="1630299" y="551815"/>
                </a:moveTo>
                <a:lnTo>
                  <a:pt x="1586230" y="526415"/>
                </a:lnTo>
                <a:lnTo>
                  <a:pt x="1579880" y="537464"/>
                </a:lnTo>
                <a:lnTo>
                  <a:pt x="1623949" y="562737"/>
                </a:lnTo>
                <a:lnTo>
                  <a:pt x="1630299" y="551815"/>
                </a:lnTo>
                <a:close/>
              </a:path>
              <a:path w="4132579" h="4303395">
                <a:moveTo>
                  <a:pt x="1703324" y="1047242"/>
                </a:moveTo>
                <a:lnTo>
                  <a:pt x="1677289" y="1038352"/>
                </a:lnTo>
                <a:lnTo>
                  <a:pt x="1655191" y="1031113"/>
                </a:lnTo>
                <a:lnTo>
                  <a:pt x="1651127" y="1043178"/>
                </a:lnTo>
                <a:lnTo>
                  <a:pt x="1673225" y="1050417"/>
                </a:lnTo>
                <a:lnTo>
                  <a:pt x="1699260" y="1059307"/>
                </a:lnTo>
                <a:lnTo>
                  <a:pt x="1703324" y="1047242"/>
                </a:lnTo>
                <a:close/>
              </a:path>
              <a:path w="4132579" h="4303395">
                <a:moveTo>
                  <a:pt x="1706880" y="597154"/>
                </a:moveTo>
                <a:lnTo>
                  <a:pt x="1663192" y="571119"/>
                </a:lnTo>
                <a:lnTo>
                  <a:pt x="1656715" y="581914"/>
                </a:lnTo>
                <a:lnTo>
                  <a:pt x="1700276" y="608076"/>
                </a:lnTo>
                <a:lnTo>
                  <a:pt x="1706880" y="597154"/>
                </a:lnTo>
                <a:close/>
              </a:path>
              <a:path w="4132579" h="4303395">
                <a:moveTo>
                  <a:pt x="1782572" y="644144"/>
                </a:moveTo>
                <a:lnTo>
                  <a:pt x="1770888" y="636651"/>
                </a:lnTo>
                <a:lnTo>
                  <a:pt x="1739392" y="617220"/>
                </a:lnTo>
                <a:lnTo>
                  <a:pt x="1732661" y="628015"/>
                </a:lnTo>
                <a:lnTo>
                  <a:pt x="1764157" y="647446"/>
                </a:lnTo>
                <a:lnTo>
                  <a:pt x="1775714" y="654812"/>
                </a:lnTo>
                <a:lnTo>
                  <a:pt x="1782572" y="644144"/>
                </a:lnTo>
                <a:close/>
              </a:path>
              <a:path w="4132579" h="4303395">
                <a:moveTo>
                  <a:pt x="1787525" y="1076198"/>
                </a:moveTo>
                <a:lnTo>
                  <a:pt x="1739392" y="1059561"/>
                </a:lnTo>
                <a:lnTo>
                  <a:pt x="1735328" y="1071499"/>
                </a:lnTo>
                <a:lnTo>
                  <a:pt x="1783207" y="1088136"/>
                </a:lnTo>
                <a:lnTo>
                  <a:pt x="1787525" y="1076198"/>
                </a:lnTo>
                <a:close/>
              </a:path>
              <a:path w="4132579" h="4303395">
                <a:moveTo>
                  <a:pt x="1857248" y="692404"/>
                </a:moveTo>
                <a:lnTo>
                  <a:pt x="1831213" y="675259"/>
                </a:lnTo>
                <a:lnTo>
                  <a:pt x="1814703" y="664591"/>
                </a:lnTo>
                <a:lnTo>
                  <a:pt x="1807845" y="675259"/>
                </a:lnTo>
                <a:lnTo>
                  <a:pt x="1824482" y="685927"/>
                </a:lnTo>
                <a:lnTo>
                  <a:pt x="1850263" y="702945"/>
                </a:lnTo>
                <a:lnTo>
                  <a:pt x="1857248" y="692404"/>
                </a:lnTo>
                <a:close/>
              </a:path>
              <a:path w="4132579" h="4303395">
                <a:moveTo>
                  <a:pt x="1871218" y="1106170"/>
                </a:moveTo>
                <a:lnTo>
                  <a:pt x="1837436" y="1093851"/>
                </a:lnTo>
                <a:lnTo>
                  <a:pt x="1823466" y="1088898"/>
                </a:lnTo>
                <a:lnTo>
                  <a:pt x="1819148" y="1100836"/>
                </a:lnTo>
                <a:lnTo>
                  <a:pt x="1833118" y="1105789"/>
                </a:lnTo>
                <a:lnTo>
                  <a:pt x="1866900" y="1118108"/>
                </a:lnTo>
                <a:lnTo>
                  <a:pt x="1871218" y="1106170"/>
                </a:lnTo>
                <a:close/>
              </a:path>
              <a:path w="4132579" h="4303395">
                <a:moveTo>
                  <a:pt x="1931289" y="741807"/>
                </a:moveTo>
                <a:lnTo>
                  <a:pt x="1890776" y="714375"/>
                </a:lnTo>
                <a:lnTo>
                  <a:pt x="1889125" y="713359"/>
                </a:lnTo>
                <a:lnTo>
                  <a:pt x="1882140" y="723900"/>
                </a:lnTo>
                <a:lnTo>
                  <a:pt x="1883791" y="725043"/>
                </a:lnTo>
                <a:lnTo>
                  <a:pt x="1924177" y="752348"/>
                </a:lnTo>
                <a:lnTo>
                  <a:pt x="1931289" y="741807"/>
                </a:lnTo>
                <a:close/>
              </a:path>
              <a:path w="4132579" h="4303395">
                <a:moveTo>
                  <a:pt x="1954784" y="1136650"/>
                </a:moveTo>
                <a:lnTo>
                  <a:pt x="1946656" y="1133602"/>
                </a:lnTo>
                <a:lnTo>
                  <a:pt x="1907032" y="1119251"/>
                </a:lnTo>
                <a:lnTo>
                  <a:pt x="1902714" y="1131062"/>
                </a:lnTo>
                <a:lnTo>
                  <a:pt x="1942338" y="1145540"/>
                </a:lnTo>
                <a:lnTo>
                  <a:pt x="1950339" y="1148588"/>
                </a:lnTo>
                <a:lnTo>
                  <a:pt x="1954784" y="1136650"/>
                </a:lnTo>
                <a:close/>
              </a:path>
              <a:path w="4132579" h="4303395">
                <a:moveTo>
                  <a:pt x="2004568" y="792353"/>
                </a:moveTo>
                <a:lnTo>
                  <a:pt x="1962785" y="763397"/>
                </a:lnTo>
                <a:lnTo>
                  <a:pt x="1955546" y="773811"/>
                </a:lnTo>
                <a:lnTo>
                  <a:pt x="1997329" y="802767"/>
                </a:lnTo>
                <a:lnTo>
                  <a:pt x="2004568" y="792353"/>
                </a:lnTo>
                <a:close/>
              </a:path>
              <a:path w="4132579" h="4303395">
                <a:moveTo>
                  <a:pt x="2038096" y="1167892"/>
                </a:moveTo>
                <a:lnTo>
                  <a:pt x="1990471" y="1149985"/>
                </a:lnTo>
                <a:lnTo>
                  <a:pt x="1986026" y="1161923"/>
                </a:lnTo>
                <a:lnTo>
                  <a:pt x="2033651" y="1179703"/>
                </a:lnTo>
                <a:lnTo>
                  <a:pt x="2038096" y="1167892"/>
                </a:lnTo>
                <a:close/>
              </a:path>
              <a:path w="4132579" h="4303395">
                <a:moveTo>
                  <a:pt x="2076958" y="844042"/>
                </a:moveTo>
                <a:lnTo>
                  <a:pt x="2063877" y="834517"/>
                </a:lnTo>
                <a:lnTo>
                  <a:pt x="2035683" y="814451"/>
                </a:lnTo>
                <a:lnTo>
                  <a:pt x="2028317" y="824738"/>
                </a:lnTo>
                <a:lnTo>
                  <a:pt x="2056638" y="844931"/>
                </a:lnTo>
                <a:lnTo>
                  <a:pt x="2069592" y="854329"/>
                </a:lnTo>
                <a:lnTo>
                  <a:pt x="2076958" y="844042"/>
                </a:lnTo>
                <a:close/>
              </a:path>
              <a:path w="4132579" h="4303395">
                <a:moveTo>
                  <a:pt x="2121154" y="1199515"/>
                </a:moveTo>
                <a:lnTo>
                  <a:pt x="2073783" y="1181354"/>
                </a:lnTo>
                <a:lnTo>
                  <a:pt x="2069211" y="1193165"/>
                </a:lnTo>
                <a:lnTo>
                  <a:pt x="2116582" y="1211326"/>
                </a:lnTo>
                <a:lnTo>
                  <a:pt x="2121154" y="1199515"/>
                </a:lnTo>
                <a:close/>
              </a:path>
              <a:path w="4132579" h="4303395">
                <a:moveTo>
                  <a:pt x="2148840" y="896620"/>
                </a:moveTo>
                <a:lnTo>
                  <a:pt x="2119884" y="875157"/>
                </a:lnTo>
                <a:lnTo>
                  <a:pt x="2107819" y="866394"/>
                </a:lnTo>
                <a:lnTo>
                  <a:pt x="2100326" y="876681"/>
                </a:lnTo>
                <a:lnTo>
                  <a:pt x="2112391" y="885444"/>
                </a:lnTo>
                <a:lnTo>
                  <a:pt x="2141220" y="906780"/>
                </a:lnTo>
                <a:lnTo>
                  <a:pt x="2148840" y="896620"/>
                </a:lnTo>
                <a:close/>
              </a:path>
              <a:path w="4132579" h="4303395">
                <a:moveTo>
                  <a:pt x="2204085" y="1231646"/>
                </a:moveTo>
                <a:lnTo>
                  <a:pt x="2156714" y="1213231"/>
                </a:lnTo>
                <a:lnTo>
                  <a:pt x="2152142" y="1225042"/>
                </a:lnTo>
                <a:lnTo>
                  <a:pt x="2199513" y="1243457"/>
                </a:lnTo>
                <a:lnTo>
                  <a:pt x="2204085" y="1231646"/>
                </a:lnTo>
                <a:close/>
              </a:path>
              <a:path w="4132579" h="4303395">
                <a:moveTo>
                  <a:pt x="2219960" y="949960"/>
                </a:moveTo>
                <a:lnTo>
                  <a:pt x="2179447" y="919353"/>
                </a:lnTo>
                <a:lnTo>
                  <a:pt x="2171700" y="929513"/>
                </a:lnTo>
                <a:lnTo>
                  <a:pt x="2212340" y="960120"/>
                </a:lnTo>
                <a:lnTo>
                  <a:pt x="2219960" y="949960"/>
                </a:lnTo>
                <a:close/>
              </a:path>
              <a:path w="4132579" h="4303395">
                <a:moveTo>
                  <a:pt x="2286889" y="1264158"/>
                </a:moveTo>
                <a:lnTo>
                  <a:pt x="2239645" y="1245489"/>
                </a:lnTo>
                <a:lnTo>
                  <a:pt x="2234946" y="1257300"/>
                </a:lnTo>
                <a:lnTo>
                  <a:pt x="2282190" y="1275969"/>
                </a:lnTo>
                <a:lnTo>
                  <a:pt x="2286889" y="1264158"/>
                </a:lnTo>
                <a:close/>
              </a:path>
              <a:path w="4132579" h="4303395">
                <a:moveTo>
                  <a:pt x="2290318" y="1004570"/>
                </a:moveTo>
                <a:lnTo>
                  <a:pt x="2282317" y="998093"/>
                </a:lnTo>
                <a:lnTo>
                  <a:pt x="2250186" y="973201"/>
                </a:lnTo>
                <a:lnTo>
                  <a:pt x="2242439" y="983234"/>
                </a:lnTo>
                <a:lnTo>
                  <a:pt x="2274443" y="1008126"/>
                </a:lnTo>
                <a:lnTo>
                  <a:pt x="2282317" y="1014476"/>
                </a:lnTo>
                <a:lnTo>
                  <a:pt x="2290318" y="1004570"/>
                </a:lnTo>
                <a:close/>
              </a:path>
              <a:path w="4132579" h="4303395">
                <a:moveTo>
                  <a:pt x="2359406" y="1060704"/>
                </a:moveTo>
                <a:lnTo>
                  <a:pt x="2335149" y="1040511"/>
                </a:lnTo>
                <a:lnTo>
                  <a:pt x="2320036" y="1028446"/>
                </a:lnTo>
                <a:lnTo>
                  <a:pt x="2312035" y="1038352"/>
                </a:lnTo>
                <a:lnTo>
                  <a:pt x="2327148" y="1050417"/>
                </a:lnTo>
                <a:lnTo>
                  <a:pt x="2351278" y="1070483"/>
                </a:lnTo>
                <a:lnTo>
                  <a:pt x="2359406" y="1060704"/>
                </a:lnTo>
                <a:close/>
              </a:path>
              <a:path w="4132579" h="4303395">
                <a:moveTo>
                  <a:pt x="2369566" y="1296924"/>
                </a:moveTo>
                <a:lnTo>
                  <a:pt x="2366137" y="1295654"/>
                </a:lnTo>
                <a:lnTo>
                  <a:pt x="2322322" y="1278128"/>
                </a:lnTo>
                <a:lnTo>
                  <a:pt x="2317623" y="1289939"/>
                </a:lnTo>
                <a:lnTo>
                  <a:pt x="2364867" y="1308735"/>
                </a:lnTo>
                <a:lnTo>
                  <a:pt x="2369566" y="1296924"/>
                </a:lnTo>
                <a:close/>
              </a:path>
              <a:path w="4132579" h="4303395">
                <a:moveTo>
                  <a:pt x="2427224" y="1118235"/>
                </a:moveTo>
                <a:lnTo>
                  <a:pt x="2388743" y="1085215"/>
                </a:lnTo>
                <a:lnTo>
                  <a:pt x="2380488" y="1094867"/>
                </a:lnTo>
                <a:lnTo>
                  <a:pt x="2418969" y="1127887"/>
                </a:lnTo>
                <a:lnTo>
                  <a:pt x="2427224" y="1118235"/>
                </a:lnTo>
                <a:close/>
              </a:path>
              <a:path w="4132579" h="4303395">
                <a:moveTo>
                  <a:pt x="2452243" y="1329309"/>
                </a:moveTo>
                <a:lnTo>
                  <a:pt x="2413254" y="1314323"/>
                </a:lnTo>
                <a:lnTo>
                  <a:pt x="2404999" y="1311021"/>
                </a:lnTo>
                <a:lnTo>
                  <a:pt x="2400300" y="1322832"/>
                </a:lnTo>
                <a:lnTo>
                  <a:pt x="2447671" y="1341120"/>
                </a:lnTo>
                <a:lnTo>
                  <a:pt x="2452243" y="1329309"/>
                </a:lnTo>
                <a:close/>
              </a:path>
              <a:path w="4132579" h="4303395">
                <a:moveTo>
                  <a:pt x="2494153" y="1177163"/>
                </a:moveTo>
                <a:lnTo>
                  <a:pt x="2489073" y="1172591"/>
                </a:lnTo>
                <a:lnTo>
                  <a:pt x="2456053" y="1143381"/>
                </a:lnTo>
                <a:lnTo>
                  <a:pt x="2447671" y="1152906"/>
                </a:lnTo>
                <a:lnTo>
                  <a:pt x="2480691" y="1181989"/>
                </a:lnTo>
                <a:lnTo>
                  <a:pt x="2485644" y="1186561"/>
                </a:lnTo>
                <a:lnTo>
                  <a:pt x="2494153" y="1177163"/>
                </a:lnTo>
                <a:close/>
              </a:path>
              <a:path w="4132579" h="4303395">
                <a:moveTo>
                  <a:pt x="2535301" y="1360932"/>
                </a:moveTo>
                <a:lnTo>
                  <a:pt x="2487803" y="1342898"/>
                </a:lnTo>
                <a:lnTo>
                  <a:pt x="2483358" y="1354836"/>
                </a:lnTo>
                <a:lnTo>
                  <a:pt x="2530856" y="1372743"/>
                </a:lnTo>
                <a:lnTo>
                  <a:pt x="2535301" y="1360932"/>
                </a:lnTo>
                <a:close/>
              </a:path>
              <a:path w="4132579" h="4303395">
                <a:moveTo>
                  <a:pt x="2559812" y="1237234"/>
                </a:moveTo>
                <a:lnTo>
                  <a:pt x="2538730" y="1217676"/>
                </a:lnTo>
                <a:lnTo>
                  <a:pt x="2522347" y="1202690"/>
                </a:lnTo>
                <a:lnTo>
                  <a:pt x="2513838" y="1212088"/>
                </a:lnTo>
                <a:lnTo>
                  <a:pt x="2530221" y="1227074"/>
                </a:lnTo>
                <a:lnTo>
                  <a:pt x="2551176" y="1246505"/>
                </a:lnTo>
                <a:lnTo>
                  <a:pt x="2559812" y="1237234"/>
                </a:lnTo>
                <a:close/>
              </a:path>
              <a:path w="4132579" h="4303395">
                <a:moveTo>
                  <a:pt x="2618486" y="1392555"/>
                </a:moveTo>
                <a:lnTo>
                  <a:pt x="2570988" y="1374394"/>
                </a:lnTo>
                <a:lnTo>
                  <a:pt x="2566416" y="1386332"/>
                </a:lnTo>
                <a:lnTo>
                  <a:pt x="2613914" y="1404366"/>
                </a:lnTo>
                <a:lnTo>
                  <a:pt x="2618486" y="1392555"/>
                </a:lnTo>
                <a:close/>
              </a:path>
              <a:path w="4132579" h="4303395">
                <a:moveTo>
                  <a:pt x="2624582" y="1298194"/>
                </a:moveTo>
                <a:lnTo>
                  <a:pt x="2587752" y="1263142"/>
                </a:lnTo>
                <a:lnTo>
                  <a:pt x="2578989" y="1272413"/>
                </a:lnTo>
                <a:lnTo>
                  <a:pt x="2615819" y="1307338"/>
                </a:lnTo>
                <a:lnTo>
                  <a:pt x="2624582" y="1298194"/>
                </a:lnTo>
                <a:close/>
              </a:path>
              <a:path w="4132579" h="4303395">
                <a:moveTo>
                  <a:pt x="2688336" y="1360297"/>
                </a:moveTo>
                <a:lnTo>
                  <a:pt x="2682367" y="1354328"/>
                </a:lnTo>
                <a:lnTo>
                  <a:pt x="2652014" y="1324737"/>
                </a:lnTo>
                <a:lnTo>
                  <a:pt x="2643124" y="1333754"/>
                </a:lnTo>
                <a:lnTo>
                  <a:pt x="2673477" y="1363345"/>
                </a:lnTo>
                <a:lnTo>
                  <a:pt x="2679446" y="1369314"/>
                </a:lnTo>
                <a:lnTo>
                  <a:pt x="2688336" y="1360297"/>
                </a:lnTo>
                <a:close/>
              </a:path>
              <a:path w="4132579" h="4303395">
                <a:moveTo>
                  <a:pt x="2701290" y="1425067"/>
                </a:moveTo>
                <a:lnTo>
                  <a:pt x="2654046" y="1406271"/>
                </a:lnTo>
                <a:lnTo>
                  <a:pt x="2649347" y="1418082"/>
                </a:lnTo>
                <a:lnTo>
                  <a:pt x="2696591" y="1436878"/>
                </a:lnTo>
                <a:lnTo>
                  <a:pt x="2701290" y="1425067"/>
                </a:lnTo>
                <a:close/>
              </a:path>
              <a:path w="4132579" h="4303395">
                <a:moveTo>
                  <a:pt x="2751201" y="1423289"/>
                </a:moveTo>
                <a:lnTo>
                  <a:pt x="2728214" y="1399921"/>
                </a:lnTo>
                <a:lnTo>
                  <a:pt x="2715387" y="1387094"/>
                </a:lnTo>
                <a:lnTo>
                  <a:pt x="2706370" y="1396111"/>
                </a:lnTo>
                <a:lnTo>
                  <a:pt x="2719197" y="1408811"/>
                </a:lnTo>
                <a:lnTo>
                  <a:pt x="2742184" y="1432179"/>
                </a:lnTo>
                <a:lnTo>
                  <a:pt x="2751201" y="1423289"/>
                </a:lnTo>
                <a:close/>
              </a:path>
              <a:path w="4132579" h="4303395">
                <a:moveTo>
                  <a:pt x="2813177" y="1487043"/>
                </a:moveTo>
                <a:lnTo>
                  <a:pt x="2777871" y="1450467"/>
                </a:lnTo>
                <a:lnTo>
                  <a:pt x="2773464" y="1454810"/>
                </a:lnTo>
                <a:lnTo>
                  <a:pt x="2765298" y="1451229"/>
                </a:lnTo>
                <a:lnTo>
                  <a:pt x="2736723" y="1439291"/>
                </a:lnTo>
                <a:lnTo>
                  <a:pt x="2731770" y="1450975"/>
                </a:lnTo>
                <a:lnTo>
                  <a:pt x="2778506" y="1470787"/>
                </a:lnTo>
                <a:lnTo>
                  <a:pt x="2778925" y="1469809"/>
                </a:lnTo>
                <a:lnTo>
                  <a:pt x="2804033" y="1495806"/>
                </a:lnTo>
                <a:lnTo>
                  <a:pt x="2813177" y="1487043"/>
                </a:lnTo>
                <a:close/>
              </a:path>
              <a:path w="4132579" h="4303395">
                <a:moveTo>
                  <a:pt x="2864612" y="1496187"/>
                </a:moveTo>
                <a:lnTo>
                  <a:pt x="2848610" y="1488440"/>
                </a:lnTo>
                <a:lnTo>
                  <a:pt x="2818511" y="1474724"/>
                </a:lnTo>
                <a:lnTo>
                  <a:pt x="2813177" y="1486281"/>
                </a:lnTo>
                <a:lnTo>
                  <a:pt x="2843276" y="1499997"/>
                </a:lnTo>
                <a:lnTo>
                  <a:pt x="2859151" y="1507617"/>
                </a:lnTo>
                <a:lnTo>
                  <a:pt x="2864612" y="1496187"/>
                </a:lnTo>
                <a:close/>
              </a:path>
              <a:path w="4132579" h="4303395">
                <a:moveTo>
                  <a:pt x="2874391" y="1551686"/>
                </a:moveTo>
                <a:lnTo>
                  <a:pt x="2858643" y="1534795"/>
                </a:lnTo>
                <a:lnTo>
                  <a:pt x="2839593" y="1514602"/>
                </a:lnTo>
                <a:lnTo>
                  <a:pt x="2830322" y="1523365"/>
                </a:lnTo>
                <a:lnTo>
                  <a:pt x="2849499" y="1543558"/>
                </a:lnTo>
                <a:lnTo>
                  <a:pt x="2865120" y="1560322"/>
                </a:lnTo>
                <a:lnTo>
                  <a:pt x="2874391" y="1551686"/>
                </a:lnTo>
                <a:close/>
              </a:path>
              <a:path w="4132579" h="4303395">
                <a:moveTo>
                  <a:pt x="2934843" y="1616837"/>
                </a:moveTo>
                <a:lnTo>
                  <a:pt x="2900426" y="1579499"/>
                </a:lnTo>
                <a:lnTo>
                  <a:pt x="2891155" y="1588135"/>
                </a:lnTo>
                <a:lnTo>
                  <a:pt x="2925572" y="1625473"/>
                </a:lnTo>
                <a:lnTo>
                  <a:pt x="2934843" y="1616837"/>
                </a:lnTo>
                <a:close/>
              </a:path>
              <a:path w="4132579" h="4303395">
                <a:moveTo>
                  <a:pt x="2944114" y="1536700"/>
                </a:moveTo>
                <a:lnTo>
                  <a:pt x="2930652" y="1529461"/>
                </a:lnTo>
                <a:lnTo>
                  <a:pt x="2898902" y="1513078"/>
                </a:lnTo>
                <a:lnTo>
                  <a:pt x="2893187" y="1524381"/>
                </a:lnTo>
                <a:lnTo>
                  <a:pt x="2924937" y="1540637"/>
                </a:lnTo>
                <a:lnTo>
                  <a:pt x="2938018" y="1547876"/>
                </a:lnTo>
                <a:lnTo>
                  <a:pt x="2944114" y="1536700"/>
                </a:lnTo>
                <a:close/>
              </a:path>
              <a:path w="4132579" h="4303395">
                <a:moveTo>
                  <a:pt x="2994533" y="1683004"/>
                </a:moveTo>
                <a:lnTo>
                  <a:pt x="2977515" y="1663954"/>
                </a:lnTo>
                <a:lnTo>
                  <a:pt x="2960497" y="1645158"/>
                </a:lnTo>
                <a:lnTo>
                  <a:pt x="2951099" y="1653667"/>
                </a:lnTo>
                <a:lnTo>
                  <a:pt x="2968117" y="1672463"/>
                </a:lnTo>
                <a:lnTo>
                  <a:pt x="2985008" y="1691386"/>
                </a:lnTo>
                <a:lnTo>
                  <a:pt x="2994533" y="1683004"/>
                </a:lnTo>
                <a:close/>
              </a:path>
              <a:path w="4132579" h="4303395">
                <a:moveTo>
                  <a:pt x="3021457" y="1581277"/>
                </a:moveTo>
                <a:lnTo>
                  <a:pt x="3012186" y="1575435"/>
                </a:lnTo>
                <a:lnTo>
                  <a:pt x="2977642" y="1555242"/>
                </a:lnTo>
                <a:lnTo>
                  <a:pt x="2971165" y="1566164"/>
                </a:lnTo>
                <a:lnTo>
                  <a:pt x="3005836" y="1586484"/>
                </a:lnTo>
                <a:lnTo>
                  <a:pt x="3014726" y="1592072"/>
                </a:lnTo>
                <a:lnTo>
                  <a:pt x="3021457" y="1581277"/>
                </a:lnTo>
                <a:close/>
              </a:path>
              <a:path w="4132579" h="4303395">
                <a:moveTo>
                  <a:pt x="3052826" y="1750314"/>
                </a:moveTo>
                <a:lnTo>
                  <a:pt x="3049778" y="1746631"/>
                </a:lnTo>
                <a:lnTo>
                  <a:pt x="3019679" y="1711706"/>
                </a:lnTo>
                <a:lnTo>
                  <a:pt x="3010154" y="1719961"/>
                </a:lnTo>
                <a:lnTo>
                  <a:pt x="3040126" y="1754886"/>
                </a:lnTo>
                <a:lnTo>
                  <a:pt x="3043047" y="1758442"/>
                </a:lnTo>
                <a:lnTo>
                  <a:pt x="3052826" y="1750314"/>
                </a:lnTo>
                <a:close/>
              </a:path>
              <a:path w="4132579" h="4303395">
                <a:moveTo>
                  <a:pt x="3096387" y="1629664"/>
                </a:moveTo>
                <a:lnTo>
                  <a:pt x="3093593" y="1627759"/>
                </a:lnTo>
                <a:lnTo>
                  <a:pt x="3053842" y="1601597"/>
                </a:lnTo>
                <a:lnTo>
                  <a:pt x="3046857" y="1612138"/>
                </a:lnTo>
                <a:lnTo>
                  <a:pt x="3086608" y="1638300"/>
                </a:lnTo>
                <a:lnTo>
                  <a:pt x="3089148" y="1640078"/>
                </a:lnTo>
                <a:lnTo>
                  <a:pt x="3096387" y="1629664"/>
                </a:lnTo>
                <a:close/>
              </a:path>
              <a:path w="4132579" h="4303395">
                <a:moveTo>
                  <a:pt x="3109468" y="1819021"/>
                </a:moveTo>
                <a:lnTo>
                  <a:pt x="3083814" y="1787398"/>
                </a:lnTo>
                <a:lnTo>
                  <a:pt x="3077210" y="1779524"/>
                </a:lnTo>
                <a:lnTo>
                  <a:pt x="3067558" y="1787652"/>
                </a:lnTo>
                <a:lnTo>
                  <a:pt x="3074035" y="1795526"/>
                </a:lnTo>
                <a:lnTo>
                  <a:pt x="3099562" y="1827022"/>
                </a:lnTo>
                <a:lnTo>
                  <a:pt x="3109468" y="1819021"/>
                </a:lnTo>
                <a:close/>
              </a:path>
              <a:path w="4132579" h="4303395">
                <a:moveTo>
                  <a:pt x="3164459" y="1888998"/>
                </a:moveTo>
                <a:lnTo>
                  <a:pt x="3148203" y="1867789"/>
                </a:lnTo>
                <a:lnTo>
                  <a:pt x="3133217" y="1848866"/>
                </a:lnTo>
                <a:lnTo>
                  <a:pt x="3123311" y="1856740"/>
                </a:lnTo>
                <a:lnTo>
                  <a:pt x="3138297" y="1875663"/>
                </a:lnTo>
                <a:lnTo>
                  <a:pt x="3154426" y="1896745"/>
                </a:lnTo>
                <a:lnTo>
                  <a:pt x="3164459" y="1888998"/>
                </a:lnTo>
                <a:close/>
              </a:path>
              <a:path w="4132579" h="4303395">
                <a:moveTo>
                  <a:pt x="3169412" y="1680464"/>
                </a:moveTo>
                <a:lnTo>
                  <a:pt x="3134487" y="1655699"/>
                </a:lnTo>
                <a:lnTo>
                  <a:pt x="3127756" y="1651127"/>
                </a:lnTo>
                <a:lnTo>
                  <a:pt x="3120644" y="1661668"/>
                </a:lnTo>
                <a:lnTo>
                  <a:pt x="3127375" y="1666240"/>
                </a:lnTo>
                <a:lnTo>
                  <a:pt x="3162046" y="1690878"/>
                </a:lnTo>
                <a:lnTo>
                  <a:pt x="3169412" y="1680464"/>
                </a:lnTo>
                <a:close/>
              </a:path>
              <a:path w="4132579" h="4303395">
                <a:moveTo>
                  <a:pt x="3217799" y="1960372"/>
                </a:moveTo>
                <a:lnTo>
                  <a:pt x="3208020" y="1946910"/>
                </a:lnTo>
                <a:lnTo>
                  <a:pt x="3187573" y="1919490"/>
                </a:lnTo>
                <a:lnTo>
                  <a:pt x="3177413" y="1927098"/>
                </a:lnTo>
                <a:lnTo>
                  <a:pt x="3197733" y="1954530"/>
                </a:lnTo>
                <a:lnTo>
                  <a:pt x="3207512" y="1967865"/>
                </a:lnTo>
                <a:lnTo>
                  <a:pt x="3217799" y="1960372"/>
                </a:lnTo>
                <a:close/>
              </a:path>
              <a:path w="4132579" h="4303395">
                <a:moveTo>
                  <a:pt x="3240913" y="1733550"/>
                </a:moveTo>
                <a:lnTo>
                  <a:pt x="3216402" y="1714881"/>
                </a:lnTo>
                <a:lnTo>
                  <a:pt x="3200273" y="1703070"/>
                </a:lnTo>
                <a:lnTo>
                  <a:pt x="3192780" y="1713230"/>
                </a:lnTo>
                <a:lnTo>
                  <a:pt x="3208909" y="1725168"/>
                </a:lnTo>
                <a:lnTo>
                  <a:pt x="3233293" y="1743710"/>
                </a:lnTo>
                <a:lnTo>
                  <a:pt x="3240913" y="1733550"/>
                </a:lnTo>
                <a:close/>
              </a:path>
              <a:path w="4132579" h="4303395">
                <a:moveTo>
                  <a:pt x="3269361" y="2032889"/>
                </a:moveTo>
                <a:lnTo>
                  <a:pt x="3263773" y="2024761"/>
                </a:lnTo>
                <a:lnTo>
                  <a:pt x="3240024" y="1991360"/>
                </a:lnTo>
                <a:lnTo>
                  <a:pt x="3229737" y="1998726"/>
                </a:lnTo>
                <a:lnTo>
                  <a:pt x="3253359" y="2032127"/>
                </a:lnTo>
                <a:lnTo>
                  <a:pt x="3258947" y="2040128"/>
                </a:lnTo>
                <a:lnTo>
                  <a:pt x="3269361" y="2032889"/>
                </a:lnTo>
                <a:close/>
              </a:path>
              <a:path w="4132579" h="4303395">
                <a:moveTo>
                  <a:pt x="3311017" y="1788668"/>
                </a:moveTo>
                <a:lnTo>
                  <a:pt x="3297809" y="1777873"/>
                </a:lnTo>
                <a:lnTo>
                  <a:pt x="3271139" y="1756918"/>
                </a:lnTo>
                <a:lnTo>
                  <a:pt x="3263265" y="1766951"/>
                </a:lnTo>
                <a:lnTo>
                  <a:pt x="3289935" y="1787906"/>
                </a:lnTo>
                <a:lnTo>
                  <a:pt x="3302889" y="1798574"/>
                </a:lnTo>
                <a:lnTo>
                  <a:pt x="3311017" y="1788668"/>
                </a:lnTo>
                <a:close/>
              </a:path>
              <a:path w="4132579" h="4303395">
                <a:moveTo>
                  <a:pt x="3319526" y="2106549"/>
                </a:moveTo>
                <a:lnTo>
                  <a:pt x="3316097" y="2101342"/>
                </a:lnTo>
                <a:lnTo>
                  <a:pt x="3291078" y="2064385"/>
                </a:lnTo>
                <a:lnTo>
                  <a:pt x="3280537" y="2071497"/>
                </a:lnTo>
                <a:lnTo>
                  <a:pt x="3305556" y="2108454"/>
                </a:lnTo>
                <a:lnTo>
                  <a:pt x="3308858" y="2113534"/>
                </a:lnTo>
                <a:lnTo>
                  <a:pt x="3319526" y="2106549"/>
                </a:lnTo>
                <a:close/>
              </a:path>
              <a:path w="4132579" h="4303395">
                <a:moveTo>
                  <a:pt x="3358134" y="4302874"/>
                </a:moveTo>
                <a:lnTo>
                  <a:pt x="3349879" y="4227131"/>
                </a:lnTo>
                <a:lnTo>
                  <a:pt x="3278251" y="4273296"/>
                </a:lnTo>
                <a:lnTo>
                  <a:pt x="3358134" y="4302874"/>
                </a:lnTo>
                <a:close/>
              </a:path>
              <a:path w="4132579" h="4303395">
                <a:moveTo>
                  <a:pt x="3361817" y="3955084"/>
                </a:moveTo>
                <a:lnTo>
                  <a:pt x="3348621" y="3936720"/>
                </a:lnTo>
                <a:lnTo>
                  <a:pt x="3343389" y="3929430"/>
                </a:lnTo>
                <a:lnTo>
                  <a:pt x="3347720" y="3926433"/>
                </a:lnTo>
                <a:lnTo>
                  <a:pt x="3350641" y="3924554"/>
                </a:lnTo>
                <a:lnTo>
                  <a:pt x="3343910" y="3913759"/>
                </a:lnTo>
                <a:lnTo>
                  <a:pt x="3340989" y="3915664"/>
                </a:lnTo>
                <a:lnTo>
                  <a:pt x="3335985" y="3919131"/>
                </a:lnTo>
                <a:lnTo>
                  <a:pt x="3317367" y="3893185"/>
                </a:lnTo>
                <a:lnTo>
                  <a:pt x="3277616" y="3968496"/>
                </a:lnTo>
                <a:lnTo>
                  <a:pt x="3361817" y="3955084"/>
                </a:lnTo>
                <a:close/>
              </a:path>
              <a:path w="4132579" h="4303395">
                <a:moveTo>
                  <a:pt x="3368040" y="2181098"/>
                </a:moveTo>
                <a:lnTo>
                  <a:pt x="3365500" y="2177034"/>
                </a:lnTo>
                <a:lnTo>
                  <a:pt x="3341116" y="2139315"/>
                </a:lnTo>
                <a:lnTo>
                  <a:pt x="3340481" y="2138299"/>
                </a:lnTo>
                <a:lnTo>
                  <a:pt x="3329940" y="2145284"/>
                </a:lnTo>
                <a:lnTo>
                  <a:pt x="3330575" y="2146300"/>
                </a:lnTo>
                <a:lnTo>
                  <a:pt x="3354832" y="2183892"/>
                </a:lnTo>
                <a:lnTo>
                  <a:pt x="3357372" y="2187956"/>
                </a:lnTo>
                <a:lnTo>
                  <a:pt x="3368040" y="2181098"/>
                </a:lnTo>
                <a:close/>
              </a:path>
              <a:path w="4132579" h="4303395">
                <a:moveTo>
                  <a:pt x="3379343" y="1845945"/>
                </a:moveTo>
                <a:lnTo>
                  <a:pt x="3377565" y="1844294"/>
                </a:lnTo>
                <a:lnTo>
                  <a:pt x="3340481" y="1812925"/>
                </a:lnTo>
                <a:lnTo>
                  <a:pt x="3332353" y="1822704"/>
                </a:lnTo>
                <a:lnTo>
                  <a:pt x="3370961" y="1855470"/>
                </a:lnTo>
                <a:lnTo>
                  <a:pt x="3379343" y="1845945"/>
                </a:lnTo>
                <a:close/>
              </a:path>
              <a:path w="4132579" h="4303395">
                <a:moveTo>
                  <a:pt x="3415411" y="2256409"/>
                </a:moveTo>
                <a:lnTo>
                  <a:pt x="3389249" y="2214499"/>
                </a:lnTo>
                <a:lnTo>
                  <a:pt x="3388487" y="2213229"/>
                </a:lnTo>
                <a:lnTo>
                  <a:pt x="3377819" y="2220087"/>
                </a:lnTo>
                <a:lnTo>
                  <a:pt x="3378581" y="2221357"/>
                </a:lnTo>
                <a:lnTo>
                  <a:pt x="3404616" y="2263140"/>
                </a:lnTo>
                <a:lnTo>
                  <a:pt x="3415411" y="2256409"/>
                </a:lnTo>
                <a:close/>
              </a:path>
              <a:path w="4132579" h="4303395">
                <a:moveTo>
                  <a:pt x="3421507" y="4263326"/>
                </a:moveTo>
                <a:lnTo>
                  <a:pt x="3419983" y="4250715"/>
                </a:lnTo>
                <a:lnTo>
                  <a:pt x="3369564" y="4256849"/>
                </a:lnTo>
                <a:lnTo>
                  <a:pt x="3371088" y="4269460"/>
                </a:lnTo>
                <a:lnTo>
                  <a:pt x="3421507" y="4263326"/>
                </a:lnTo>
                <a:close/>
              </a:path>
              <a:path w="4132579" h="4303395">
                <a:moveTo>
                  <a:pt x="3426206" y="3877818"/>
                </a:moveTo>
                <a:lnTo>
                  <a:pt x="3419602" y="3867023"/>
                </a:lnTo>
                <a:lnTo>
                  <a:pt x="3376295" y="3893693"/>
                </a:lnTo>
                <a:lnTo>
                  <a:pt x="3383026" y="3904488"/>
                </a:lnTo>
                <a:lnTo>
                  <a:pt x="3426206" y="3877818"/>
                </a:lnTo>
                <a:close/>
              </a:path>
              <a:path w="4132579" h="4303395">
                <a:moveTo>
                  <a:pt x="3445637" y="1905266"/>
                </a:moveTo>
                <a:lnTo>
                  <a:pt x="3416681" y="1878711"/>
                </a:lnTo>
                <a:lnTo>
                  <a:pt x="3407918" y="1871103"/>
                </a:lnTo>
                <a:lnTo>
                  <a:pt x="3399536" y="1880628"/>
                </a:lnTo>
                <a:lnTo>
                  <a:pt x="3408172" y="1888236"/>
                </a:lnTo>
                <a:lnTo>
                  <a:pt x="3437128" y="1914652"/>
                </a:lnTo>
                <a:lnTo>
                  <a:pt x="3445637" y="1905266"/>
                </a:lnTo>
                <a:close/>
              </a:path>
              <a:path w="4132579" h="4303395">
                <a:moveTo>
                  <a:pt x="3462147" y="2332101"/>
                </a:moveTo>
                <a:lnTo>
                  <a:pt x="3457702" y="2325116"/>
                </a:lnTo>
                <a:lnTo>
                  <a:pt x="3435477" y="2288794"/>
                </a:lnTo>
                <a:lnTo>
                  <a:pt x="3424682" y="2295525"/>
                </a:lnTo>
                <a:lnTo>
                  <a:pt x="3446907" y="2331720"/>
                </a:lnTo>
                <a:lnTo>
                  <a:pt x="3451352" y="2338832"/>
                </a:lnTo>
                <a:lnTo>
                  <a:pt x="3462147" y="2332101"/>
                </a:lnTo>
                <a:close/>
              </a:path>
              <a:path w="4132579" h="4303395">
                <a:moveTo>
                  <a:pt x="3501009" y="3829177"/>
                </a:moveTo>
                <a:lnTo>
                  <a:pt x="3493897" y="3818636"/>
                </a:lnTo>
                <a:lnTo>
                  <a:pt x="3463417" y="3839083"/>
                </a:lnTo>
                <a:lnTo>
                  <a:pt x="3451733" y="3846703"/>
                </a:lnTo>
                <a:lnTo>
                  <a:pt x="3458464" y="3857371"/>
                </a:lnTo>
                <a:lnTo>
                  <a:pt x="3470529" y="3849624"/>
                </a:lnTo>
                <a:lnTo>
                  <a:pt x="3501009" y="3829177"/>
                </a:lnTo>
                <a:close/>
              </a:path>
              <a:path w="4132579" h="4303395">
                <a:moveTo>
                  <a:pt x="3508756" y="2407793"/>
                </a:moveTo>
                <a:lnTo>
                  <a:pt x="3500628" y="2394458"/>
                </a:lnTo>
                <a:lnTo>
                  <a:pt x="3482213" y="2364486"/>
                </a:lnTo>
                <a:lnTo>
                  <a:pt x="3471418" y="2371090"/>
                </a:lnTo>
                <a:lnTo>
                  <a:pt x="3489833" y="2401062"/>
                </a:lnTo>
                <a:lnTo>
                  <a:pt x="3497961" y="2414397"/>
                </a:lnTo>
                <a:lnTo>
                  <a:pt x="3508756" y="2407793"/>
                </a:lnTo>
                <a:close/>
              </a:path>
              <a:path w="4132579" h="4303395">
                <a:moveTo>
                  <a:pt x="3509899" y="4251414"/>
                </a:moveTo>
                <a:lnTo>
                  <a:pt x="3507994" y="4238866"/>
                </a:lnTo>
                <a:lnTo>
                  <a:pt x="3494659" y="4240923"/>
                </a:lnTo>
                <a:lnTo>
                  <a:pt x="3457702" y="4246029"/>
                </a:lnTo>
                <a:lnTo>
                  <a:pt x="3459480" y="4258615"/>
                </a:lnTo>
                <a:lnTo>
                  <a:pt x="3496564" y="4253471"/>
                </a:lnTo>
                <a:lnTo>
                  <a:pt x="3509899" y="4251414"/>
                </a:lnTo>
                <a:close/>
              </a:path>
              <a:path w="4132579" h="4303395">
                <a:moveTo>
                  <a:pt x="3510153" y="1966849"/>
                </a:moveTo>
                <a:lnTo>
                  <a:pt x="3492500" y="1949450"/>
                </a:lnTo>
                <a:lnTo>
                  <a:pt x="3473577" y="1931428"/>
                </a:lnTo>
                <a:lnTo>
                  <a:pt x="3464814" y="1940687"/>
                </a:lnTo>
                <a:lnTo>
                  <a:pt x="3483737" y="1958721"/>
                </a:lnTo>
                <a:lnTo>
                  <a:pt x="3501136" y="1975866"/>
                </a:lnTo>
                <a:lnTo>
                  <a:pt x="3510153" y="1966849"/>
                </a:lnTo>
                <a:close/>
              </a:path>
              <a:path w="4132579" h="4303395">
                <a:moveTo>
                  <a:pt x="3554476" y="2484247"/>
                </a:moveTo>
                <a:lnTo>
                  <a:pt x="3540760" y="2460752"/>
                </a:lnTo>
                <a:lnTo>
                  <a:pt x="3528568" y="2440432"/>
                </a:lnTo>
                <a:lnTo>
                  <a:pt x="3517646" y="2446909"/>
                </a:lnTo>
                <a:lnTo>
                  <a:pt x="3529838" y="2467229"/>
                </a:lnTo>
                <a:lnTo>
                  <a:pt x="3543427" y="2490597"/>
                </a:lnTo>
                <a:lnTo>
                  <a:pt x="3554476" y="2484247"/>
                </a:lnTo>
                <a:close/>
              </a:path>
              <a:path w="4132579" h="4303395">
                <a:moveTo>
                  <a:pt x="3572256" y="2030730"/>
                </a:moveTo>
                <a:lnTo>
                  <a:pt x="3564763" y="2022602"/>
                </a:lnTo>
                <a:lnTo>
                  <a:pt x="3537077" y="1993900"/>
                </a:lnTo>
                <a:lnTo>
                  <a:pt x="3527933" y="2002790"/>
                </a:lnTo>
                <a:lnTo>
                  <a:pt x="3555619" y="2031365"/>
                </a:lnTo>
                <a:lnTo>
                  <a:pt x="3562985" y="2039366"/>
                </a:lnTo>
                <a:lnTo>
                  <a:pt x="3572256" y="2030730"/>
                </a:lnTo>
                <a:close/>
              </a:path>
              <a:path w="4132579" h="4303395">
                <a:moveTo>
                  <a:pt x="3572764" y="3775583"/>
                </a:moveTo>
                <a:lnTo>
                  <a:pt x="3564509" y="3765931"/>
                </a:lnTo>
                <a:lnTo>
                  <a:pt x="3560318" y="3769487"/>
                </a:lnTo>
                <a:lnTo>
                  <a:pt x="3528695" y="3793871"/>
                </a:lnTo>
                <a:lnTo>
                  <a:pt x="3524758" y="3796665"/>
                </a:lnTo>
                <a:lnTo>
                  <a:pt x="3532124" y="3807079"/>
                </a:lnTo>
                <a:lnTo>
                  <a:pt x="3536442" y="3804031"/>
                </a:lnTo>
                <a:lnTo>
                  <a:pt x="3568573" y="3779139"/>
                </a:lnTo>
                <a:lnTo>
                  <a:pt x="3572764" y="3775583"/>
                </a:lnTo>
                <a:close/>
              </a:path>
              <a:path w="4132579" h="4303395">
                <a:moveTo>
                  <a:pt x="3597402" y="2562479"/>
                </a:moveTo>
                <a:lnTo>
                  <a:pt x="3595370" y="2558415"/>
                </a:lnTo>
                <a:lnTo>
                  <a:pt x="3577971" y="2525903"/>
                </a:lnTo>
                <a:lnTo>
                  <a:pt x="3573272" y="2517521"/>
                </a:lnTo>
                <a:lnTo>
                  <a:pt x="3562223" y="2523744"/>
                </a:lnTo>
                <a:lnTo>
                  <a:pt x="3566922" y="2532126"/>
                </a:lnTo>
                <a:lnTo>
                  <a:pt x="3584194" y="2564511"/>
                </a:lnTo>
                <a:lnTo>
                  <a:pt x="3586099" y="2568194"/>
                </a:lnTo>
                <a:lnTo>
                  <a:pt x="3597402" y="2562479"/>
                </a:lnTo>
                <a:close/>
              </a:path>
              <a:path w="4132579" h="4303395">
                <a:moveTo>
                  <a:pt x="3597783" y="4236288"/>
                </a:moveTo>
                <a:lnTo>
                  <a:pt x="3595243" y="4223817"/>
                </a:lnTo>
                <a:lnTo>
                  <a:pt x="3577463" y="4227347"/>
                </a:lnTo>
                <a:lnTo>
                  <a:pt x="3545459" y="4232910"/>
                </a:lnTo>
                <a:lnTo>
                  <a:pt x="3547618" y="4245419"/>
                </a:lnTo>
                <a:lnTo>
                  <a:pt x="3579876" y="4239806"/>
                </a:lnTo>
                <a:lnTo>
                  <a:pt x="3597783" y="4236288"/>
                </a:lnTo>
                <a:close/>
              </a:path>
              <a:path w="4132579" h="4303395">
                <a:moveTo>
                  <a:pt x="3631819" y="2097024"/>
                </a:moveTo>
                <a:lnTo>
                  <a:pt x="3598164" y="2058797"/>
                </a:lnTo>
                <a:lnTo>
                  <a:pt x="3588766" y="2067433"/>
                </a:lnTo>
                <a:lnTo>
                  <a:pt x="3589782" y="2068449"/>
                </a:lnTo>
                <a:lnTo>
                  <a:pt x="3622294" y="2105406"/>
                </a:lnTo>
                <a:lnTo>
                  <a:pt x="3631819" y="2097024"/>
                </a:lnTo>
                <a:close/>
              </a:path>
              <a:path w="4132579" h="4303395">
                <a:moveTo>
                  <a:pt x="3635502" y="2643251"/>
                </a:moveTo>
                <a:lnTo>
                  <a:pt x="3627374" y="2624455"/>
                </a:lnTo>
                <a:lnTo>
                  <a:pt x="3614420" y="2596769"/>
                </a:lnTo>
                <a:lnTo>
                  <a:pt x="3602863" y="2602230"/>
                </a:lnTo>
                <a:lnTo>
                  <a:pt x="3615944" y="2629916"/>
                </a:lnTo>
                <a:lnTo>
                  <a:pt x="3623818" y="2648204"/>
                </a:lnTo>
                <a:lnTo>
                  <a:pt x="3635502" y="2643251"/>
                </a:lnTo>
                <a:close/>
              </a:path>
              <a:path w="4132579" h="4303395">
                <a:moveTo>
                  <a:pt x="3638042" y="3714369"/>
                </a:moveTo>
                <a:lnTo>
                  <a:pt x="3628771" y="3705733"/>
                </a:lnTo>
                <a:lnTo>
                  <a:pt x="3618992" y="3716274"/>
                </a:lnTo>
                <a:lnTo>
                  <a:pt x="3605149" y="3730117"/>
                </a:lnTo>
                <a:lnTo>
                  <a:pt x="3593084" y="3741166"/>
                </a:lnTo>
                <a:lnTo>
                  <a:pt x="3601720" y="3750437"/>
                </a:lnTo>
                <a:lnTo>
                  <a:pt x="3614039" y="3739007"/>
                </a:lnTo>
                <a:lnTo>
                  <a:pt x="3628263" y="3724910"/>
                </a:lnTo>
                <a:lnTo>
                  <a:pt x="3638042" y="3714369"/>
                </a:lnTo>
                <a:close/>
              </a:path>
              <a:path w="4132579" h="4303395">
                <a:moveTo>
                  <a:pt x="3667506" y="2726563"/>
                </a:moveTo>
                <a:lnTo>
                  <a:pt x="3655822" y="2693289"/>
                </a:lnTo>
                <a:lnTo>
                  <a:pt x="3649980" y="2678684"/>
                </a:lnTo>
                <a:lnTo>
                  <a:pt x="3638169" y="2683256"/>
                </a:lnTo>
                <a:lnTo>
                  <a:pt x="3644011" y="2697861"/>
                </a:lnTo>
                <a:lnTo>
                  <a:pt x="3655568" y="2730754"/>
                </a:lnTo>
                <a:lnTo>
                  <a:pt x="3667506" y="2726563"/>
                </a:lnTo>
                <a:close/>
              </a:path>
              <a:path w="4132579" h="4303395">
                <a:moveTo>
                  <a:pt x="3684778" y="4216451"/>
                </a:moveTo>
                <a:lnTo>
                  <a:pt x="3681603" y="4204157"/>
                </a:lnTo>
                <a:lnTo>
                  <a:pt x="3656203" y="4210761"/>
                </a:lnTo>
                <a:lnTo>
                  <a:pt x="3632454" y="4216095"/>
                </a:lnTo>
                <a:lnTo>
                  <a:pt x="3635248" y="4228490"/>
                </a:lnTo>
                <a:lnTo>
                  <a:pt x="3659378" y="4223055"/>
                </a:lnTo>
                <a:lnTo>
                  <a:pt x="3684778" y="4216451"/>
                </a:lnTo>
                <a:close/>
              </a:path>
              <a:path w="4132579" h="4303395">
                <a:moveTo>
                  <a:pt x="3688334" y="2165985"/>
                </a:moveTo>
                <a:lnTo>
                  <a:pt x="3664077" y="2135632"/>
                </a:lnTo>
                <a:lnTo>
                  <a:pt x="3656330" y="2126361"/>
                </a:lnTo>
                <a:lnTo>
                  <a:pt x="3646551" y="2134489"/>
                </a:lnTo>
                <a:lnTo>
                  <a:pt x="3654298" y="2143760"/>
                </a:lnTo>
                <a:lnTo>
                  <a:pt x="3678428" y="2173859"/>
                </a:lnTo>
                <a:lnTo>
                  <a:pt x="3688334" y="2165985"/>
                </a:lnTo>
                <a:close/>
              </a:path>
              <a:path w="4132579" h="4303395">
                <a:moveTo>
                  <a:pt x="3691890" y="3641979"/>
                </a:moveTo>
                <a:lnTo>
                  <a:pt x="3680841" y="3635756"/>
                </a:lnTo>
                <a:lnTo>
                  <a:pt x="3677539" y="3641471"/>
                </a:lnTo>
                <a:lnTo>
                  <a:pt x="3667633" y="3657092"/>
                </a:lnTo>
                <a:lnTo>
                  <a:pt x="3656584" y="3672459"/>
                </a:lnTo>
                <a:lnTo>
                  <a:pt x="3653028" y="3677031"/>
                </a:lnTo>
                <a:lnTo>
                  <a:pt x="3663061" y="3684905"/>
                </a:lnTo>
                <a:lnTo>
                  <a:pt x="3666998" y="3679825"/>
                </a:lnTo>
                <a:lnTo>
                  <a:pt x="3678301" y="3663950"/>
                </a:lnTo>
                <a:lnTo>
                  <a:pt x="3688588" y="3647694"/>
                </a:lnTo>
                <a:lnTo>
                  <a:pt x="3691890" y="3641979"/>
                </a:lnTo>
                <a:close/>
              </a:path>
              <a:path w="4132579" h="4303395">
                <a:moveTo>
                  <a:pt x="3692271" y="2812669"/>
                </a:moveTo>
                <a:lnTo>
                  <a:pt x="3690366" y="2804541"/>
                </a:lnTo>
                <a:lnTo>
                  <a:pt x="3679952" y="2766060"/>
                </a:lnTo>
                <a:lnTo>
                  <a:pt x="3679063" y="2763139"/>
                </a:lnTo>
                <a:lnTo>
                  <a:pt x="3666871" y="2766949"/>
                </a:lnTo>
                <a:lnTo>
                  <a:pt x="3667760" y="2769870"/>
                </a:lnTo>
                <a:lnTo>
                  <a:pt x="3678174" y="2807970"/>
                </a:lnTo>
                <a:lnTo>
                  <a:pt x="3679952" y="2815590"/>
                </a:lnTo>
                <a:lnTo>
                  <a:pt x="3692271" y="2812669"/>
                </a:lnTo>
                <a:close/>
              </a:path>
              <a:path w="4132579" h="4303395">
                <a:moveTo>
                  <a:pt x="3710686" y="2899918"/>
                </a:moveTo>
                <a:lnTo>
                  <a:pt x="3708273" y="2887091"/>
                </a:lnTo>
                <a:lnTo>
                  <a:pt x="3703955" y="2865628"/>
                </a:lnTo>
                <a:lnTo>
                  <a:pt x="3700780" y="2850007"/>
                </a:lnTo>
                <a:lnTo>
                  <a:pt x="3688334" y="2852547"/>
                </a:lnTo>
                <a:lnTo>
                  <a:pt x="3691636" y="2868168"/>
                </a:lnTo>
                <a:lnTo>
                  <a:pt x="3698113" y="2902331"/>
                </a:lnTo>
                <a:lnTo>
                  <a:pt x="3710686" y="2899918"/>
                </a:lnTo>
                <a:close/>
              </a:path>
              <a:path w="4132579" h="4303395">
                <a:moveTo>
                  <a:pt x="3725418" y="2987802"/>
                </a:moveTo>
                <a:lnTo>
                  <a:pt x="3724148" y="2978912"/>
                </a:lnTo>
                <a:lnTo>
                  <a:pt x="3717417" y="2937510"/>
                </a:lnTo>
                <a:lnTo>
                  <a:pt x="3704844" y="2939669"/>
                </a:lnTo>
                <a:lnTo>
                  <a:pt x="3711575" y="2980944"/>
                </a:lnTo>
                <a:lnTo>
                  <a:pt x="3712845" y="2989707"/>
                </a:lnTo>
                <a:lnTo>
                  <a:pt x="3725418" y="2987802"/>
                </a:lnTo>
                <a:close/>
              </a:path>
              <a:path w="4132579" h="4303395">
                <a:moveTo>
                  <a:pt x="3725799" y="3558286"/>
                </a:moveTo>
                <a:lnTo>
                  <a:pt x="3713480" y="3555111"/>
                </a:lnTo>
                <a:lnTo>
                  <a:pt x="3713480" y="3555492"/>
                </a:lnTo>
                <a:lnTo>
                  <a:pt x="3707892" y="3574034"/>
                </a:lnTo>
                <a:lnTo>
                  <a:pt x="3701796" y="3591814"/>
                </a:lnTo>
                <a:lnTo>
                  <a:pt x="3697478" y="3602355"/>
                </a:lnTo>
                <a:lnTo>
                  <a:pt x="3709162" y="3607181"/>
                </a:lnTo>
                <a:lnTo>
                  <a:pt x="3713861" y="3595878"/>
                </a:lnTo>
                <a:lnTo>
                  <a:pt x="3720084" y="3577717"/>
                </a:lnTo>
                <a:lnTo>
                  <a:pt x="3725799" y="3558540"/>
                </a:lnTo>
                <a:lnTo>
                  <a:pt x="3725799" y="3558286"/>
                </a:lnTo>
                <a:close/>
              </a:path>
              <a:path w="4132579" h="4303395">
                <a:moveTo>
                  <a:pt x="3737356" y="3076067"/>
                </a:moveTo>
                <a:lnTo>
                  <a:pt x="3731260" y="3027426"/>
                </a:lnTo>
                <a:lnTo>
                  <a:pt x="3731006" y="3025521"/>
                </a:lnTo>
                <a:lnTo>
                  <a:pt x="3718433" y="3027299"/>
                </a:lnTo>
                <a:lnTo>
                  <a:pt x="3724783" y="3077591"/>
                </a:lnTo>
                <a:lnTo>
                  <a:pt x="3737356" y="3076067"/>
                </a:lnTo>
                <a:close/>
              </a:path>
              <a:path w="4132579" h="4303395">
                <a:moveTo>
                  <a:pt x="3742436" y="2236851"/>
                </a:moveTo>
                <a:lnTo>
                  <a:pt x="3724910" y="2213229"/>
                </a:lnTo>
                <a:lnTo>
                  <a:pt x="3711829" y="2196211"/>
                </a:lnTo>
                <a:lnTo>
                  <a:pt x="3701669" y="2203958"/>
                </a:lnTo>
                <a:lnTo>
                  <a:pt x="3714877" y="2220976"/>
                </a:lnTo>
                <a:lnTo>
                  <a:pt x="3732276" y="2244471"/>
                </a:lnTo>
                <a:lnTo>
                  <a:pt x="3742436" y="2236851"/>
                </a:lnTo>
                <a:close/>
              </a:path>
              <a:path w="4132579" h="4303395">
                <a:moveTo>
                  <a:pt x="3743198" y="3470275"/>
                </a:moveTo>
                <a:lnTo>
                  <a:pt x="3730625" y="3468751"/>
                </a:lnTo>
                <a:lnTo>
                  <a:pt x="3730117" y="3473196"/>
                </a:lnTo>
                <a:lnTo>
                  <a:pt x="3726815" y="3494786"/>
                </a:lnTo>
                <a:lnTo>
                  <a:pt x="3722878" y="3515741"/>
                </a:lnTo>
                <a:lnTo>
                  <a:pt x="3722420" y="3518027"/>
                </a:lnTo>
                <a:lnTo>
                  <a:pt x="3722370" y="3518281"/>
                </a:lnTo>
                <a:lnTo>
                  <a:pt x="3734689" y="3520948"/>
                </a:lnTo>
                <a:lnTo>
                  <a:pt x="3735260" y="3518281"/>
                </a:lnTo>
                <a:lnTo>
                  <a:pt x="3739261" y="3496691"/>
                </a:lnTo>
                <a:lnTo>
                  <a:pt x="3742690" y="3474720"/>
                </a:lnTo>
                <a:lnTo>
                  <a:pt x="3743198" y="3470275"/>
                </a:lnTo>
                <a:close/>
              </a:path>
              <a:path w="4132579" h="4303395">
                <a:moveTo>
                  <a:pt x="3745992" y="3164840"/>
                </a:moveTo>
                <a:lnTo>
                  <a:pt x="3743058" y="3129534"/>
                </a:lnTo>
                <a:lnTo>
                  <a:pt x="3742944" y="3128137"/>
                </a:lnTo>
                <a:lnTo>
                  <a:pt x="3741420" y="3114040"/>
                </a:lnTo>
                <a:lnTo>
                  <a:pt x="3728847" y="3115437"/>
                </a:lnTo>
                <a:lnTo>
                  <a:pt x="3730371" y="3129534"/>
                </a:lnTo>
                <a:lnTo>
                  <a:pt x="3733330" y="3164840"/>
                </a:lnTo>
                <a:lnTo>
                  <a:pt x="3733419" y="3165856"/>
                </a:lnTo>
                <a:lnTo>
                  <a:pt x="3745992" y="3164840"/>
                </a:lnTo>
                <a:close/>
              </a:path>
              <a:path w="4132579" h="4303395">
                <a:moveTo>
                  <a:pt x="3751072" y="3381248"/>
                </a:moveTo>
                <a:lnTo>
                  <a:pt x="3738372" y="3380867"/>
                </a:lnTo>
                <a:lnTo>
                  <a:pt x="3738334" y="3381502"/>
                </a:lnTo>
                <a:lnTo>
                  <a:pt x="3735197" y="3428238"/>
                </a:lnTo>
                <a:lnTo>
                  <a:pt x="3734816" y="3431032"/>
                </a:lnTo>
                <a:lnTo>
                  <a:pt x="3747516" y="3432302"/>
                </a:lnTo>
                <a:lnTo>
                  <a:pt x="3747897" y="3429000"/>
                </a:lnTo>
                <a:lnTo>
                  <a:pt x="3750945" y="3381502"/>
                </a:lnTo>
                <a:lnTo>
                  <a:pt x="3751072" y="3381248"/>
                </a:lnTo>
                <a:close/>
              </a:path>
              <a:path w="4132579" h="4303395">
                <a:moveTo>
                  <a:pt x="3751199" y="3253867"/>
                </a:moveTo>
                <a:lnTo>
                  <a:pt x="3750462" y="3231769"/>
                </a:lnTo>
                <a:lnTo>
                  <a:pt x="3750437" y="3231007"/>
                </a:lnTo>
                <a:lnTo>
                  <a:pt x="3748697" y="3203702"/>
                </a:lnTo>
                <a:lnTo>
                  <a:pt x="3748659" y="3202940"/>
                </a:lnTo>
                <a:lnTo>
                  <a:pt x="3736086" y="3203702"/>
                </a:lnTo>
                <a:lnTo>
                  <a:pt x="3737686" y="3231007"/>
                </a:lnTo>
                <a:lnTo>
                  <a:pt x="3737737" y="3231769"/>
                </a:lnTo>
                <a:lnTo>
                  <a:pt x="3738473" y="3253867"/>
                </a:lnTo>
                <a:lnTo>
                  <a:pt x="3738499" y="3254248"/>
                </a:lnTo>
                <a:lnTo>
                  <a:pt x="3751199" y="3253867"/>
                </a:lnTo>
                <a:close/>
              </a:path>
              <a:path w="4132579" h="4303395">
                <a:moveTo>
                  <a:pt x="3752456" y="3332353"/>
                </a:moveTo>
                <a:lnTo>
                  <a:pt x="3752215" y="3292221"/>
                </a:lnTo>
                <a:lnTo>
                  <a:pt x="3739515" y="3292221"/>
                </a:lnTo>
                <a:lnTo>
                  <a:pt x="3739769" y="3332353"/>
                </a:lnTo>
                <a:lnTo>
                  <a:pt x="3739388" y="3342767"/>
                </a:lnTo>
                <a:lnTo>
                  <a:pt x="3752088" y="3343148"/>
                </a:lnTo>
                <a:lnTo>
                  <a:pt x="3752456" y="3332353"/>
                </a:lnTo>
                <a:close/>
              </a:path>
              <a:path w="4132579" h="4303395">
                <a:moveTo>
                  <a:pt x="3770249" y="4189425"/>
                </a:moveTo>
                <a:lnTo>
                  <a:pt x="3765550" y="4177665"/>
                </a:lnTo>
                <a:lnTo>
                  <a:pt x="3764280" y="4178160"/>
                </a:lnTo>
                <a:lnTo>
                  <a:pt x="3729863" y="4190149"/>
                </a:lnTo>
                <a:lnTo>
                  <a:pt x="3717925" y="4193705"/>
                </a:lnTo>
                <a:lnTo>
                  <a:pt x="3721608" y="4205871"/>
                </a:lnTo>
                <a:lnTo>
                  <a:pt x="3733927" y="4202138"/>
                </a:lnTo>
                <a:lnTo>
                  <a:pt x="3769106" y="4189920"/>
                </a:lnTo>
                <a:lnTo>
                  <a:pt x="3770249" y="4189425"/>
                </a:lnTo>
                <a:close/>
              </a:path>
              <a:path w="4132579" h="4303395">
                <a:moveTo>
                  <a:pt x="3793998" y="2309622"/>
                </a:moveTo>
                <a:lnTo>
                  <a:pt x="3782949" y="2293239"/>
                </a:lnTo>
                <a:lnTo>
                  <a:pt x="3764915" y="2267839"/>
                </a:lnTo>
                <a:lnTo>
                  <a:pt x="3754501" y="2275078"/>
                </a:lnTo>
                <a:lnTo>
                  <a:pt x="3772535" y="2300478"/>
                </a:lnTo>
                <a:lnTo>
                  <a:pt x="3783457" y="2316734"/>
                </a:lnTo>
                <a:lnTo>
                  <a:pt x="3793998" y="2309622"/>
                </a:lnTo>
                <a:close/>
              </a:path>
              <a:path w="4132579" h="4303395">
                <a:moveTo>
                  <a:pt x="3842893" y="2384171"/>
                </a:moveTo>
                <a:lnTo>
                  <a:pt x="3837559" y="2375662"/>
                </a:lnTo>
                <a:lnTo>
                  <a:pt x="3815334" y="2341245"/>
                </a:lnTo>
                <a:lnTo>
                  <a:pt x="3804666" y="2348230"/>
                </a:lnTo>
                <a:lnTo>
                  <a:pt x="3827018" y="2382520"/>
                </a:lnTo>
                <a:lnTo>
                  <a:pt x="3832098" y="2390775"/>
                </a:lnTo>
                <a:lnTo>
                  <a:pt x="3842893" y="2384171"/>
                </a:lnTo>
                <a:close/>
              </a:path>
              <a:path w="4132579" h="4303395">
                <a:moveTo>
                  <a:pt x="3851402" y="4151477"/>
                </a:moveTo>
                <a:lnTo>
                  <a:pt x="3845179" y="4140403"/>
                </a:lnTo>
                <a:lnTo>
                  <a:pt x="3828034" y="4150029"/>
                </a:lnTo>
                <a:lnTo>
                  <a:pt x="3800348" y="4163225"/>
                </a:lnTo>
                <a:lnTo>
                  <a:pt x="3805809" y="4174693"/>
                </a:lnTo>
                <a:lnTo>
                  <a:pt x="3834257" y="4161104"/>
                </a:lnTo>
                <a:lnTo>
                  <a:pt x="3851402" y="4151477"/>
                </a:lnTo>
                <a:close/>
              </a:path>
              <a:path w="4132579" h="4303395">
                <a:moveTo>
                  <a:pt x="3888740" y="2460625"/>
                </a:moveTo>
                <a:lnTo>
                  <a:pt x="3888613" y="2460371"/>
                </a:lnTo>
                <a:lnTo>
                  <a:pt x="3863594" y="2417699"/>
                </a:lnTo>
                <a:lnTo>
                  <a:pt x="3862832" y="2416556"/>
                </a:lnTo>
                <a:lnTo>
                  <a:pt x="3852037" y="2423287"/>
                </a:lnTo>
                <a:lnTo>
                  <a:pt x="3852799" y="2424430"/>
                </a:lnTo>
                <a:lnTo>
                  <a:pt x="3877691" y="2466848"/>
                </a:lnTo>
                <a:lnTo>
                  <a:pt x="3888740" y="2460625"/>
                </a:lnTo>
                <a:close/>
              </a:path>
              <a:path w="4132579" h="4303395">
                <a:moveTo>
                  <a:pt x="3924935" y="4099534"/>
                </a:moveTo>
                <a:lnTo>
                  <a:pt x="3916680" y="4089933"/>
                </a:lnTo>
                <a:lnTo>
                  <a:pt x="3908933" y="4096562"/>
                </a:lnTo>
                <a:lnTo>
                  <a:pt x="3883914" y="4115866"/>
                </a:lnTo>
                <a:lnTo>
                  <a:pt x="3877056" y="4120438"/>
                </a:lnTo>
                <a:lnTo>
                  <a:pt x="3884168" y="4130992"/>
                </a:lnTo>
                <a:lnTo>
                  <a:pt x="3891661" y="4125925"/>
                </a:lnTo>
                <a:lnTo>
                  <a:pt x="3917315" y="4106164"/>
                </a:lnTo>
                <a:lnTo>
                  <a:pt x="3924935" y="4099534"/>
                </a:lnTo>
                <a:close/>
              </a:path>
              <a:path w="4132579" h="4303395">
                <a:moveTo>
                  <a:pt x="3931031" y="2538984"/>
                </a:moveTo>
                <a:lnTo>
                  <a:pt x="3912489" y="2503678"/>
                </a:lnTo>
                <a:lnTo>
                  <a:pt x="3907155" y="2494026"/>
                </a:lnTo>
                <a:lnTo>
                  <a:pt x="3895979" y="2500122"/>
                </a:lnTo>
                <a:lnTo>
                  <a:pt x="3901440" y="2509901"/>
                </a:lnTo>
                <a:lnTo>
                  <a:pt x="3919728" y="2544953"/>
                </a:lnTo>
                <a:lnTo>
                  <a:pt x="3931031" y="2538984"/>
                </a:lnTo>
                <a:close/>
              </a:path>
              <a:path w="4132579" h="4303395">
                <a:moveTo>
                  <a:pt x="3969639" y="2619502"/>
                </a:moveTo>
                <a:lnTo>
                  <a:pt x="3957193" y="2592070"/>
                </a:lnTo>
                <a:lnTo>
                  <a:pt x="3948049" y="2573274"/>
                </a:lnTo>
                <a:lnTo>
                  <a:pt x="3936619" y="2578862"/>
                </a:lnTo>
                <a:lnTo>
                  <a:pt x="3945763" y="2597658"/>
                </a:lnTo>
                <a:lnTo>
                  <a:pt x="3958082" y="2624709"/>
                </a:lnTo>
                <a:lnTo>
                  <a:pt x="3969639" y="2619502"/>
                </a:lnTo>
                <a:close/>
              </a:path>
              <a:path w="4132579" h="4303395">
                <a:moveTo>
                  <a:pt x="3988181" y="4035552"/>
                </a:moveTo>
                <a:lnTo>
                  <a:pt x="3978275" y="4027678"/>
                </a:lnTo>
                <a:lnTo>
                  <a:pt x="3973957" y="4033037"/>
                </a:lnTo>
                <a:lnTo>
                  <a:pt x="3953891" y="4055199"/>
                </a:lnTo>
                <a:lnTo>
                  <a:pt x="3944366" y="4064470"/>
                </a:lnTo>
                <a:lnTo>
                  <a:pt x="3953383" y="4073525"/>
                </a:lnTo>
                <a:lnTo>
                  <a:pt x="3963289" y="4063720"/>
                </a:lnTo>
                <a:lnTo>
                  <a:pt x="3983990" y="4040911"/>
                </a:lnTo>
                <a:lnTo>
                  <a:pt x="3988181" y="4035552"/>
                </a:lnTo>
                <a:close/>
              </a:path>
              <a:path w="4132579" h="4303395">
                <a:moveTo>
                  <a:pt x="4004183" y="2701798"/>
                </a:moveTo>
                <a:lnTo>
                  <a:pt x="3996817" y="2682875"/>
                </a:lnTo>
                <a:lnTo>
                  <a:pt x="3984879" y="2654554"/>
                </a:lnTo>
                <a:lnTo>
                  <a:pt x="3973195" y="2659507"/>
                </a:lnTo>
                <a:lnTo>
                  <a:pt x="3985133" y="2687701"/>
                </a:lnTo>
                <a:lnTo>
                  <a:pt x="3992372" y="2706370"/>
                </a:lnTo>
                <a:lnTo>
                  <a:pt x="4004183" y="2701798"/>
                </a:lnTo>
                <a:close/>
              </a:path>
              <a:path w="4132579" h="4303395">
                <a:moveTo>
                  <a:pt x="4034409" y="2785745"/>
                </a:moveTo>
                <a:lnTo>
                  <a:pt x="4031234" y="2776093"/>
                </a:lnTo>
                <a:lnTo>
                  <a:pt x="4017772" y="2737612"/>
                </a:lnTo>
                <a:lnTo>
                  <a:pt x="4005707" y="2741803"/>
                </a:lnTo>
                <a:lnTo>
                  <a:pt x="4019296" y="2780284"/>
                </a:lnTo>
                <a:lnTo>
                  <a:pt x="4022217" y="2789682"/>
                </a:lnTo>
                <a:lnTo>
                  <a:pt x="4034409" y="2785745"/>
                </a:lnTo>
                <a:close/>
              </a:path>
              <a:path w="4132579" h="4303395">
                <a:moveTo>
                  <a:pt x="4038600" y="3961079"/>
                </a:moveTo>
                <a:lnTo>
                  <a:pt x="4027424" y="3955161"/>
                </a:lnTo>
                <a:lnTo>
                  <a:pt x="4025011" y="3959542"/>
                </a:lnTo>
                <a:lnTo>
                  <a:pt x="4009390" y="3985298"/>
                </a:lnTo>
                <a:lnTo>
                  <a:pt x="4000881" y="3997553"/>
                </a:lnTo>
                <a:lnTo>
                  <a:pt x="4011295" y="4004805"/>
                </a:lnTo>
                <a:lnTo>
                  <a:pt x="4020312" y="3991876"/>
                </a:lnTo>
                <a:lnTo>
                  <a:pt x="4036314" y="3965448"/>
                </a:lnTo>
                <a:lnTo>
                  <a:pt x="4038600" y="3961079"/>
                </a:lnTo>
                <a:close/>
              </a:path>
              <a:path w="4132579" h="4303395">
                <a:moveTo>
                  <a:pt x="4059809" y="2871216"/>
                </a:moveTo>
                <a:lnTo>
                  <a:pt x="4053332" y="2847848"/>
                </a:lnTo>
                <a:lnTo>
                  <a:pt x="4046347" y="2823591"/>
                </a:lnTo>
                <a:lnTo>
                  <a:pt x="4045839" y="2822067"/>
                </a:lnTo>
                <a:lnTo>
                  <a:pt x="4033774" y="2825877"/>
                </a:lnTo>
                <a:lnTo>
                  <a:pt x="4034282" y="2827401"/>
                </a:lnTo>
                <a:lnTo>
                  <a:pt x="4041140" y="2851404"/>
                </a:lnTo>
                <a:lnTo>
                  <a:pt x="4047490" y="2874518"/>
                </a:lnTo>
                <a:lnTo>
                  <a:pt x="4059809" y="2871216"/>
                </a:lnTo>
                <a:close/>
              </a:path>
              <a:path w="4132579" h="4303395">
                <a:moveTo>
                  <a:pt x="4075430" y="3879469"/>
                </a:moveTo>
                <a:lnTo>
                  <a:pt x="4063619" y="3874897"/>
                </a:lnTo>
                <a:lnTo>
                  <a:pt x="4052062" y="3904107"/>
                </a:lnTo>
                <a:lnTo>
                  <a:pt x="4044315" y="3921468"/>
                </a:lnTo>
                <a:lnTo>
                  <a:pt x="4055872" y="3926687"/>
                </a:lnTo>
                <a:lnTo>
                  <a:pt x="4064000" y="3908806"/>
                </a:lnTo>
                <a:lnTo>
                  <a:pt x="4075430" y="3879469"/>
                </a:lnTo>
                <a:close/>
              </a:path>
              <a:path w="4132579" h="4303395">
                <a:moveTo>
                  <a:pt x="4080002" y="2958211"/>
                </a:moveTo>
                <a:lnTo>
                  <a:pt x="4072636" y="2924175"/>
                </a:lnTo>
                <a:lnTo>
                  <a:pt x="4068953" y="2908427"/>
                </a:lnTo>
                <a:lnTo>
                  <a:pt x="4056634" y="2911348"/>
                </a:lnTo>
                <a:lnTo>
                  <a:pt x="4060317" y="2927096"/>
                </a:lnTo>
                <a:lnTo>
                  <a:pt x="4067556" y="2960751"/>
                </a:lnTo>
                <a:lnTo>
                  <a:pt x="4080002" y="2958211"/>
                </a:lnTo>
                <a:close/>
              </a:path>
              <a:path w="4132579" h="4303395">
                <a:moveTo>
                  <a:pt x="4096385" y="3045841"/>
                </a:moveTo>
                <a:lnTo>
                  <a:pt x="4094226" y="3032125"/>
                </a:lnTo>
                <a:lnTo>
                  <a:pt x="4087495" y="2995676"/>
                </a:lnTo>
                <a:lnTo>
                  <a:pt x="4074922" y="2997962"/>
                </a:lnTo>
                <a:lnTo>
                  <a:pt x="4081653" y="3034411"/>
                </a:lnTo>
                <a:lnTo>
                  <a:pt x="4083812" y="3047873"/>
                </a:lnTo>
                <a:lnTo>
                  <a:pt x="4096385" y="3045841"/>
                </a:lnTo>
                <a:close/>
              </a:path>
              <a:path w="4132579" h="4303395">
                <a:moveTo>
                  <a:pt x="4100703" y="3793363"/>
                </a:moveTo>
                <a:lnTo>
                  <a:pt x="4088257" y="3790442"/>
                </a:lnTo>
                <a:lnTo>
                  <a:pt x="4083558" y="3810381"/>
                </a:lnTo>
                <a:lnTo>
                  <a:pt x="4075303" y="3839210"/>
                </a:lnTo>
                <a:lnTo>
                  <a:pt x="4087495" y="3842766"/>
                </a:lnTo>
                <a:lnTo>
                  <a:pt x="4095877" y="3813429"/>
                </a:lnTo>
                <a:lnTo>
                  <a:pt x="4100703" y="3793363"/>
                </a:lnTo>
                <a:close/>
              </a:path>
              <a:path w="4132579" h="4303395">
                <a:moveTo>
                  <a:pt x="4109466" y="3133979"/>
                </a:moveTo>
                <a:lnTo>
                  <a:pt x="4102481" y="3083433"/>
                </a:lnTo>
                <a:lnTo>
                  <a:pt x="4089908" y="3085465"/>
                </a:lnTo>
                <a:lnTo>
                  <a:pt x="4090670" y="3089910"/>
                </a:lnTo>
                <a:lnTo>
                  <a:pt x="4096893" y="3135630"/>
                </a:lnTo>
                <a:lnTo>
                  <a:pt x="4109466" y="3133979"/>
                </a:lnTo>
                <a:close/>
              </a:path>
              <a:path w="4132579" h="4303395">
                <a:moveTo>
                  <a:pt x="4117340" y="3705606"/>
                </a:moveTo>
                <a:lnTo>
                  <a:pt x="4104767" y="3703574"/>
                </a:lnTo>
                <a:lnTo>
                  <a:pt x="4098798" y="3740150"/>
                </a:lnTo>
                <a:lnTo>
                  <a:pt x="4096131" y="3753358"/>
                </a:lnTo>
                <a:lnTo>
                  <a:pt x="4108704" y="3755898"/>
                </a:lnTo>
                <a:lnTo>
                  <a:pt x="4111371" y="3742182"/>
                </a:lnTo>
                <a:lnTo>
                  <a:pt x="4117340" y="3705606"/>
                </a:lnTo>
                <a:close/>
              </a:path>
              <a:path w="4132579" h="4303395">
                <a:moveTo>
                  <a:pt x="4119499" y="3222498"/>
                </a:moveTo>
                <a:lnTo>
                  <a:pt x="4117467" y="3201416"/>
                </a:lnTo>
                <a:lnTo>
                  <a:pt x="4114038" y="3171825"/>
                </a:lnTo>
                <a:lnTo>
                  <a:pt x="4101465" y="3173349"/>
                </a:lnTo>
                <a:lnTo>
                  <a:pt x="4104894" y="3202940"/>
                </a:lnTo>
                <a:lnTo>
                  <a:pt x="4106672" y="3222498"/>
                </a:lnTo>
                <a:lnTo>
                  <a:pt x="4106799" y="3223768"/>
                </a:lnTo>
                <a:lnTo>
                  <a:pt x="4119499" y="3222498"/>
                </a:lnTo>
                <a:close/>
              </a:path>
              <a:path w="4132579" h="4303395">
                <a:moveTo>
                  <a:pt x="4126738" y="3311271"/>
                </a:moveTo>
                <a:lnTo>
                  <a:pt x="4123118" y="3261487"/>
                </a:lnTo>
                <a:lnTo>
                  <a:pt x="4123055" y="3260598"/>
                </a:lnTo>
                <a:lnTo>
                  <a:pt x="4110355" y="3261487"/>
                </a:lnTo>
                <a:lnTo>
                  <a:pt x="4113961" y="3311271"/>
                </a:lnTo>
                <a:lnTo>
                  <a:pt x="4114038" y="3312160"/>
                </a:lnTo>
                <a:lnTo>
                  <a:pt x="4126738" y="3311271"/>
                </a:lnTo>
                <a:close/>
              </a:path>
              <a:path w="4132579" h="4303395">
                <a:moveTo>
                  <a:pt x="4127373" y="3616706"/>
                </a:moveTo>
                <a:lnTo>
                  <a:pt x="4114800" y="3615817"/>
                </a:lnTo>
                <a:lnTo>
                  <a:pt x="4114419" y="3621024"/>
                </a:lnTo>
                <a:lnTo>
                  <a:pt x="4112387" y="3642487"/>
                </a:lnTo>
                <a:lnTo>
                  <a:pt x="4110228" y="3663061"/>
                </a:lnTo>
                <a:lnTo>
                  <a:pt x="4109847" y="3665982"/>
                </a:lnTo>
                <a:lnTo>
                  <a:pt x="4122420" y="3667633"/>
                </a:lnTo>
                <a:lnTo>
                  <a:pt x="4122801" y="3664331"/>
                </a:lnTo>
                <a:lnTo>
                  <a:pt x="4125087" y="3643630"/>
                </a:lnTo>
                <a:lnTo>
                  <a:pt x="4126992" y="3621913"/>
                </a:lnTo>
                <a:lnTo>
                  <a:pt x="4127373" y="3616706"/>
                </a:lnTo>
                <a:close/>
              </a:path>
              <a:path w="4132579" h="4303395">
                <a:moveTo>
                  <a:pt x="4130929" y="3400298"/>
                </a:moveTo>
                <a:lnTo>
                  <a:pt x="4130052" y="3370961"/>
                </a:lnTo>
                <a:lnTo>
                  <a:pt x="4130040" y="3370199"/>
                </a:lnTo>
                <a:lnTo>
                  <a:pt x="4128935" y="3350133"/>
                </a:lnTo>
                <a:lnTo>
                  <a:pt x="4128897" y="3349371"/>
                </a:lnTo>
                <a:lnTo>
                  <a:pt x="4116197" y="3350133"/>
                </a:lnTo>
                <a:lnTo>
                  <a:pt x="4117289" y="3370199"/>
                </a:lnTo>
                <a:lnTo>
                  <a:pt x="4117340" y="3370961"/>
                </a:lnTo>
                <a:lnTo>
                  <a:pt x="4118216" y="3400298"/>
                </a:lnTo>
                <a:lnTo>
                  <a:pt x="4118229" y="3400679"/>
                </a:lnTo>
                <a:lnTo>
                  <a:pt x="4130929" y="3400298"/>
                </a:lnTo>
                <a:close/>
              </a:path>
              <a:path w="4132579" h="4303395">
                <a:moveTo>
                  <a:pt x="4131818" y="3527552"/>
                </a:moveTo>
                <a:lnTo>
                  <a:pt x="4119118" y="3527552"/>
                </a:lnTo>
                <a:lnTo>
                  <a:pt x="4118356" y="3552190"/>
                </a:lnTo>
                <a:lnTo>
                  <a:pt x="4117340" y="3575812"/>
                </a:lnTo>
                <a:lnTo>
                  <a:pt x="4117213" y="3577844"/>
                </a:lnTo>
                <a:lnTo>
                  <a:pt x="4129913" y="3578606"/>
                </a:lnTo>
                <a:lnTo>
                  <a:pt x="4130040" y="3576320"/>
                </a:lnTo>
                <a:lnTo>
                  <a:pt x="4131056" y="3552571"/>
                </a:lnTo>
                <a:lnTo>
                  <a:pt x="4131818" y="3528060"/>
                </a:lnTo>
                <a:lnTo>
                  <a:pt x="4131818" y="3527552"/>
                </a:lnTo>
                <a:close/>
              </a:path>
              <a:path w="4132579" h="4303395">
                <a:moveTo>
                  <a:pt x="4132326" y="3477260"/>
                </a:moveTo>
                <a:lnTo>
                  <a:pt x="4131945" y="3438652"/>
                </a:lnTo>
                <a:lnTo>
                  <a:pt x="4119245" y="3438652"/>
                </a:lnTo>
                <a:lnTo>
                  <a:pt x="4119613" y="3477260"/>
                </a:lnTo>
                <a:lnTo>
                  <a:pt x="4119626" y="3489452"/>
                </a:lnTo>
                <a:lnTo>
                  <a:pt x="4132326" y="3489452"/>
                </a:lnTo>
                <a:lnTo>
                  <a:pt x="4132326" y="3477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4F72B-EA35-C581-CE24-ECD3723CC4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Truy</a:t>
            </a:r>
            <a:r>
              <a:rPr spc="-90" dirty="0"/>
              <a:t> </a:t>
            </a:r>
            <a:r>
              <a:rPr dirty="0"/>
              <a:t>vấn</a:t>
            </a:r>
            <a:r>
              <a:rPr spc="-75" dirty="0"/>
              <a:t> </a:t>
            </a:r>
            <a:r>
              <a:rPr dirty="0"/>
              <a:t>lồng</a:t>
            </a:r>
            <a:r>
              <a:rPr spc="-90" dirty="0"/>
              <a:t> </a:t>
            </a:r>
            <a:r>
              <a:rPr dirty="0"/>
              <a:t>tương</a:t>
            </a:r>
            <a:r>
              <a:rPr spc="-100" dirty="0"/>
              <a:t> </a:t>
            </a:r>
            <a:r>
              <a:rPr dirty="0"/>
              <a:t>quan</a:t>
            </a:r>
            <a:r>
              <a:rPr spc="-70" dirty="0"/>
              <a:t> </a:t>
            </a:r>
            <a:r>
              <a:rPr spc="-25" dirty="0"/>
              <a:t>(4)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899"/>
            <a:ext cx="3975100" cy="5220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4965" marR="324485" indent="-342265">
              <a:lnSpc>
                <a:spcPct val="118500"/>
              </a:lnSpc>
              <a:spcBef>
                <a:spcPts val="135"/>
              </a:spcBef>
              <a:buFont typeface="Wingdings"/>
              <a:buChar char=""/>
              <a:tabLst>
                <a:tab pos="469900" algn="l"/>
              </a:tabLst>
            </a:pPr>
            <a:r>
              <a:rPr sz="2400" dirty="0">
                <a:latin typeface="Arial"/>
                <a:cs typeface="Arial"/>
              </a:rPr>
              <a:t>Biểu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diễn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bằng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EXISTS. 	</a:t>
            </a:r>
            <a:r>
              <a:rPr sz="2000" dirty="0">
                <a:latin typeface="Arial"/>
                <a:cs typeface="Arial"/>
              </a:rPr>
              <a:t>SELECT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R1.A,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R1.B,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R1.C 	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R1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</a:t>
            </a:r>
            <a:endParaRPr sz="2000">
              <a:latin typeface="Arial"/>
              <a:cs typeface="Arial"/>
            </a:endParaRPr>
          </a:p>
          <a:p>
            <a:pPr marL="67881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678815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889000" marR="603885" indent="-210820">
              <a:lnSpc>
                <a:spcPct val="120000"/>
              </a:lnSpc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 </a:t>
            </a:r>
            <a:r>
              <a:rPr sz="2000" dirty="0">
                <a:latin typeface="Arial"/>
                <a:cs typeface="Arial"/>
              </a:rPr>
              <a:t>SELECT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8890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R2</a:t>
            </a:r>
            <a:endParaRPr sz="2000">
              <a:latin typeface="Arial"/>
              <a:cs typeface="Arial"/>
            </a:endParaRPr>
          </a:p>
          <a:p>
            <a:pPr marL="8890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R2.D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S.D</a:t>
            </a:r>
            <a:r>
              <a:rPr sz="2000" spc="-25" dirty="0">
                <a:latin typeface="Arial"/>
                <a:cs typeface="Arial"/>
              </a:rPr>
              <a:t> AND</a:t>
            </a:r>
            <a:endParaRPr sz="2000">
              <a:latin typeface="Arial"/>
              <a:cs typeface="Arial"/>
            </a:endParaRPr>
          </a:p>
          <a:p>
            <a:pPr marL="1936114" marR="5080">
              <a:lnSpc>
                <a:spcPct val="120000"/>
              </a:lnSpc>
            </a:pPr>
            <a:r>
              <a:rPr sz="2000" dirty="0">
                <a:latin typeface="Arial"/>
                <a:cs typeface="Arial"/>
              </a:rPr>
              <a:t>R2.E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S.E</a:t>
            </a:r>
            <a:r>
              <a:rPr sz="2000" spc="-25" dirty="0">
                <a:latin typeface="Arial"/>
                <a:cs typeface="Arial"/>
              </a:rPr>
              <a:t> AND </a:t>
            </a:r>
            <a:r>
              <a:rPr sz="2000" dirty="0">
                <a:latin typeface="Arial"/>
                <a:cs typeface="Arial"/>
              </a:rPr>
              <a:t>R2.A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R1.A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R2.B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R1.B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dirty="0">
                <a:latin typeface="Arial"/>
                <a:cs typeface="Arial"/>
              </a:rPr>
              <a:t>R2.C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R1.C))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1019302"/>
            <a:ext cx="3949700" cy="494093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marR="332105" indent="-343535">
              <a:lnSpc>
                <a:spcPct val="8010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i="1" spc="-20" dirty="0">
                <a:latin typeface="Arial"/>
                <a:cs typeface="Arial"/>
              </a:rPr>
              <a:t>tham </a:t>
            </a:r>
            <a:r>
              <a:rPr sz="2400" i="1" dirty="0">
                <a:latin typeface="Arial"/>
                <a:cs typeface="Arial"/>
              </a:rPr>
              <a:t>gia</a:t>
            </a:r>
            <a:r>
              <a:rPr sz="2400" i="1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tất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cả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do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lý.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NHANVIEN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NV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not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</a:t>
            </a:r>
            <a:endParaRPr sz="2000">
              <a:latin typeface="Arial"/>
              <a:cs typeface="Arial"/>
            </a:endParaRPr>
          </a:p>
          <a:p>
            <a:pPr marL="67881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50" dirty="0">
                <a:latin typeface="Arial"/>
                <a:cs typeface="Arial"/>
              </a:rPr>
              <a:t> *</a:t>
            </a:r>
            <a:endParaRPr sz="2000">
              <a:latin typeface="Arial"/>
              <a:cs typeface="Arial"/>
            </a:endParaRPr>
          </a:p>
          <a:p>
            <a:pPr marL="67881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DA</a:t>
            </a:r>
            <a:endParaRPr sz="2000">
              <a:latin typeface="Arial"/>
              <a:cs typeface="Arial"/>
            </a:endParaRPr>
          </a:p>
          <a:p>
            <a:pPr marL="67881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DA.Phong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5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67881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not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(</a:t>
            </a:r>
            <a:endParaRPr sz="2000">
              <a:latin typeface="Arial"/>
              <a:cs typeface="Arial"/>
            </a:endParaRPr>
          </a:p>
          <a:p>
            <a:pPr marL="8890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*</a:t>
            </a:r>
            <a:endParaRPr sz="2000">
              <a:latin typeface="Arial"/>
              <a:cs typeface="Arial"/>
            </a:endParaRPr>
          </a:p>
          <a:p>
            <a:pPr marL="889000" marR="55816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THAMGIA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TG </a:t>
            </a:r>
            <a:r>
              <a:rPr sz="2000" dirty="0">
                <a:latin typeface="Arial"/>
                <a:cs typeface="Arial"/>
              </a:rPr>
              <a:t>where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TG.MaNV</a:t>
            </a:r>
            <a:r>
              <a:rPr sz="2000" spc="-50" dirty="0">
                <a:latin typeface="Arial"/>
                <a:cs typeface="Arial"/>
              </a:rPr>
              <a:t> =</a:t>
            </a:r>
            <a:endParaRPr sz="2000">
              <a:latin typeface="Arial"/>
              <a:cs typeface="Arial"/>
            </a:endParaRPr>
          </a:p>
          <a:p>
            <a:pPr marL="2635885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NV.MaNV</a:t>
            </a:r>
            <a:endParaRPr sz="2000">
              <a:latin typeface="Arial"/>
              <a:cs typeface="Arial"/>
            </a:endParaRPr>
          </a:p>
          <a:p>
            <a:pPr marL="8890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and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TG.MaDA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=</a:t>
            </a:r>
            <a:endParaRPr sz="2000">
              <a:latin typeface="Arial"/>
              <a:cs typeface="Arial"/>
            </a:endParaRPr>
          </a:p>
          <a:p>
            <a:pPr marL="2635885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DA.MaDA))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EE57C-D5A3-199C-D48E-43C3261B58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5" dirty="0"/>
              <a:t> </a:t>
            </a:r>
            <a:r>
              <a:rPr dirty="0"/>
              <a:t>kết</a:t>
            </a:r>
            <a:r>
              <a:rPr spc="-60" dirty="0"/>
              <a:t> </a:t>
            </a:r>
            <a:r>
              <a:rPr dirty="0"/>
              <a:t>trong</a:t>
            </a:r>
            <a:r>
              <a:rPr spc="-65" dirty="0"/>
              <a:t> </a:t>
            </a:r>
            <a:r>
              <a:rPr spc="-25" dirty="0"/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02468"/>
            <a:ext cx="6853555" cy="36887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JOIN,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INNER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JOIN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Dùng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bảng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mệnh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FROM.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SELECT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&lt;dstt&gt;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FROM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(&lt;bảng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1&gt;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JOIN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&lt;bảng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2&gt;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&lt;đkk&gt;)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phép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mở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rộng: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LEFT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OUTER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JOIN,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LEFT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RIGHT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OUTER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JOIN,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RIGHT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FULL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OUTER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JOIN,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02D12-3487-0165-DED2-513EF8C9B9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55878"/>
            <a:ext cx="3977004" cy="30689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0" marR="5080" indent="-342900">
              <a:lnSpc>
                <a:spcPct val="99200"/>
              </a:lnSpc>
              <a:spcBef>
                <a:spcPts val="12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viên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‘Nghiên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cứu’. </a:t>
            </a:r>
            <a:r>
              <a:rPr sz="2000" dirty="0">
                <a:latin typeface="Arial"/>
                <a:cs typeface="Arial"/>
              </a:rPr>
              <a:t>select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NV.Ho,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NV.Dem,</a:t>
            </a:r>
            <a:endParaRPr sz="2000">
              <a:latin typeface="Arial"/>
              <a:cs typeface="Arial"/>
            </a:endParaRPr>
          </a:p>
          <a:p>
            <a:pPr marL="1238250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latin typeface="Arial"/>
                <a:cs typeface="Arial"/>
              </a:rPr>
              <a:t>NV.Ten</a:t>
            </a:r>
            <a:endParaRPr sz="2000">
              <a:latin typeface="Arial"/>
              <a:cs typeface="Arial"/>
            </a:endParaRPr>
          </a:p>
          <a:p>
            <a:pPr marR="292735" algn="r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from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(NHANVIEN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NV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join</a:t>
            </a:r>
            <a:endParaRPr sz="2000">
              <a:latin typeface="Arial"/>
              <a:cs typeface="Arial"/>
            </a:endParaRPr>
          </a:p>
          <a:p>
            <a:pPr marR="243204" algn="r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PHONGBAN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PB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  <a:p>
            <a:pPr marL="1936114" marR="696595">
              <a:lnSpc>
                <a:spcPct val="11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NV.MaPB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= </a:t>
            </a:r>
            <a:r>
              <a:rPr sz="2000" spc="-10" dirty="0">
                <a:latin typeface="Arial"/>
                <a:cs typeface="Arial"/>
              </a:rPr>
              <a:t>PB.MaPB)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"/>
                <a:cs typeface="Arial"/>
              </a:rPr>
              <a:t>where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PB.Ten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‘Nghiên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cứu’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244475" indent="-343535">
              <a:lnSpc>
                <a:spcPts val="2590"/>
              </a:lnSpc>
              <a:spcBef>
                <a:spcPts val="42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Các</a:t>
            </a:r>
            <a:r>
              <a:rPr spc="-40" dirty="0"/>
              <a:t> </a:t>
            </a:r>
            <a:r>
              <a:rPr dirty="0"/>
              <a:t>phép</a:t>
            </a:r>
            <a:r>
              <a:rPr spc="-35" dirty="0"/>
              <a:t> </a:t>
            </a:r>
            <a:r>
              <a:rPr dirty="0"/>
              <a:t>kết</a:t>
            </a:r>
            <a:r>
              <a:rPr spc="-35" dirty="0"/>
              <a:t> </a:t>
            </a:r>
            <a:r>
              <a:rPr dirty="0"/>
              <a:t>có</a:t>
            </a:r>
            <a:r>
              <a:rPr spc="-40" dirty="0"/>
              <a:t> </a:t>
            </a:r>
            <a:r>
              <a:rPr dirty="0"/>
              <a:t>thể</a:t>
            </a:r>
            <a:r>
              <a:rPr spc="-45" dirty="0"/>
              <a:t> </a:t>
            </a:r>
            <a:r>
              <a:rPr spc="-20" dirty="0"/>
              <a:t>lồng nhau</a:t>
            </a:r>
          </a:p>
          <a:p>
            <a:pPr marL="469900">
              <a:lnSpc>
                <a:spcPct val="100000"/>
              </a:lnSpc>
              <a:spcBef>
                <a:spcPts val="210"/>
              </a:spcBef>
            </a:pPr>
            <a:r>
              <a:rPr sz="2000" dirty="0"/>
              <a:t>select</a:t>
            </a:r>
            <a:r>
              <a:rPr sz="2000" spc="-45" dirty="0"/>
              <a:t> </a:t>
            </a:r>
            <a:r>
              <a:rPr sz="2000" dirty="0"/>
              <a:t>DA.MaDA,</a:t>
            </a:r>
            <a:r>
              <a:rPr sz="2000" spc="-25" dirty="0"/>
              <a:t> </a:t>
            </a:r>
            <a:r>
              <a:rPr sz="2000" spc="-10" dirty="0"/>
              <a:t>PB.MaPB,</a:t>
            </a:r>
            <a:endParaRPr sz="2000"/>
          </a:p>
          <a:p>
            <a:pPr marL="1238250">
              <a:lnSpc>
                <a:spcPct val="100000"/>
              </a:lnSpc>
              <a:spcBef>
                <a:spcPts val="240"/>
              </a:spcBef>
            </a:pPr>
            <a:r>
              <a:rPr sz="2000" spc="-10" dirty="0"/>
              <a:t>NV.Ten</a:t>
            </a:r>
            <a:endParaRPr sz="2000"/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2000" dirty="0"/>
              <a:t>from</a:t>
            </a:r>
            <a:r>
              <a:rPr sz="2000" spc="-50" dirty="0"/>
              <a:t> </a:t>
            </a:r>
            <a:r>
              <a:rPr sz="2000" dirty="0"/>
              <a:t>((DUAN</a:t>
            </a:r>
            <a:r>
              <a:rPr sz="2000" spc="-50" dirty="0"/>
              <a:t> </a:t>
            </a:r>
            <a:r>
              <a:rPr sz="2000" dirty="0"/>
              <a:t>as</a:t>
            </a:r>
            <a:r>
              <a:rPr sz="2000" spc="-35" dirty="0"/>
              <a:t> </a:t>
            </a:r>
            <a:r>
              <a:rPr sz="2000" dirty="0"/>
              <a:t>DA</a:t>
            </a:r>
            <a:r>
              <a:rPr sz="2000" spc="-15" dirty="0"/>
              <a:t> </a:t>
            </a:r>
            <a:r>
              <a:rPr sz="2000" spc="-20" dirty="0"/>
              <a:t>join</a:t>
            </a:r>
            <a:endParaRPr sz="2000"/>
          </a:p>
          <a:p>
            <a:pPr marL="1238250">
              <a:lnSpc>
                <a:spcPct val="100000"/>
              </a:lnSpc>
              <a:spcBef>
                <a:spcPts val="240"/>
              </a:spcBef>
            </a:pPr>
            <a:r>
              <a:rPr sz="2000" dirty="0"/>
              <a:t>PHONGBAN</a:t>
            </a:r>
            <a:r>
              <a:rPr sz="2000" spc="-35" dirty="0"/>
              <a:t> </a:t>
            </a:r>
            <a:r>
              <a:rPr sz="2000" dirty="0"/>
              <a:t>as</a:t>
            </a:r>
            <a:r>
              <a:rPr sz="2000" spc="-25" dirty="0"/>
              <a:t> PB</a:t>
            </a:r>
            <a:endParaRPr sz="2000"/>
          </a:p>
          <a:p>
            <a:pPr marL="1586865" marR="1001394" indent="-349250">
              <a:lnSpc>
                <a:spcPct val="110000"/>
              </a:lnSpc>
              <a:spcBef>
                <a:spcPts val="5"/>
              </a:spcBef>
            </a:pPr>
            <a:r>
              <a:rPr sz="2000" dirty="0"/>
              <a:t>on</a:t>
            </a:r>
            <a:r>
              <a:rPr sz="2000" spc="-30" dirty="0"/>
              <a:t> </a:t>
            </a:r>
            <a:r>
              <a:rPr sz="2000" dirty="0"/>
              <a:t>DA.Phong</a:t>
            </a:r>
            <a:r>
              <a:rPr sz="2000" spc="-10" dirty="0"/>
              <a:t> </a:t>
            </a:r>
            <a:r>
              <a:rPr sz="2000" spc="-60" dirty="0"/>
              <a:t>= </a:t>
            </a:r>
            <a:r>
              <a:rPr sz="2000" spc="-10" dirty="0"/>
              <a:t>PB.Maso)</a:t>
            </a:r>
            <a:endParaRPr sz="2000"/>
          </a:p>
          <a:p>
            <a:pPr marL="1586865" marR="5080" indent="-349250">
              <a:lnSpc>
                <a:spcPts val="2640"/>
              </a:lnSpc>
              <a:spcBef>
                <a:spcPts val="125"/>
              </a:spcBef>
            </a:pPr>
            <a:r>
              <a:rPr sz="2000" dirty="0"/>
              <a:t>join</a:t>
            </a:r>
            <a:r>
              <a:rPr sz="2000" spc="-60" dirty="0"/>
              <a:t> </a:t>
            </a:r>
            <a:r>
              <a:rPr sz="2000" dirty="0"/>
              <a:t>NHANVIEN</a:t>
            </a:r>
            <a:r>
              <a:rPr sz="2000" spc="-50" dirty="0"/>
              <a:t> </a:t>
            </a:r>
            <a:r>
              <a:rPr sz="2000" spc="-25" dirty="0"/>
              <a:t>on </a:t>
            </a:r>
            <a:r>
              <a:rPr sz="2000" dirty="0"/>
              <a:t>MaNQL</a:t>
            </a:r>
            <a:r>
              <a:rPr sz="2000" spc="-30" dirty="0"/>
              <a:t> </a:t>
            </a:r>
            <a:r>
              <a:rPr sz="2000" dirty="0"/>
              <a:t>=</a:t>
            </a:r>
            <a:r>
              <a:rPr sz="2000" spc="-15" dirty="0"/>
              <a:t> </a:t>
            </a:r>
            <a:r>
              <a:rPr sz="2000" spc="-10" dirty="0"/>
              <a:t>NV.MaNV)</a:t>
            </a:r>
            <a:endParaRPr sz="2000"/>
          </a:p>
          <a:p>
            <a:pPr marL="469900">
              <a:lnSpc>
                <a:spcPct val="100000"/>
              </a:lnSpc>
              <a:spcBef>
                <a:spcPts val="114"/>
              </a:spcBef>
            </a:pPr>
            <a:r>
              <a:rPr sz="2000" dirty="0"/>
              <a:t>where</a:t>
            </a:r>
            <a:r>
              <a:rPr sz="2000" spc="-60" dirty="0"/>
              <a:t> </a:t>
            </a:r>
            <a:r>
              <a:rPr sz="2000" dirty="0"/>
              <a:t>Diadiem</a:t>
            </a:r>
            <a:r>
              <a:rPr sz="2000" spc="-45" dirty="0"/>
              <a:t> </a:t>
            </a:r>
            <a:r>
              <a:rPr sz="2000" dirty="0"/>
              <a:t>=</a:t>
            </a:r>
            <a:r>
              <a:rPr sz="2000" spc="-45" dirty="0"/>
              <a:t> </a:t>
            </a:r>
            <a:r>
              <a:rPr sz="2000" spc="-10" dirty="0"/>
              <a:t>‘TpHCM’</a:t>
            </a:r>
            <a:endParaRPr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8D5B8-BCE0-2BD3-CACC-5DD53F5C3F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3694</Words>
  <Application>Microsoft Office PowerPoint</Application>
  <PresentationFormat>On-screen Show (4:3)</PresentationFormat>
  <Paragraphs>888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Aptos</vt:lpstr>
      <vt:lpstr>Arial</vt:lpstr>
      <vt:lpstr>Symbol</vt:lpstr>
      <vt:lpstr>Times New Roman</vt:lpstr>
      <vt:lpstr>Verdana</vt:lpstr>
      <vt:lpstr>Wingdings</vt:lpstr>
      <vt:lpstr>Office Theme</vt:lpstr>
      <vt:lpstr>PowerPoint Presentation</vt:lpstr>
      <vt:lpstr>Nội dung trình bày</vt:lpstr>
      <vt:lpstr>Giới thiệu</vt:lpstr>
      <vt:lpstr>Định nghĩa dữ liệu</vt:lpstr>
      <vt:lpstr>Kiểu dữ liệu (1)</vt:lpstr>
      <vt:lpstr>Kiểu dữ liệu (2)</vt:lpstr>
      <vt:lpstr>Tạo và hủy CSDL</vt:lpstr>
      <vt:lpstr>Tạo bảng (1)</vt:lpstr>
      <vt:lpstr>Tạo bảng (2)</vt:lpstr>
      <vt:lpstr>Tạo bảng (3)</vt:lpstr>
      <vt:lpstr>Xóa bảng</vt:lpstr>
      <vt:lpstr>Sửa bảng (1)</vt:lpstr>
      <vt:lpstr>Sửa bảng (2)</vt:lpstr>
      <vt:lpstr>Tạo và xóa miền giá trị</vt:lpstr>
      <vt:lpstr>Cập nhật dữ liệu (1)</vt:lpstr>
      <vt:lpstr>Cập nhật dữ liệu (2)</vt:lpstr>
      <vt:lpstr>Cập nhật dữ liệu (3)</vt:lpstr>
      <vt:lpstr>Cập nhật dữ liệu (4)</vt:lpstr>
      <vt:lpstr>Truy vấn dữ liệu</vt:lpstr>
      <vt:lpstr>Phép toán quan hệ</vt:lpstr>
      <vt:lpstr>Ví dụ</vt:lpstr>
      <vt:lpstr>Phép toán tập hợp</vt:lpstr>
      <vt:lpstr>Đặt tên</vt:lpstr>
      <vt:lpstr>Phép toán số học</vt:lpstr>
      <vt:lpstr>Phép toán so sánh và luận lý</vt:lpstr>
      <vt:lpstr>Phép toán so sánh chuỗi</vt:lpstr>
      <vt:lpstr>Khử các dòng giống nhau</vt:lpstr>
      <vt:lpstr>Các hàm tập hợp</vt:lpstr>
      <vt:lpstr>Gom nhóm các bộ</vt:lpstr>
      <vt:lpstr>Ví dụ</vt:lpstr>
      <vt:lpstr>Ví dụ</vt:lpstr>
      <vt:lpstr>Gom nhóm các bộ (4)</vt:lpstr>
      <vt:lpstr>Sắp xếp kết quả</vt:lpstr>
      <vt:lpstr>Ví dụ</vt:lpstr>
      <vt:lpstr>So sánh với NULL</vt:lpstr>
      <vt:lpstr>Logic 3 chân trị</vt:lpstr>
      <vt:lpstr>Truy vấn lồng</vt:lpstr>
      <vt:lpstr>So sánh tập hợp (1)</vt:lpstr>
      <vt:lpstr>Ví dụ</vt:lpstr>
      <vt:lpstr>Ví dụ</vt:lpstr>
      <vt:lpstr>Truy vấn lồng phân cấp (1)</vt:lpstr>
      <vt:lpstr>Truy vấn lồng phân cấp (2)</vt:lpstr>
      <vt:lpstr>Truy vấn lồng tương quan (1)</vt:lpstr>
      <vt:lpstr>Truy vấn lồng tương quan (2)</vt:lpstr>
      <vt:lpstr>Truy vấn lồng tương quan (3)</vt:lpstr>
      <vt:lpstr>Truy vấn lồng tương quan (4)</vt:lpstr>
      <vt:lpstr>Phép kết trong SQL</vt:lpstr>
      <vt:lpstr>Ví dụ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Ngôn ngữ truy vấn SQL</dc:title>
  <dc:creator>Dũng Hà Thanh</dc:creator>
  <cp:lastModifiedBy>Nguyễn Thanh Tiến</cp:lastModifiedBy>
  <cp:revision>1</cp:revision>
  <dcterms:created xsi:type="dcterms:W3CDTF">2025-04-29T05:31:17Z</dcterms:created>
  <dcterms:modified xsi:type="dcterms:W3CDTF">2025-05-13T01:59:15Z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2025-04-29T00:00:00Z</vt:filetime>
  </property>
  <property fmtid="{D5CDD505-2E9C-101B-9397-08002B2CF9AE}" pid="5" name="Producer">
    <vt:lpwstr>3-Heights(TM) PDF Security Shell 4.8.25.2 (http://www.pdf-tools.com)</vt:lpwstr>
  </property>
</Properties>
</file>