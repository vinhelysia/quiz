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3D506-122D-4771-933D-45FB528FF953}" v="3" dt="2025-04-29T09:50:51.42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930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ễn Thanh Tiến" userId="9b39352b4acef877" providerId="LiveId" clId="{11B3D506-122D-4771-933D-45FB528FF953}"/>
    <pc:docChg chg="undo custSel modSld">
      <pc:chgData name="Nguyễn Thanh Tiến" userId="9b39352b4acef877" providerId="LiveId" clId="{11B3D506-122D-4771-933D-45FB528FF953}" dt="2025-04-29T09:52:43.237" v="30" actId="14100"/>
      <pc:docMkLst>
        <pc:docMk/>
      </pc:docMkLst>
      <pc:sldChg chg="modSp mod">
        <pc:chgData name="Nguyễn Thanh Tiến" userId="9b39352b4acef877" providerId="LiveId" clId="{11B3D506-122D-4771-933D-45FB528FF953}" dt="2025-04-29T09:48:23.159" v="7" actId="14100"/>
        <pc:sldMkLst>
          <pc:docMk/>
          <pc:sldMk cId="0" sldId="278"/>
        </pc:sldMkLst>
        <pc:spChg chg="mod">
          <ac:chgData name="Nguyễn Thanh Tiến" userId="9b39352b4acef877" providerId="LiveId" clId="{11B3D506-122D-4771-933D-45FB528FF953}" dt="2025-04-29T09:48:10.423" v="6" actId="1076"/>
          <ac:spMkLst>
            <pc:docMk/>
            <pc:sldMk cId="0" sldId="278"/>
            <ac:spMk id="55" creationId="{00000000-0000-0000-0000-000000000000}"/>
          </ac:spMkLst>
        </pc:spChg>
        <pc:spChg chg="mod">
          <ac:chgData name="Nguyễn Thanh Tiến" userId="9b39352b4acef877" providerId="LiveId" clId="{11B3D506-122D-4771-933D-45FB528FF953}" dt="2025-04-29T09:48:23.159" v="7" actId="14100"/>
          <ac:spMkLst>
            <pc:docMk/>
            <pc:sldMk cId="0" sldId="278"/>
            <ac:spMk id="56" creationId="{00000000-0000-0000-0000-000000000000}"/>
          </ac:spMkLst>
        </pc:spChg>
      </pc:sldChg>
      <pc:sldChg chg="addSp delSp modSp mod">
        <pc:chgData name="Nguyễn Thanh Tiến" userId="9b39352b4acef877" providerId="LiveId" clId="{11B3D506-122D-4771-933D-45FB528FF953}" dt="2025-04-29T09:51:23.600" v="21" actId="1076"/>
        <pc:sldMkLst>
          <pc:docMk/>
          <pc:sldMk cId="0" sldId="279"/>
        </pc:sldMkLst>
        <pc:spChg chg="mod topLvl">
          <ac:chgData name="Nguyễn Thanh Tiến" userId="9b39352b4acef877" providerId="LiveId" clId="{11B3D506-122D-4771-933D-45FB528FF953}" dt="2025-04-29T09:47:29.854" v="5" actId="1076"/>
          <ac:spMkLst>
            <pc:docMk/>
            <pc:sldMk cId="0" sldId="279"/>
            <ac:spMk id="20" creationId="{00000000-0000-0000-0000-000000000000}"/>
          </ac:spMkLst>
        </pc:spChg>
        <pc:spChg chg="add del mod topLvl">
          <ac:chgData name="Nguyễn Thanh Tiến" userId="9b39352b4acef877" providerId="LiveId" clId="{11B3D506-122D-4771-933D-45FB528FF953}" dt="2025-04-29T09:50:44.671" v="12" actId="478"/>
          <ac:spMkLst>
            <pc:docMk/>
            <pc:sldMk cId="0" sldId="279"/>
            <ac:spMk id="21" creationId="{00000000-0000-0000-0000-000000000000}"/>
          </ac:spMkLst>
        </pc:spChg>
        <pc:spChg chg="mod">
          <ac:chgData name="Nguyễn Thanh Tiến" userId="9b39352b4acef877" providerId="LiveId" clId="{11B3D506-122D-4771-933D-45FB528FF953}" dt="2025-04-29T09:48:50.409" v="8" actId="14100"/>
          <ac:spMkLst>
            <pc:docMk/>
            <pc:sldMk cId="0" sldId="279"/>
            <ac:spMk id="29" creationId="{00000000-0000-0000-0000-000000000000}"/>
          </ac:spMkLst>
        </pc:spChg>
        <pc:spChg chg="add mod">
          <ac:chgData name="Nguyễn Thanh Tiến" userId="9b39352b4acef877" providerId="LiveId" clId="{11B3D506-122D-4771-933D-45FB528FF953}" dt="2025-04-29T09:51:23.600" v="21" actId="1076"/>
          <ac:spMkLst>
            <pc:docMk/>
            <pc:sldMk cId="0" sldId="279"/>
            <ac:spMk id="31" creationId="{54113BBC-4380-0ECB-D839-13759C8A09E7}"/>
          </ac:spMkLst>
        </pc:spChg>
        <pc:grpChg chg="del mod">
          <ac:chgData name="Nguyễn Thanh Tiến" userId="9b39352b4acef877" providerId="LiveId" clId="{11B3D506-122D-4771-933D-45FB528FF953}" dt="2025-04-29T09:47:13.916" v="4" actId="165"/>
          <ac:grpSpMkLst>
            <pc:docMk/>
            <pc:sldMk cId="0" sldId="279"/>
            <ac:grpSpMk id="19" creationId="{00000000-0000-0000-0000-000000000000}"/>
          </ac:grpSpMkLst>
        </pc:grpChg>
      </pc:sldChg>
      <pc:sldChg chg="modSp mod">
        <pc:chgData name="Nguyễn Thanh Tiến" userId="9b39352b4acef877" providerId="LiveId" clId="{11B3D506-122D-4771-933D-45FB528FF953}" dt="2025-04-29T09:52:17.851" v="28" actId="14100"/>
        <pc:sldMkLst>
          <pc:docMk/>
          <pc:sldMk cId="0" sldId="281"/>
        </pc:sldMkLst>
        <pc:spChg chg="mod">
          <ac:chgData name="Nguyễn Thanh Tiến" userId="9b39352b4acef877" providerId="LiveId" clId="{11B3D506-122D-4771-933D-45FB528FF953}" dt="2025-04-29T09:52:06.173" v="26" actId="14100"/>
          <ac:spMkLst>
            <pc:docMk/>
            <pc:sldMk cId="0" sldId="281"/>
            <ac:spMk id="29" creationId="{00000000-0000-0000-0000-000000000000}"/>
          </ac:spMkLst>
        </pc:spChg>
        <pc:spChg chg="mod">
          <ac:chgData name="Nguyễn Thanh Tiến" userId="9b39352b4acef877" providerId="LiveId" clId="{11B3D506-122D-4771-933D-45FB528FF953}" dt="2025-04-29T09:52:14.592" v="27" actId="14100"/>
          <ac:spMkLst>
            <pc:docMk/>
            <pc:sldMk cId="0" sldId="281"/>
            <ac:spMk id="34" creationId="{00000000-0000-0000-0000-000000000000}"/>
          </ac:spMkLst>
        </pc:spChg>
        <pc:spChg chg="mod">
          <ac:chgData name="Nguyễn Thanh Tiến" userId="9b39352b4acef877" providerId="LiveId" clId="{11B3D506-122D-4771-933D-45FB528FF953}" dt="2025-04-29T09:52:17.851" v="28" actId="14100"/>
          <ac:spMkLst>
            <pc:docMk/>
            <pc:sldMk cId="0" sldId="281"/>
            <ac:spMk id="35" creationId="{00000000-0000-0000-0000-000000000000}"/>
          </ac:spMkLst>
        </pc:spChg>
        <pc:grpChg chg="mod">
          <ac:chgData name="Nguyễn Thanh Tiến" userId="9b39352b4acef877" providerId="LiveId" clId="{11B3D506-122D-4771-933D-45FB528FF953}" dt="2025-04-29T09:51:47.774" v="22" actId="14100"/>
          <ac:grpSpMkLst>
            <pc:docMk/>
            <pc:sldMk cId="0" sldId="281"/>
            <ac:grpSpMk id="28" creationId="{00000000-0000-0000-0000-000000000000}"/>
          </ac:grpSpMkLst>
        </pc:grpChg>
      </pc:sldChg>
      <pc:sldChg chg="modSp mod">
        <pc:chgData name="Nguyễn Thanh Tiến" userId="9b39352b4acef877" providerId="LiveId" clId="{11B3D506-122D-4771-933D-45FB528FF953}" dt="2025-04-29T09:52:43.237" v="30" actId="14100"/>
        <pc:sldMkLst>
          <pc:docMk/>
          <pc:sldMk cId="0" sldId="283"/>
        </pc:sldMkLst>
        <pc:spChg chg="mod">
          <ac:chgData name="Nguyễn Thanh Tiến" userId="9b39352b4acef877" providerId="LiveId" clId="{11B3D506-122D-4771-933D-45FB528FF953}" dt="2025-04-29T09:52:43.237" v="30" actId="14100"/>
          <ac:spMkLst>
            <pc:docMk/>
            <pc:sldMk cId="0" sldId="283"/>
            <ac:spMk id="18" creationId="{00000000-0000-0000-0000-000000000000}"/>
          </ac:spMkLst>
        </pc:spChg>
        <pc:spChg chg="mod">
          <ac:chgData name="Nguyễn Thanh Tiến" userId="9b39352b4acef877" providerId="LiveId" clId="{11B3D506-122D-4771-933D-45FB528FF953}" dt="2025-04-29T09:52:37.382" v="29" actId="1076"/>
          <ac:spMkLst>
            <pc:docMk/>
            <pc:sldMk cId="0" sldId="283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AD2FD-F08C-40BC-AC1A-23055D25D8E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1B3B7-489B-4034-BA38-3D02955AD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8400D-F08C-4A90-930A-BE262C93F649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70D30-0EC2-4B37-8F8B-7387C942798F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8A0D-F44B-4B5D-ACBC-47C3B90437EA}" type="datetime1">
              <a:rPr lang="en-US" smtClean="0"/>
              <a:t>4/29/2025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3B397-D23F-42BD-AC89-C92A3B50481E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E66EA-240B-4D0C-912C-6261044E85B4}" type="datetime1">
              <a:rPr lang="en-US" smtClean="0"/>
              <a:t>4/29/2025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800" y="838200"/>
            <a:ext cx="8534400" cy="1905"/>
          </a:xfrm>
          <a:custGeom>
            <a:avLst/>
            <a:gdLst/>
            <a:ahLst/>
            <a:cxnLst/>
            <a:rect l="l" t="t" r="r" b="b"/>
            <a:pathLst>
              <a:path w="8534400" h="1905">
                <a:moveTo>
                  <a:pt x="0" y="0"/>
                </a:moveTo>
                <a:lnTo>
                  <a:pt x="8534400" y="1524"/>
                </a:lnTo>
              </a:path>
            </a:pathLst>
          </a:custGeom>
          <a:ln w="5724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5561" y="6325361"/>
            <a:ext cx="8534400" cy="1905"/>
          </a:xfrm>
          <a:custGeom>
            <a:avLst/>
            <a:gdLst/>
            <a:ahLst/>
            <a:cxnLst/>
            <a:rect l="l" t="t" r="r" b="b"/>
            <a:pathLst>
              <a:path w="8534400" h="1904">
                <a:moveTo>
                  <a:pt x="0" y="0"/>
                </a:moveTo>
                <a:lnTo>
                  <a:pt x="8534400" y="1523"/>
                </a:lnTo>
              </a:path>
            </a:pathLst>
          </a:custGeom>
          <a:ln w="2844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5815" y="100406"/>
            <a:ext cx="790955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5815" y="1089151"/>
            <a:ext cx="8401685" cy="4104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3E511-1B43-4816-A9CA-29C7953E472A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1219200"/>
            <a:ext cx="7772400" cy="4419600"/>
          </a:xfrm>
          <a:prstGeom prst="rect">
            <a:avLst/>
          </a:prstGeom>
          <a:ln w="57240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4580"/>
              </a:lnSpc>
            </a:pPr>
            <a:r>
              <a:rPr sz="4000" i="1" dirty="0">
                <a:latin typeface="Arial"/>
                <a:cs typeface="Arial"/>
              </a:rPr>
              <a:t>Lecture</a:t>
            </a:r>
            <a:r>
              <a:rPr sz="4000" i="1" spc="-150" dirty="0">
                <a:latin typeface="Arial"/>
                <a:cs typeface="Arial"/>
              </a:rPr>
              <a:t> </a:t>
            </a:r>
            <a:r>
              <a:rPr sz="4000" i="1" spc="-25" dirty="0">
                <a:latin typeface="Arial"/>
                <a:cs typeface="Arial"/>
              </a:rPr>
              <a:t>03</a:t>
            </a:r>
            <a:endParaRPr sz="400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4075"/>
              </a:spcBef>
            </a:pPr>
            <a:r>
              <a:rPr sz="4400" b="1" dirty="0">
                <a:latin typeface="Arial"/>
                <a:cs typeface="Arial"/>
              </a:rPr>
              <a:t>Mô </a:t>
            </a:r>
            <a:r>
              <a:rPr sz="4400" b="1" spc="-20" dirty="0">
                <a:latin typeface="Arial"/>
                <a:cs typeface="Arial"/>
              </a:rPr>
              <a:t>hình</a:t>
            </a:r>
            <a:endParaRPr sz="4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4400" b="1" dirty="0">
                <a:latin typeface="Arial"/>
                <a:cs typeface="Arial"/>
              </a:rPr>
              <a:t>dữ</a:t>
            </a:r>
            <a:r>
              <a:rPr sz="4400" b="1" spc="-1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liệu</a:t>
            </a:r>
            <a:r>
              <a:rPr sz="4400" b="1" spc="-1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quan</a:t>
            </a:r>
            <a:r>
              <a:rPr sz="4400" b="1" spc="-5" dirty="0">
                <a:latin typeface="Arial"/>
                <a:cs typeface="Arial"/>
              </a:rPr>
              <a:t> </a:t>
            </a:r>
            <a:r>
              <a:rPr sz="4400" b="1" spc="-25" dirty="0">
                <a:latin typeface="Arial"/>
                <a:cs typeface="Arial"/>
              </a:rPr>
              <a:t>hệ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F69B05-7847-3DEC-0D6B-D52672C168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Nội</a:t>
            </a:r>
            <a:r>
              <a:rPr spc="-90" dirty="0"/>
              <a:t> </a:t>
            </a:r>
            <a:r>
              <a:rPr dirty="0"/>
              <a:t>dung</a:t>
            </a:r>
            <a:r>
              <a:rPr spc="-70" dirty="0"/>
              <a:t> </a:t>
            </a:r>
            <a:r>
              <a:rPr dirty="0"/>
              <a:t>trình</a:t>
            </a:r>
            <a:r>
              <a:rPr spc="-75" dirty="0"/>
              <a:t> </a:t>
            </a:r>
            <a:r>
              <a:rPr spc="-25" dirty="0"/>
              <a:t>bày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8033"/>
            <a:ext cx="8261984" cy="228282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Các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khái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niệm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mô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hình.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Các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ràng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buộc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mô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hình.</a:t>
            </a:r>
            <a:endParaRPr sz="3200">
              <a:latin typeface="Arial"/>
              <a:cs typeface="Arial"/>
            </a:endParaRPr>
          </a:p>
          <a:p>
            <a:pPr marL="352425" marR="5080" indent="-340360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Thiết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kế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mô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hình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quan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hệ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từ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mô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hình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ER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và </a:t>
            </a:r>
            <a:r>
              <a:rPr sz="3200" dirty="0">
                <a:latin typeface="Arial"/>
                <a:cs typeface="Arial"/>
              </a:rPr>
              <a:t>ER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mở</a:t>
            </a:r>
            <a:r>
              <a:rPr sz="3200" spc="-10" dirty="0">
                <a:latin typeface="Arial"/>
                <a:cs typeface="Arial"/>
              </a:rPr>
              <a:t> rộng.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14A1F-FBD8-FC7F-529C-FC74FEE4EB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spc="-75" dirty="0"/>
              <a:t> </a:t>
            </a:r>
            <a:r>
              <a:rPr dirty="0"/>
              <a:t>khái</a:t>
            </a:r>
            <a:r>
              <a:rPr spc="-60" dirty="0"/>
              <a:t> </a:t>
            </a:r>
            <a:r>
              <a:rPr dirty="0"/>
              <a:t>niệm</a:t>
            </a:r>
            <a:r>
              <a:rPr spc="-60" dirty="0"/>
              <a:t> </a:t>
            </a:r>
            <a:r>
              <a:rPr dirty="0"/>
              <a:t>của</a:t>
            </a:r>
            <a:r>
              <a:rPr spc="-70" dirty="0"/>
              <a:t> </a:t>
            </a:r>
            <a:r>
              <a:rPr dirty="0"/>
              <a:t>mô</a:t>
            </a:r>
            <a:r>
              <a:rPr spc="-60" dirty="0"/>
              <a:t> </a:t>
            </a:r>
            <a:r>
              <a:rPr spc="-20" dirty="0"/>
              <a:t>hình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6855"/>
            <a:ext cx="8430260" cy="4941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Giới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thiệu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Dùng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CSDL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mức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logic.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cơ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sở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lý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thuyết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vững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chắc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lý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thuyết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hợp.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Sử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HQT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CSDL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thương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mại.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Nội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dung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tiết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Quan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(Relation).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Thuộc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(Attribute).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Miền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xác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(Domain).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Bộ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(Tuple).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Lược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(Relation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Schema).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Định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nghĩa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hình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thức.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đặc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trưng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ký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mô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hình.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6EE1D-558C-6F23-5B83-4A098EA026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Quan</a:t>
            </a:r>
            <a:r>
              <a:rPr spc="-105" dirty="0"/>
              <a:t> </a:t>
            </a:r>
            <a:r>
              <a:rPr spc="-25" dirty="0"/>
              <a:t>hệ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3723"/>
            <a:ext cx="7880984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Dữ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CSDL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tổ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chức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bảng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2 </a:t>
            </a:r>
            <a:r>
              <a:rPr sz="2400" dirty="0">
                <a:latin typeface="Arial"/>
                <a:cs typeface="Arial"/>
              </a:rPr>
              <a:t>chiều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(table).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Mỗi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bảng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gọi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hệ.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25091" y="3353561"/>
          <a:ext cx="6777353" cy="1840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9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Gioitinh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Tran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15/4/1971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 marR="31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Nguyen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Van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Binh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1/1/1970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 marR="31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Le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Quang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Cuong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31/12/1973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 marR="31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Nguyen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Thi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4/10/1972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 marR="31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22376" y="2447544"/>
            <a:ext cx="1450975" cy="643255"/>
          </a:xfrm>
          <a:custGeom>
            <a:avLst/>
            <a:gdLst/>
            <a:ahLst/>
            <a:cxnLst/>
            <a:rect l="l" t="t" r="r" b="b"/>
            <a:pathLst>
              <a:path w="1450975" h="643255">
                <a:moveTo>
                  <a:pt x="0" y="107187"/>
                </a:moveTo>
                <a:lnTo>
                  <a:pt x="8423" y="65472"/>
                </a:lnTo>
                <a:lnTo>
                  <a:pt x="31395" y="31400"/>
                </a:lnTo>
                <a:lnTo>
                  <a:pt x="65467" y="8425"/>
                </a:lnTo>
                <a:lnTo>
                  <a:pt x="107187" y="0"/>
                </a:lnTo>
                <a:lnTo>
                  <a:pt x="1343660" y="0"/>
                </a:lnTo>
                <a:lnTo>
                  <a:pt x="1385375" y="8425"/>
                </a:lnTo>
                <a:lnTo>
                  <a:pt x="1419447" y="31400"/>
                </a:lnTo>
                <a:lnTo>
                  <a:pt x="1442422" y="65472"/>
                </a:lnTo>
                <a:lnTo>
                  <a:pt x="1450848" y="107187"/>
                </a:lnTo>
                <a:lnTo>
                  <a:pt x="1450848" y="535939"/>
                </a:lnTo>
                <a:lnTo>
                  <a:pt x="1442422" y="577655"/>
                </a:lnTo>
                <a:lnTo>
                  <a:pt x="1419447" y="611727"/>
                </a:lnTo>
                <a:lnTo>
                  <a:pt x="1385375" y="634702"/>
                </a:lnTo>
                <a:lnTo>
                  <a:pt x="1343660" y="643127"/>
                </a:lnTo>
                <a:lnTo>
                  <a:pt x="107187" y="643127"/>
                </a:lnTo>
                <a:lnTo>
                  <a:pt x="65467" y="634702"/>
                </a:lnTo>
                <a:lnTo>
                  <a:pt x="31395" y="611727"/>
                </a:lnTo>
                <a:lnTo>
                  <a:pt x="8423" y="577655"/>
                </a:lnTo>
                <a:lnTo>
                  <a:pt x="0" y="535939"/>
                </a:lnTo>
                <a:lnTo>
                  <a:pt x="0" y="107187"/>
                </a:lnTo>
                <a:close/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0811" y="2476880"/>
            <a:ext cx="12642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Tên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bảng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là</a:t>
            </a:r>
            <a:endParaRPr sz="1800">
              <a:latin typeface="Arial"/>
              <a:cs typeface="Arial"/>
            </a:endParaRPr>
          </a:p>
          <a:p>
            <a:pPr marL="4445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tên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hệ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47800" y="3090672"/>
            <a:ext cx="466725" cy="262255"/>
          </a:xfrm>
          <a:custGeom>
            <a:avLst/>
            <a:gdLst/>
            <a:ahLst/>
            <a:cxnLst/>
            <a:rect l="l" t="t" r="r" b="b"/>
            <a:pathLst>
              <a:path w="466725" h="262254">
                <a:moveTo>
                  <a:pt x="0" y="0"/>
                </a:moveTo>
                <a:lnTo>
                  <a:pt x="466725" y="261874"/>
                </a:lnTo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36135" y="2534411"/>
            <a:ext cx="4377055" cy="367665"/>
          </a:xfrm>
          <a:custGeom>
            <a:avLst/>
            <a:gdLst/>
            <a:ahLst/>
            <a:cxnLst/>
            <a:rect l="l" t="t" r="r" b="b"/>
            <a:pathLst>
              <a:path w="4377055" h="367664">
                <a:moveTo>
                  <a:pt x="0" y="61213"/>
                </a:moveTo>
                <a:lnTo>
                  <a:pt x="4814" y="37397"/>
                </a:lnTo>
                <a:lnTo>
                  <a:pt x="17938" y="17938"/>
                </a:lnTo>
                <a:lnTo>
                  <a:pt x="37397" y="4814"/>
                </a:lnTo>
                <a:lnTo>
                  <a:pt x="61213" y="0"/>
                </a:lnTo>
                <a:lnTo>
                  <a:pt x="4315714" y="0"/>
                </a:lnTo>
                <a:lnTo>
                  <a:pt x="4339530" y="4814"/>
                </a:lnTo>
                <a:lnTo>
                  <a:pt x="4358989" y="17938"/>
                </a:lnTo>
                <a:lnTo>
                  <a:pt x="4372113" y="37397"/>
                </a:lnTo>
                <a:lnTo>
                  <a:pt x="4376928" y="61213"/>
                </a:lnTo>
                <a:lnTo>
                  <a:pt x="4376928" y="306070"/>
                </a:lnTo>
                <a:lnTo>
                  <a:pt x="4372113" y="329886"/>
                </a:lnTo>
                <a:lnTo>
                  <a:pt x="4358989" y="349345"/>
                </a:lnTo>
                <a:lnTo>
                  <a:pt x="4339530" y="362469"/>
                </a:lnTo>
                <a:lnTo>
                  <a:pt x="4315714" y="367284"/>
                </a:lnTo>
                <a:lnTo>
                  <a:pt x="61213" y="367284"/>
                </a:lnTo>
                <a:lnTo>
                  <a:pt x="37397" y="362469"/>
                </a:lnTo>
                <a:lnTo>
                  <a:pt x="17938" y="349345"/>
                </a:lnTo>
                <a:lnTo>
                  <a:pt x="4814" y="329886"/>
                </a:lnTo>
                <a:lnTo>
                  <a:pt x="0" y="306070"/>
                </a:lnTo>
                <a:lnTo>
                  <a:pt x="0" y="61213"/>
                </a:lnTo>
                <a:close/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13986" y="2562605"/>
            <a:ext cx="4224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Cột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ứng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nhân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viên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86755" y="2901695"/>
            <a:ext cx="1038225" cy="450850"/>
          </a:xfrm>
          <a:custGeom>
            <a:avLst/>
            <a:gdLst/>
            <a:ahLst/>
            <a:cxnLst/>
            <a:rect l="l" t="t" r="r" b="b"/>
            <a:pathLst>
              <a:path w="1038225" h="450850">
                <a:moveTo>
                  <a:pt x="1038225" y="0"/>
                </a:moveTo>
                <a:lnTo>
                  <a:pt x="0" y="450850"/>
                </a:lnTo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88964" y="5443728"/>
            <a:ext cx="1614170" cy="643255"/>
          </a:xfrm>
          <a:custGeom>
            <a:avLst/>
            <a:gdLst/>
            <a:ahLst/>
            <a:cxnLst/>
            <a:rect l="l" t="t" r="r" b="b"/>
            <a:pathLst>
              <a:path w="1614170" h="643254">
                <a:moveTo>
                  <a:pt x="0" y="107188"/>
                </a:moveTo>
                <a:lnTo>
                  <a:pt x="8425" y="65472"/>
                </a:lnTo>
                <a:lnTo>
                  <a:pt x="31400" y="31400"/>
                </a:lnTo>
                <a:lnTo>
                  <a:pt x="65472" y="8425"/>
                </a:lnTo>
                <a:lnTo>
                  <a:pt x="107187" y="0"/>
                </a:lnTo>
                <a:lnTo>
                  <a:pt x="1506728" y="0"/>
                </a:lnTo>
                <a:lnTo>
                  <a:pt x="1548443" y="8425"/>
                </a:lnTo>
                <a:lnTo>
                  <a:pt x="1582515" y="31400"/>
                </a:lnTo>
                <a:lnTo>
                  <a:pt x="1605490" y="65472"/>
                </a:lnTo>
                <a:lnTo>
                  <a:pt x="1613915" y="107188"/>
                </a:lnTo>
                <a:lnTo>
                  <a:pt x="1613915" y="535940"/>
                </a:lnTo>
                <a:lnTo>
                  <a:pt x="1605490" y="577660"/>
                </a:lnTo>
                <a:lnTo>
                  <a:pt x="1582515" y="611732"/>
                </a:lnTo>
                <a:lnTo>
                  <a:pt x="1548443" y="634704"/>
                </a:lnTo>
                <a:lnTo>
                  <a:pt x="1506728" y="643128"/>
                </a:lnTo>
                <a:lnTo>
                  <a:pt x="107187" y="643128"/>
                </a:lnTo>
                <a:lnTo>
                  <a:pt x="65472" y="634704"/>
                </a:lnTo>
                <a:lnTo>
                  <a:pt x="31400" y="611732"/>
                </a:lnTo>
                <a:lnTo>
                  <a:pt x="8425" y="577660"/>
                </a:lnTo>
                <a:lnTo>
                  <a:pt x="0" y="535940"/>
                </a:lnTo>
                <a:lnTo>
                  <a:pt x="0" y="107188"/>
                </a:lnTo>
                <a:close/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88785" y="5473395"/>
            <a:ext cx="1419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Dòng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ứng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với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67450" y="5747715"/>
            <a:ext cx="146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một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nhân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viên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02880" y="4646676"/>
            <a:ext cx="198755" cy="1117600"/>
          </a:xfrm>
          <a:custGeom>
            <a:avLst/>
            <a:gdLst/>
            <a:ahLst/>
            <a:cxnLst/>
            <a:rect l="l" t="t" r="r" b="b"/>
            <a:pathLst>
              <a:path w="198754" h="1117600">
                <a:moveTo>
                  <a:pt x="0" y="1117600"/>
                </a:moveTo>
                <a:lnTo>
                  <a:pt x="99187" y="1117600"/>
                </a:lnTo>
                <a:lnTo>
                  <a:pt x="99187" y="0"/>
                </a:lnTo>
                <a:lnTo>
                  <a:pt x="198374" y="0"/>
                </a:lnTo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5048" y="5506211"/>
            <a:ext cx="1347470" cy="367665"/>
          </a:xfrm>
          <a:custGeom>
            <a:avLst/>
            <a:gdLst/>
            <a:ahLst/>
            <a:cxnLst/>
            <a:rect l="l" t="t" r="r" b="b"/>
            <a:pathLst>
              <a:path w="1347470" h="367664">
                <a:moveTo>
                  <a:pt x="0" y="61213"/>
                </a:moveTo>
                <a:lnTo>
                  <a:pt x="4810" y="37397"/>
                </a:lnTo>
                <a:lnTo>
                  <a:pt x="17929" y="17938"/>
                </a:lnTo>
                <a:lnTo>
                  <a:pt x="37386" y="4814"/>
                </a:lnTo>
                <a:lnTo>
                  <a:pt x="61214" y="0"/>
                </a:lnTo>
                <a:lnTo>
                  <a:pt x="1286002" y="0"/>
                </a:lnTo>
                <a:lnTo>
                  <a:pt x="1309818" y="4814"/>
                </a:lnTo>
                <a:lnTo>
                  <a:pt x="1329277" y="17938"/>
                </a:lnTo>
                <a:lnTo>
                  <a:pt x="1342401" y="37397"/>
                </a:lnTo>
                <a:lnTo>
                  <a:pt x="1347215" y="61213"/>
                </a:lnTo>
                <a:lnTo>
                  <a:pt x="1347215" y="306069"/>
                </a:lnTo>
                <a:lnTo>
                  <a:pt x="1342401" y="329897"/>
                </a:lnTo>
                <a:lnTo>
                  <a:pt x="1329277" y="349354"/>
                </a:lnTo>
                <a:lnTo>
                  <a:pt x="1309818" y="362473"/>
                </a:lnTo>
                <a:lnTo>
                  <a:pt x="1286002" y="367284"/>
                </a:lnTo>
                <a:lnTo>
                  <a:pt x="61214" y="367284"/>
                </a:lnTo>
                <a:lnTo>
                  <a:pt x="37386" y="362473"/>
                </a:lnTo>
                <a:lnTo>
                  <a:pt x="17929" y="349354"/>
                </a:lnTo>
                <a:lnTo>
                  <a:pt x="4810" y="329897"/>
                </a:lnTo>
                <a:lnTo>
                  <a:pt x="0" y="306069"/>
                </a:lnTo>
                <a:lnTo>
                  <a:pt x="0" y="61213"/>
                </a:lnTo>
                <a:close/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43178" y="5534659"/>
            <a:ext cx="1193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Giá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trị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khóa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38655" y="4646676"/>
            <a:ext cx="1158875" cy="859155"/>
          </a:xfrm>
          <a:custGeom>
            <a:avLst/>
            <a:gdLst/>
            <a:ahLst/>
            <a:cxnLst/>
            <a:rect l="l" t="t" r="r" b="b"/>
            <a:pathLst>
              <a:path w="1158875" h="859154">
                <a:moveTo>
                  <a:pt x="0" y="858774"/>
                </a:moveTo>
                <a:lnTo>
                  <a:pt x="579374" y="858774"/>
                </a:lnTo>
                <a:lnTo>
                  <a:pt x="579374" y="0"/>
                </a:lnTo>
                <a:lnTo>
                  <a:pt x="1158875" y="0"/>
                </a:lnTo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D780EC8-A5CA-8A78-56E8-44243BF2B6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Quan</a:t>
            </a:r>
            <a:r>
              <a:rPr spc="-105" dirty="0"/>
              <a:t> </a:t>
            </a:r>
            <a:r>
              <a:rPr spc="-25" dirty="0"/>
              <a:t>hệ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5198"/>
            <a:ext cx="8361680" cy="50533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Quan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hệ</a:t>
            </a:r>
            <a:endParaRPr sz="3200">
              <a:latin typeface="Arial"/>
              <a:cs typeface="Arial"/>
            </a:endParaRPr>
          </a:p>
          <a:p>
            <a:pPr marL="751840" marR="5080" lvl="1" indent="-281940">
              <a:lnSpc>
                <a:spcPts val="3020"/>
              </a:lnSpc>
              <a:spcBef>
                <a:spcPts val="76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Chứa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dữ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liệu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một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hoặc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một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tập </a:t>
            </a:r>
            <a:r>
              <a:rPr sz="2800" dirty="0">
                <a:latin typeface="Arial"/>
                <a:cs typeface="Arial"/>
              </a:rPr>
              <a:t>liên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kết.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3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Tên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hệ.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6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Tập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hợp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dòng</a:t>
            </a:r>
            <a:endParaRPr sz="2800">
              <a:latin typeface="Arial"/>
              <a:cs typeface="Arial"/>
            </a:endParaRPr>
          </a:p>
          <a:p>
            <a:pPr marL="1153795" marR="133350" lvl="2" indent="-226695">
              <a:lnSpc>
                <a:spcPts val="2590"/>
              </a:lnSpc>
              <a:spcBef>
                <a:spcPts val="660"/>
              </a:spcBef>
              <a:buChar char="-"/>
              <a:tabLst>
                <a:tab pos="1155700" algn="l"/>
              </a:tabLst>
            </a:pPr>
            <a:r>
              <a:rPr sz="2400" dirty="0">
                <a:latin typeface="Arial"/>
                <a:cs typeface="Arial"/>
              </a:rPr>
              <a:t>Mỗi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dòng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chứa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tương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ứng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của 	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20" dirty="0">
                <a:latin typeface="Arial"/>
                <a:cs typeface="Arial"/>
              </a:rPr>
              <a:t> kết.</a:t>
            </a:r>
            <a:endParaRPr sz="2400">
              <a:latin typeface="Arial"/>
              <a:cs typeface="Arial"/>
            </a:endParaRPr>
          </a:p>
          <a:p>
            <a:pPr marL="1153795" marR="349250" lvl="2" indent="-226695">
              <a:lnSpc>
                <a:spcPts val="2590"/>
              </a:lnSpc>
              <a:spcBef>
                <a:spcPts val="605"/>
              </a:spcBef>
              <a:buChar char="-"/>
              <a:tabLst>
                <a:tab pos="1155700" algn="l"/>
              </a:tabLst>
            </a:pPr>
            <a:r>
              <a:rPr sz="2400" dirty="0">
                <a:latin typeface="Arial"/>
                <a:cs typeface="Arial"/>
              </a:rPr>
              <a:t>Mỗi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dòng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dùng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phân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biệt 	</a:t>
            </a:r>
            <a:r>
              <a:rPr sz="2400" dirty="0">
                <a:latin typeface="Arial"/>
                <a:cs typeface="Arial"/>
              </a:rPr>
              <a:t>giữa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dòng.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Tập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hợp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cột.</a:t>
            </a:r>
            <a:endParaRPr sz="2800">
              <a:latin typeface="Arial"/>
              <a:cs typeface="Arial"/>
            </a:endParaRPr>
          </a:p>
          <a:p>
            <a:pPr marL="1153795" marR="372745" lvl="2" indent="-226695">
              <a:lnSpc>
                <a:spcPts val="2590"/>
              </a:lnSpc>
              <a:spcBef>
                <a:spcPts val="655"/>
              </a:spcBef>
              <a:buChar char="-"/>
              <a:tabLst>
                <a:tab pos="1155700" algn="l"/>
              </a:tabLst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cùng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cùng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dữ 	</a:t>
            </a: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CC289-4755-6F24-B5D2-45492C6758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Thuộc</a:t>
            </a:r>
            <a:r>
              <a:rPr spc="15" dirty="0"/>
              <a:t> </a:t>
            </a:r>
            <a:r>
              <a:rPr spc="-20" dirty="0"/>
              <a:t>tính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4553636"/>
            <a:ext cx="7244715" cy="164718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Mỗi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cơ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sở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Chuỗi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ký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tự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(string),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nguyên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(integer),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(real),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...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phức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dụng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Tập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hợp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(set),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sách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(list),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mảng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(array),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...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25091" y="2355899"/>
          <a:ext cx="6767830" cy="183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8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Gioitinh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Tran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15/4/1971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Nguyen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Van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Binh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1/1/1970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Le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Quang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Cuong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31/12/1973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Nguyen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Thi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4/10/1972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457700" y="1543811"/>
            <a:ext cx="1652270" cy="367665"/>
          </a:xfrm>
          <a:custGeom>
            <a:avLst/>
            <a:gdLst/>
            <a:ahLst/>
            <a:cxnLst/>
            <a:rect l="l" t="t" r="r" b="b"/>
            <a:pathLst>
              <a:path w="1652270" h="367664">
                <a:moveTo>
                  <a:pt x="0" y="61213"/>
                </a:moveTo>
                <a:lnTo>
                  <a:pt x="4814" y="37397"/>
                </a:lnTo>
                <a:lnTo>
                  <a:pt x="17938" y="17938"/>
                </a:lnTo>
                <a:lnTo>
                  <a:pt x="37397" y="4814"/>
                </a:lnTo>
                <a:lnTo>
                  <a:pt x="61213" y="0"/>
                </a:lnTo>
                <a:lnTo>
                  <a:pt x="1590802" y="0"/>
                </a:lnTo>
                <a:lnTo>
                  <a:pt x="1614618" y="4814"/>
                </a:lnTo>
                <a:lnTo>
                  <a:pt x="1634077" y="17938"/>
                </a:lnTo>
                <a:lnTo>
                  <a:pt x="1647201" y="37397"/>
                </a:lnTo>
                <a:lnTo>
                  <a:pt x="1652015" y="61213"/>
                </a:lnTo>
                <a:lnTo>
                  <a:pt x="1652015" y="306070"/>
                </a:lnTo>
                <a:lnTo>
                  <a:pt x="1647201" y="329886"/>
                </a:lnTo>
                <a:lnTo>
                  <a:pt x="1634077" y="349345"/>
                </a:lnTo>
                <a:lnTo>
                  <a:pt x="1614618" y="362469"/>
                </a:lnTo>
                <a:lnTo>
                  <a:pt x="1590802" y="367284"/>
                </a:lnTo>
                <a:lnTo>
                  <a:pt x="61213" y="367284"/>
                </a:lnTo>
                <a:lnTo>
                  <a:pt x="37397" y="362469"/>
                </a:lnTo>
                <a:lnTo>
                  <a:pt x="17938" y="349345"/>
                </a:lnTo>
                <a:lnTo>
                  <a:pt x="4814" y="329886"/>
                </a:lnTo>
                <a:lnTo>
                  <a:pt x="0" y="306070"/>
                </a:lnTo>
                <a:lnTo>
                  <a:pt x="0" y="61213"/>
                </a:lnTo>
                <a:close/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5815" y="944202"/>
            <a:ext cx="5730240" cy="92773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27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Tên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cột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hệ.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885"/>
              </a:spcBef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tính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06852" y="1904872"/>
            <a:ext cx="4516755" cy="480059"/>
          </a:xfrm>
          <a:custGeom>
            <a:avLst/>
            <a:gdLst/>
            <a:ahLst/>
            <a:cxnLst/>
            <a:rect l="l" t="t" r="r" b="b"/>
            <a:pathLst>
              <a:path w="4516755" h="480060">
                <a:moveTo>
                  <a:pt x="97536" y="444246"/>
                </a:moveTo>
                <a:lnTo>
                  <a:pt x="95123" y="431800"/>
                </a:lnTo>
                <a:lnTo>
                  <a:pt x="73494" y="436079"/>
                </a:lnTo>
                <a:lnTo>
                  <a:pt x="67310" y="404876"/>
                </a:lnTo>
                <a:lnTo>
                  <a:pt x="0" y="457073"/>
                </a:lnTo>
                <a:lnTo>
                  <a:pt x="82169" y="479679"/>
                </a:lnTo>
                <a:lnTo>
                  <a:pt x="76466" y="450977"/>
                </a:lnTo>
                <a:lnTo>
                  <a:pt x="75971" y="448513"/>
                </a:lnTo>
                <a:lnTo>
                  <a:pt x="97536" y="444246"/>
                </a:lnTo>
                <a:close/>
              </a:path>
              <a:path w="4516755" h="480060">
                <a:moveTo>
                  <a:pt x="184785" y="426974"/>
                </a:moveTo>
                <a:lnTo>
                  <a:pt x="182245" y="414528"/>
                </a:lnTo>
                <a:lnTo>
                  <a:pt x="132461" y="424307"/>
                </a:lnTo>
                <a:lnTo>
                  <a:pt x="134874" y="436880"/>
                </a:lnTo>
                <a:lnTo>
                  <a:pt x="184785" y="426974"/>
                </a:lnTo>
                <a:close/>
              </a:path>
              <a:path w="4516755" h="480060">
                <a:moveTo>
                  <a:pt x="271907" y="409702"/>
                </a:moveTo>
                <a:lnTo>
                  <a:pt x="269494" y="397256"/>
                </a:lnTo>
                <a:lnTo>
                  <a:pt x="219710" y="407035"/>
                </a:lnTo>
                <a:lnTo>
                  <a:pt x="222123" y="419608"/>
                </a:lnTo>
                <a:lnTo>
                  <a:pt x="271907" y="409702"/>
                </a:lnTo>
                <a:close/>
              </a:path>
              <a:path w="4516755" h="480060">
                <a:moveTo>
                  <a:pt x="359156" y="392430"/>
                </a:moveTo>
                <a:lnTo>
                  <a:pt x="356743" y="379984"/>
                </a:lnTo>
                <a:lnTo>
                  <a:pt x="306832" y="389763"/>
                </a:lnTo>
                <a:lnTo>
                  <a:pt x="309372" y="402336"/>
                </a:lnTo>
                <a:lnTo>
                  <a:pt x="359156" y="392430"/>
                </a:lnTo>
                <a:close/>
              </a:path>
              <a:path w="4516755" h="480060">
                <a:moveTo>
                  <a:pt x="446405" y="375158"/>
                </a:moveTo>
                <a:lnTo>
                  <a:pt x="443865" y="362712"/>
                </a:lnTo>
                <a:lnTo>
                  <a:pt x="394081" y="372491"/>
                </a:lnTo>
                <a:lnTo>
                  <a:pt x="396494" y="385064"/>
                </a:lnTo>
                <a:lnTo>
                  <a:pt x="446405" y="375158"/>
                </a:lnTo>
                <a:close/>
              </a:path>
              <a:path w="4516755" h="480060">
                <a:moveTo>
                  <a:pt x="533527" y="357886"/>
                </a:moveTo>
                <a:lnTo>
                  <a:pt x="531114" y="345440"/>
                </a:lnTo>
                <a:lnTo>
                  <a:pt x="481330" y="355219"/>
                </a:lnTo>
                <a:lnTo>
                  <a:pt x="483743" y="367792"/>
                </a:lnTo>
                <a:lnTo>
                  <a:pt x="533527" y="357886"/>
                </a:lnTo>
                <a:close/>
              </a:path>
              <a:path w="4516755" h="480060">
                <a:moveTo>
                  <a:pt x="620776" y="340614"/>
                </a:moveTo>
                <a:lnTo>
                  <a:pt x="618363" y="328168"/>
                </a:lnTo>
                <a:lnTo>
                  <a:pt x="568452" y="337947"/>
                </a:lnTo>
                <a:lnTo>
                  <a:pt x="570992" y="350520"/>
                </a:lnTo>
                <a:lnTo>
                  <a:pt x="620776" y="340614"/>
                </a:lnTo>
                <a:close/>
              </a:path>
              <a:path w="4516755" h="480060">
                <a:moveTo>
                  <a:pt x="708025" y="323342"/>
                </a:moveTo>
                <a:lnTo>
                  <a:pt x="705485" y="310896"/>
                </a:lnTo>
                <a:lnTo>
                  <a:pt x="655701" y="320802"/>
                </a:lnTo>
                <a:lnTo>
                  <a:pt x="658114" y="333248"/>
                </a:lnTo>
                <a:lnTo>
                  <a:pt x="708025" y="323342"/>
                </a:lnTo>
                <a:close/>
              </a:path>
              <a:path w="4516755" h="480060">
                <a:moveTo>
                  <a:pt x="795147" y="306070"/>
                </a:moveTo>
                <a:lnTo>
                  <a:pt x="792734" y="293624"/>
                </a:lnTo>
                <a:lnTo>
                  <a:pt x="742950" y="303530"/>
                </a:lnTo>
                <a:lnTo>
                  <a:pt x="745363" y="315976"/>
                </a:lnTo>
                <a:lnTo>
                  <a:pt x="795147" y="306070"/>
                </a:lnTo>
                <a:close/>
              </a:path>
              <a:path w="4516755" h="480060">
                <a:moveTo>
                  <a:pt x="882396" y="288798"/>
                </a:moveTo>
                <a:lnTo>
                  <a:pt x="879983" y="276352"/>
                </a:lnTo>
                <a:lnTo>
                  <a:pt x="830072" y="286258"/>
                </a:lnTo>
                <a:lnTo>
                  <a:pt x="832612" y="298704"/>
                </a:lnTo>
                <a:lnTo>
                  <a:pt x="882396" y="288798"/>
                </a:lnTo>
                <a:close/>
              </a:path>
              <a:path w="4516755" h="480060">
                <a:moveTo>
                  <a:pt x="969645" y="271526"/>
                </a:moveTo>
                <a:lnTo>
                  <a:pt x="967105" y="259080"/>
                </a:lnTo>
                <a:lnTo>
                  <a:pt x="917321" y="268986"/>
                </a:lnTo>
                <a:lnTo>
                  <a:pt x="919734" y="281432"/>
                </a:lnTo>
                <a:lnTo>
                  <a:pt x="969645" y="271526"/>
                </a:lnTo>
                <a:close/>
              </a:path>
              <a:path w="4516755" h="480060">
                <a:moveTo>
                  <a:pt x="1056767" y="254254"/>
                </a:moveTo>
                <a:lnTo>
                  <a:pt x="1054354" y="241808"/>
                </a:lnTo>
                <a:lnTo>
                  <a:pt x="1004570" y="251714"/>
                </a:lnTo>
                <a:lnTo>
                  <a:pt x="1006983" y="264160"/>
                </a:lnTo>
                <a:lnTo>
                  <a:pt x="1056767" y="254254"/>
                </a:lnTo>
                <a:close/>
              </a:path>
              <a:path w="4516755" h="480060">
                <a:moveTo>
                  <a:pt x="1144016" y="236982"/>
                </a:moveTo>
                <a:lnTo>
                  <a:pt x="1141603" y="224536"/>
                </a:lnTo>
                <a:lnTo>
                  <a:pt x="1091692" y="234442"/>
                </a:lnTo>
                <a:lnTo>
                  <a:pt x="1094232" y="246888"/>
                </a:lnTo>
                <a:lnTo>
                  <a:pt x="1144016" y="236982"/>
                </a:lnTo>
                <a:close/>
              </a:path>
              <a:path w="4516755" h="480060">
                <a:moveTo>
                  <a:pt x="1215644" y="464693"/>
                </a:moveTo>
                <a:lnTo>
                  <a:pt x="1205839" y="439674"/>
                </a:lnTo>
                <a:lnTo>
                  <a:pt x="1199464" y="423418"/>
                </a:lnTo>
                <a:lnTo>
                  <a:pt x="1187831" y="393700"/>
                </a:lnTo>
                <a:lnTo>
                  <a:pt x="1130808" y="457073"/>
                </a:lnTo>
                <a:lnTo>
                  <a:pt x="1215644" y="464693"/>
                </a:lnTo>
                <a:close/>
              </a:path>
              <a:path w="4516755" h="480060">
                <a:moveTo>
                  <a:pt x="1231265" y="219710"/>
                </a:moveTo>
                <a:lnTo>
                  <a:pt x="1228725" y="207264"/>
                </a:lnTo>
                <a:lnTo>
                  <a:pt x="1178941" y="217170"/>
                </a:lnTo>
                <a:lnTo>
                  <a:pt x="1181354" y="229616"/>
                </a:lnTo>
                <a:lnTo>
                  <a:pt x="1231265" y="219710"/>
                </a:lnTo>
                <a:close/>
              </a:path>
              <a:path w="4516755" h="480060">
                <a:moveTo>
                  <a:pt x="1286510" y="402590"/>
                </a:moveTo>
                <a:lnTo>
                  <a:pt x="1281938" y="390779"/>
                </a:lnTo>
                <a:lnTo>
                  <a:pt x="1234567" y="409448"/>
                </a:lnTo>
                <a:lnTo>
                  <a:pt x="1239266" y="421259"/>
                </a:lnTo>
                <a:lnTo>
                  <a:pt x="1286510" y="402590"/>
                </a:lnTo>
                <a:close/>
              </a:path>
              <a:path w="4516755" h="480060">
                <a:moveTo>
                  <a:pt x="1318387" y="202438"/>
                </a:moveTo>
                <a:lnTo>
                  <a:pt x="1315974" y="189992"/>
                </a:lnTo>
                <a:lnTo>
                  <a:pt x="1266190" y="199898"/>
                </a:lnTo>
                <a:lnTo>
                  <a:pt x="1268603" y="212344"/>
                </a:lnTo>
                <a:lnTo>
                  <a:pt x="1318387" y="202438"/>
                </a:lnTo>
                <a:close/>
              </a:path>
              <a:path w="4516755" h="480060">
                <a:moveTo>
                  <a:pt x="1369314" y="370078"/>
                </a:moveTo>
                <a:lnTo>
                  <a:pt x="1364615" y="358267"/>
                </a:lnTo>
                <a:lnTo>
                  <a:pt x="1317371" y="376809"/>
                </a:lnTo>
                <a:lnTo>
                  <a:pt x="1321943" y="388747"/>
                </a:lnTo>
                <a:lnTo>
                  <a:pt x="1369314" y="370078"/>
                </a:lnTo>
                <a:close/>
              </a:path>
              <a:path w="4516755" h="480060">
                <a:moveTo>
                  <a:pt x="1405636" y="185166"/>
                </a:moveTo>
                <a:lnTo>
                  <a:pt x="1403223" y="172720"/>
                </a:lnTo>
                <a:lnTo>
                  <a:pt x="1353312" y="182626"/>
                </a:lnTo>
                <a:lnTo>
                  <a:pt x="1355852" y="195072"/>
                </a:lnTo>
                <a:lnTo>
                  <a:pt x="1405636" y="185166"/>
                </a:lnTo>
                <a:close/>
              </a:path>
              <a:path w="4516755" h="480060">
                <a:moveTo>
                  <a:pt x="1451991" y="337566"/>
                </a:moveTo>
                <a:lnTo>
                  <a:pt x="1447419" y="325755"/>
                </a:lnTo>
                <a:lnTo>
                  <a:pt x="1400048" y="344297"/>
                </a:lnTo>
                <a:lnTo>
                  <a:pt x="1404747" y="356108"/>
                </a:lnTo>
                <a:lnTo>
                  <a:pt x="1451991" y="337566"/>
                </a:lnTo>
                <a:close/>
              </a:path>
              <a:path w="4516755" h="480060">
                <a:moveTo>
                  <a:pt x="1492885" y="167894"/>
                </a:moveTo>
                <a:lnTo>
                  <a:pt x="1490345" y="155448"/>
                </a:lnTo>
                <a:lnTo>
                  <a:pt x="1440561" y="165354"/>
                </a:lnTo>
                <a:lnTo>
                  <a:pt x="1442974" y="177800"/>
                </a:lnTo>
                <a:lnTo>
                  <a:pt x="1492885" y="167894"/>
                </a:lnTo>
                <a:close/>
              </a:path>
              <a:path w="4516755" h="480060">
                <a:moveTo>
                  <a:pt x="1534795" y="305054"/>
                </a:moveTo>
                <a:lnTo>
                  <a:pt x="1530096" y="293243"/>
                </a:lnTo>
                <a:lnTo>
                  <a:pt x="1482852" y="311785"/>
                </a:lnTo>
                <a:lnTo>
                  <a:pt x="1487424" y="323596"/>
                </a:lnTo>
                <a:lnTo>
                  <a:pt x="1534795" y="305054"/>
                </a:lnTo>
                <a:close/>
              </a:path>
              <a:path w="4516755" h="480060">
                <a:moveTo>
                  <a:pt x="1580007" y="150622"/>
                </a:moveTo>
                <a:lnTo>
                  <a:pt x="1577594" y="138176"/>
                </a:lnTo>
                <a:lnTo>
                  <a:pt x="1527810" y="148082"/>
                </a:lnTo>
                <a:lnTo>
                  <a:pt x="1530223" y="160528"/>
                </a:lnTo>
                <a:lnTo>
                  <a:pt x="1580007" y="150622"/>
                </a:lnTo>
                <a:close/>
              </a:path>
              <a:path w="4516755" h="480060">
                <a:moveTo>
                  <a:pt x="1617472" y="272415"/>
                </a:moveTo>
                <a:lnTo>
                  <a:pt x="1612773" y="260604"/>
                </a:lnTo>
                <a:lnTo>
                  <a:pt x="1565529" y="279273"/>
                </a:lnTo>
                <a:lnTo>
                  <a:pt x="1570228" y="291084"/>
                </a:lnTo>
                <a:lnTo>
                  <a:pt x="1617472" y="272415"/>
                </a:lnTo>
                <a:close/>
              </a:path>
              <a:path w="4516755" h="480060">
                <a:moveTo>
                  <a:pt x="1667256" y="133350"/>
                </a:moveTo>
                <a:lnTo>
                  <a:pt x="1664843" y="120904"/>
                </a:lnTo>
                <a:lnTo>
                  <a:pt x="1614932" y="130810"/>
                </a:lnTo>
                <a:lnTo>
                  <a:pt x="1617472" y="143256"/>
                </a:lnTo>
                <a:lnTo>
                  <a:pt x="1667256" y="133350"/>
                </a:lnTo>
                <a:close/>
              </a:path>
              <a:path w="4516755" h="480060">
                <a:moveTo>
                  <a:pt x="1700149" y="239903"/>
                </a:moveTo>
                <a:lnTo>
                  <a:pt x="1695577" y="228092"/>
                </a:lnTo>
                <a:lnTo>
                  <a:pt x="1648333" y="246761"/>
                </a:lnTo>
                <a:lnTo>
                  <a:pt x="1652905" y="258572"/>
                </a:lnTo>
                <a:lnTo>
                  <a:pt x="1700149" y="239903"/>
                </a:lnTo>
                <a:close/>
              </a:path>
              <a:path w="4516755" h="480060">
                <a:moveTo>
                  <a:pt x="1754505" y="116078"/>
                </a:moveTo>
                <a:lnTo>
                  <a:pt x="1751965" y="103632"/>
                </a:lnTo>
                <a:lnTo>
                  <a:pt x="1702181" y="113538"/>
                </a:lnTo>
                <a:lnTo>
                  <a:pt x="1704594" y="125984"/>
                </a:lnTo>
                <a:lnTo>
                  <a:pt x="1754505" y="116078"/>
                </a:lnTo>
                <a:close/>
              </a:path>
              <a:path w="4516755" h="480060">
                <a:moveTo>
                  <a:pt x="1782953" y="207391"/>
                </a:moveTo>
                <a:lnTo>
                  <a:pt x="1778254" y="195580"/>
                </a:lnTo>
                <a:lnTo>
                  <a:pt x="1731010" y="214122"/>
                </a:lnTo>
                <a:lnTo>
                  <a:pt x="1735709" y="225933"/>
                </a:lnTo>
                <a:lnTo>
                  <a:pt x="1782953" y="207391"/>
                </a:lnTo>
                <a:close/>
              </a:path>
              <a:path w="4516755" h="480060">
                <a:moveTo>
                  <a:pt x="1841627" y="98806"/>
                </a:moveTo>
                <a:lnTo>
                  <a:pt x="1839214" y="86360"/>
                </a:lnTo>
                <a:lnTo>
                  <a:pt x="1789430" y="96266"/>
                </a:lnTo>
                <a:lnTo>
                  <a:pt x="1791843" y="108712"/>
                </a:lnTo>
                <a:lnTo>
                  <a:pt x="1841627" y="98806"/>
                </a:lnTo>
                <a:close/>
              </a:path>
              <a:path w="4516755" h="480060">
                <a:moveTo>
                  <a:pt x="1865630" y="174879"/>
                </a:moveTo>
                <a:lnTo>
                  <a:pt x="1861058" y="163068"/>
                </a:lnTo>
                <a:lnTo>
                  <a:pt x="1813687" y="181610"/>
                </a:lnTo>
                <a:lnTo>
                  <a:pt x="1818386" y="193421"/>
                </a:lnTo>
                <a:lnTo>
                  <a:pt x="1865630" y="174879"/>
                </a:lnTo>
                <a:close/>
              </a:path>
              <a:path w="4516755" h="480060">
                <a:moveTo>
                  <a:pt x="1928876" y="81534"/>
                </a:moveTo>
                <a:lnTo>
                  <a:pt x="1926463" y="69088"/>
                </a:lnTo>
                <a:lnTo>
                  <a:pt x="1876552" y="78994"/>
                </a:lnTo>
                <a:lnTo>
                  <a:pt x="1879092" y="91440"/>
                </a:lnTo>
                <a:lnTo>
                  <a:pt x="1928876" y="81534"/>
                </a:lnTo>
                <a:close/>
              </a:path>
              <a:path w="4516755" h="480060">
                <a:moveTo>
                  <a:pt x="1948434" y="142240"/>
                </a:moveTo>
                <a:lnTo>
                  <a:pt x="1943735" y="130429"/>
                </a:lnTo>
                <a:lnTo>
                  <a:pt x="1896491" y="149098"/>
                </a:lnTo>
                <a:lnTo>
                  <a:pt x="1901063" y="160909"/>
                </a:lnTo>
                <a:lnTo>
                  <a:pt x="1948434" y="142240"/>
                </a:lnTo>
                <a:close/>
              </a:path>
              <a:path w="4516755" h="480060">
                <a:moveTo>
                  <a:pt x="2016125" y="64262"/>
                </a:moveTo>
                <a:lnTo>
                  <a:pt x="2013585" y="51816"/>
                </a:lnTo>
                <a:lnTo>
                  <a:pt x="1963801" y="61722"/>
                </a:lnTo>
                <a:lnTo>
                  <a:pt x="1966214" y="74168"/>
                </a:lnTo>
                <a:lnTo>
                  <a:pt x="2016125" y="64262"/>
                </a:lnTo>
                <a:close/>
              </a:path>
              <a:path w="4516755" h="480060">
                <a:moveTo>
                  <a:pt x="2031111" y="109728"/>
                </a:moveTo>
                <a:lnTo>
                  <a:pt x="2026412" y="97917"/>
                </a:lnTo>
                <a:lnTo>
                  <a:pt x="1979168" y="116586"/>
                </a:lnTo>
                <a:lnTo>
                  <a:pt x="1983867" y="128397"/>
                </a:lnTo>
                <a:lnTo>
                  <a:pt x="2031111" y="109728"/>
                </a:lnTo>
                <a:close/>
              </a:path>
              <a:path w="4516755" h="480060">
                <a:moveTo>
                  <a:pt x="2103247" y="46990"/>
                </a:moveTo>
                <a:lnTo>
                  <a:pt x="2100834" y="34544"/>
                </a:lnTo>
                <a:lnTo>
                  <a:pt x="2051050" y="44450"/>
                </a:lnTo>
                <a:lnTo>
                  <a:pt x="2053463" y="56896"/>
                </a:lnTo>
                <a:lnTo>
                  <a:pt x="2103247" y="46990"/>
                </a:lnTo>
                <a:close/>
              </a:path>
              <a:path w="4516755" h="480060">
                <a:moveTo>
                  <a:pt x="2113788" y="77216"/>
                </a:moveTo>
                <a:lnTo>
                  <a:pt x="2109216" y="65405"/>
                </a:lnTo>
                <a:lnTo>
                  <a:pt x="2061972" y="83947"/>
                </a:lnTo>
                <a:lnTo>
                  <a:pt x="2066544" y="95758"/>
                </a:lnTo>
                <a:lnTo>
                  <a:pt x="2113788" y="77216"/>
                </a:lnTo>
                <a:close/>
              </a:path>
              <a:path w="4516755" h="480060">
                <a:moveTo>
                  <a:pt x="2190496" y="29718"/>
                </a:moveTo>
                <a:lnTo>
                  <a:pt x="2188083" y="17272"/>
                </a:lnTo>
                <a:lnTo>
                  <a:pt x="2138172" y="27178"/>
                </a:lnTo>
                <a:lnTo>
                  <a:pt x="2140712" y="39624"/>
                </a:lnTo>
                <a:lnTo>
                  <a:pt x="2190496" y="29718"/>
                </a:lnTo>
                <a:close/>
              </a:path>
              <a:path w="4516755" h="480060">
                <a:moveTo>
                  <a:pt x="2196592" y="44704"/>
                </a:moveTo>
                <a:lnTo>
                  <a:pt x="2191893" y="32893"/>
                </a:lnTo>
                <a:lnTo>
                  <a:pt x="2144649" y="51435"/>
                </a:lnTo>
                <a:lnTo>
                  <a:pt x="2149348" y="63246"/>
                </a:lnTo>
                <a:lnTo>
                  <a:pt x="2196592" y="44704"/>
                </a:lnTo>
                <a:close/>
              </a:path>
              <a:path w="4516755" h="480060">
                <a:moveTo>
                  <a:pt x="2285746" y="145923"/>
                </a:moveTo>
                <a:lnTo>
                  <a:pt x="2285365" y="95123"/>
                </a:lnTo>
                <a:lnTo>
                  <a:pt x="2272665" y="95123"/>
                </a:lnTo>
                <a:lnTo>
                  <a:pt x="2273046" y="145923"/>
                </a:lnTo>
                <a:lnTo>
                  <a:pt x="2285746" y="145923"/>
                </a:lnTo>
                <a:close/>
              </a:path>
              <a:path w="4516755" h="480060">
                <a:moveTo>
                  <a:pt x="2286381" y="234823"/>
                </a:moveTo>
                <a:lnTo>
                  <a:pt x="2286000" y="184023"/>
                </a:lnTo>
                <a:lnTo>
                  <a:pt x="2273300" y="184023"/>
                </a:lnTo>
                <a:lnTo>
                  <a:pt x="2273681" y="234823"/>
                </a:lnTo>
                <a:lnTo>
                  <a:pt x="2286381" y="234823"/>
                </a:lnTo>
                <a:close/>
              </a:path>
              <a:path w="4516755" h="480060">
                <a:moveTo>
                  <a:pt x="2287016" y="323723"/>
                </a:moveTo>
                <a:lnTo>
                  <a:pt x="2286635" y="272923"/>
                </a:lnTo>
                <a:lnTo>
                  <a:pt x="2273935" y="272923"/>
                </a:lnTo>
                <a:lnTo>
                  <a:pt x="2274316" y="323723"/>
                </a:lnTo>
                <a:lnTo>
                  <a:pt x="2287016" y="323723"/>
                </a:lnTo>
                <a:close/>
              </a:path>
              <a:path w="4516755" h="480060">
                <a:moveTo>
                  <a:pt x="2319147" y="380619"/>
                </a:moveTo>
                <a:lnTo>
                  <a:pt x="2287333" y="380847"/>
                </a:lnTo>
                <a:lnTo>
                  <a:pt x="2287270" y="361823"/>
                </a:lnTo>
                <a:lnTo>
                  <a:pt x="2274570" y="361823"/>
                </a:lnTo>
                <a:lnTo>
                  <a:pt x="2274646" y="380923"/>
                </a:lnTo>
                <a:lnTo>
                  <a:pt x="2242947" y="381127"/>
                </a:lnTo>
                <a:lnTo>
                  <a:pt x="2281555" y="457073"/>
                </a:lnTo>
                <a:lnTo>
                  <a:pt x="2312771" y="393573"/>
                </a:lnTo>
                <a:lnTo>
                  <a:pt x="2318893" y="381127"/>
                </a:lnTo>
                <a:lnTo>
                  <a:pt x="2318994" y="380923"/>
                </a:lnTo>
                <a:lnTo>
                  <a:pt x="2319147" y="380619"/>
                </a:lnTo>
                <a:close/>
              </a:path>
              <a:path w="4516755" h="480060">
                <a:moveTo>
                  <a:pt x="2329434" y="10033"/>
                </a:moveTo>
                <a:lnTo>
                  <a:pt x="2279650" y="0"/>
                </a:lnTo>
                <a:lnTo>
                  <a:pt x="2278380" y="6223"/>
                </a:lnTo>
                <a:lnTo>
                  <a:pt x="2276983" y="6223"/>
                </a:lnTo>
                <a:lnTo>
                  <a:pt x="2275890" y="3390"/>
                </a:lnTo>
                <a:lnTo>
                  <a:pt x="2275205" y="0"/>
                </a:lnTo>
                <a:lnTo>
                  <a:pt x="2225421" y="9906"/>
                </a:lnTo>
                <a:lnTo>
                  <a:pt x="2227834" y="22352"/>
                </a:lnTo>
                <a:lnTo>
                  <a:pt x="2228621" y="22199"/>
                </a:lnTo>
                <a:lnTo>
                  <a:pt x="2232025" y="30734"/>
                </a:lnTo>
                <a:lnTo>
                  <a:pt x="2272080" y="15011"/>
                </a:lnTo>
                <a:lnTo>
                  <a:pt x="2272411" y="57023"/>
                </a:lnTo>
                <a:lnTo>
                  <a:pt x="2285111" y="57023"/>
                </a:lnTo>
                <a:lnTo>
                  <a:pt x="2284793" y="15697"/>
                </a:lnTo>
                <a:lnTo>
                  <a:pt x="2322957" y="31369"/>
                </a:lnTo>
                <a:lnTo>
                  <a:pt x="2326640" y="22440"/>
                </a:lnTo>
                <a:lnTo>
                  <a:pt x="2326894" y="22479"/>
                </a:lnTo>
                <a:lnTo>
                  <a:pt x="2327148" y="21221"/>
                </a:lnTo>
                <a:lnTo>
                  <a:pt x="2327783" y="19685"/>
                </a:lnTo>
                <a:lnTo>
                  <a:pt x="2327478" y="19570"/>
                </a:lnTo>
                <a:lnTo>
                  <a:pt x="2329434" y="10033"/>
                </a:lnTo>
                <a:close/>
              </a:path>
              <a:path w="4516755" h="480060">
                <a:moveTo>
                  <a:pt x="2409952" y="53467"/>
                </a:moveTo>
                <a:lnTo>
                  <a:pt x="2362962" y="34163"/>
                </a:lnTo>
                <a:lnTo>
                  <a:pt x="2358136" y="45974"/>
                </a:lnTo>
                <a:lnTo>
                  <a:pt x="2405126" y="65278"/>
                </a:lnTo>
                <a:lnTo>
                  <a:pt x="2409952" y="53467"/>
                </a:lnTo>
                <a:close/>
              </a:path>
              <a:path w="4516755" h="480060">
                <a:moveTo>
                  <a:pt x="2416556" y="27559"/>
                </a:moveTo>
                <a:lnTo>
                  <a:pt x="2366772" y="17526"/>
                </a:lnTo>
                <a:lnTo>
                  <a:pt x="2364232" y="29972"/>
                </a:lnTo>
                <a:lnTo>
                  <a:pt x="2414016" y="40005"/>
                </a:lnTo>
                <a:lnTo>
                  <a:pt x="2416556" y="27559"/>
                </a:lnTo>
                <a:close/>
              </a:path>
              <a:path w="4516755" h="480060">
                <a:moveTo>
                  <a:pt x="2492248" y="87376"/>
                </a:moveTo>
                <a:lnTo>
                  <a:pt x="2445258" y="68072"/>
                </a:lnTo>
                <a:lnTo>
                  <a:pt x="2440432" y="79756"/>
                </a:lnTo>
                <a:lnTo>
                  <a:pt x="2487295" y="99060"/>
                </a:lnTo>
                <a:lnTo>
                  <a:pt x="2492248" y="87376"/>
                </a:lnTo>
                <a:close/>
              </a:path>
              <a:path w="4516755" h="480060">
                <a:moveTo>
                  <a:pt x="2503678" y="45085"/>
                </a:moveTo>
                <a:lnTo>
                  <a:pt x="2453894" y="35052"/>
                </a:lnTo>
                <a:lnTo>
                  <a:pt x="2451481" y="47498"/>
                </a:lnTo>
                <a:lnTo>
                  <a:pt x="2501265" y="57531"/>
                </a:lnTo>
                <a:lnTo>
                  <a:pt x="2503678" y="45085"/>
                </a:lnTo>
                <a:close/>
              </a:path>
              <a:path w="4516755" h="480060">
                <a:moveTo>
                  <a:pt x="2574417" y="121158"/>
                </a:moveTo>
                <a:lnTo>
                  <a:pt x="2527427" y="101854"/>
                </a:lnTo>
                <a:lnTo>
                  <a:pt x="2522601" y="113665"/>
                </a:lnTo>
                <a:lnTo>
                  <a:pt x="2569591" y="132969"/>
                </a:lnTo>
                <a:lnTo>
                  <a:pt x="2574417" y="121158"/>
                </a:lnTo>
                <a:close/>
              </a:path>
              <a:path w="4516755" h="480060">
                <a:moveTo>
                  <a:pt x="2590927" y="62738"/>
                </a:moveTo>
                <a:lnTo>
                  <a:pt x="2541143" y="52705"/>
                </a:lnTo>
                <a:lnTo>
                  <a:pt x="2538603" y="65151"/>
                </a:lnTo>
                <a:lnTo>
                  <a:pt x="2588387" y="75184"/>
                </a:lnTo>
                <a:lnTo>
                  <a:pt x="2590927" y="62738"/>
                </a:lnTo>
                <a:close/>
              </a:path>
              <a:path w="4516755" h="480060">
                <a:moveTo>
                  <a:pt x="2656586" y="155067"/>
                </a:moveTo>
                <a:lnTo>
                  <a:pt x="2609596" y="135636"/>
                </a:lnTo>
                <a:lnTo>
                  <a:pt x="2604770" y="147447"/>
                </a:lnTo>
                <a:lnTo>
                  <a:pt x="2651760" y="166751"/>
                </a:lnTo>
                <a:lnTo>
                  <a:pt x="2656586" y="155067"/>
                </a:lnTo>
                <a:close/>
              </a:path>
              <a:path w="4516755" h="480060">
                <a:moveTo>
                  <a:pt x="2678049" y="80264"/>
                </a:moveTo>
                <a:lnTo>
                  <a:pt x="2628265" y="70231"/>
                </a:lnTo>
                <a:lnTo>
                  <a:pt x="2625725" y="82677"/>
                </a:lnTo>
                <a:lnTo>
                  <a:pt x="2675509" y="92710"/>
                </a:lnTo>
                <a:lnTo>
                  <a:pt x="2678049" y="80264"/>
                </a:lnTo>
                <a:close/>
              </a:path>
              <a:path w="4516755" h="480060">
                <a:moveTo>
                  <a:pt x="2738755" y="188849"/>
                </a:moveTo>
                <a:lnTo>
                  <a:pt x="2691892" y="169545"/>
                </a:lnTo>
                <a:lnTo>
                  <a:pt x="2687066" y="181229"/>
                </a:lnTo>
                <a:lnTo>
                  <a:pt x="2733929" y="200660"/>
                </a:lnTo>
                <a:lnTo>
                  <a:pt x="2738755" y="188849"/>
                </a:lnTo>
                <a:close/>
              </a:path>
              <a:path w="4516755" h="480060">
                <a:moveTo>
                  <a:pt x="2765171" y="97790"/>
                </a:moveTo>
                <a:lnTo>
                  <a:pt x="2715387" y="87757"/>
                </a:lnTo>
                <a:lnTo>
                  <a:pt x="2712847" y="100203"/>
                </a:lnTo>
                <a:lnTo>
                  <a:pt x="2762631" y="110236"/>
                </a:lnTo>
                <a:lnTo>
                  <a:pt x="2765171" y="97790"/>
                </a:lnTo>
                <a:close/>
              </a:path>
              <a:path w="4516755" h="480060">
                <a:moveTo>
                  <a:pt x="2821051" y="222758"/>
                </a:moveTo>
                <a:lnTo>
                  <a:pt x="2774061" y="203327"/>
                </a:lnTo>
                <a:lnTo>
                  <a:pt x="2769235" y="215138"/>
                </a:lnTo>
                <a:lnTo>
                  <a:pt x="2816225" y="234442"/>
                </a:lnTo>
                <a:lnTo>
                  <a:pt x="2821051" y="222758"/>
                </a:lnTo>
                <a:close/>
              </a:path>
              <a:path w="4516755" h="480060">
                <a:moveTo>
                  <a:pt x="2852293" y="115316"/>
                </a:moveTo>
                <a:lnTo>
                  <a:pt x="2802509" y="105283"/>
                </a:lnTo>
                <a:lnTo>
                  <a:pt x="2799969" y="117729"/>
                </a:lnTo>
                <a:lnTo>
                  <a:pt x="2849880" y="127762"/>
                </a:lnTo>
                <a:lnTo>
                  <a:pt x="2852293" y="115316"/>
                </a:lnTo>
                <a:close/>
              </a:path>
              <a:path w="4516755" h="480060">
                <a:moveTo>
                  <a:pt x="2903220" y="256540"/>
                </a:moveTo>
                <a:lnTo>
                  <a:pt x="2856230" y="237236"/>
                </a:lnTo>
                <a:lnTo>
                  <a:pt x="2851404" y="248920"/>
                </a:lnTo>
                <a:lnTo>
                  <a:pt x="2898394" y="268224"/>
                </a:lnTo>
                <a:lnTo>
                  <a:pt x="2903220" y="256540"/>
                </a:lnTo>
                <a:close/>
              </a:path>
              <a:path w="4516755" h="480060">
                <a:moveTo>
                  <a:pt x="2939542" y="132842"/>
                </a:moveTo>
                <a:lnTo>
                  <a:pt x="2889631" y="122936"/>
                </a:lnTo>
                <a:lnTo>
                  <a:pt x="2887218" y="135382"/>
                </a:lnTo>
                <a:lnTo>
                  <a:pt x="2937002" y="145415"/>
                </a:lnTo>
                <a:lnTo>
                  <a:pt x="2939542" y="132842"/>
                </a:lnTo>
                <a:close/>
              </a:path>
              <a:path w="4516755" h="480060">
                <a:moveTo>
                  <a:pt x="2985389" y="290322"/>
                </a:moveTo>
                <a:lnTo>
                  <a:pt x="2938526" y="271018"/>
                </a:lnTo>
                <a:lnTo>
                  <a:pt x="2933573" y="282829"/>
                </a:lnTo>
                <a:lnTo>
                  <a:pt x="2980563" y="302133"/>
                </a:lnTo>
                <a:lnTo>
                  <a:pt x="2985389" y="290322"/>
                </a:lnTo>
                <a:close/>
              </a:path>
              <a:path w="4516755" h="480060">
                <a:moveTo>
                  <a:pt x="3026664" y="150495"/>
                </a:moveTo>
                <a:lnTo>
                  <a:pt x="2976880" y="140462"/>
                </a:lnTo>
                <a:lnTo>
                  <a:pt x="2974340" y="152908"/>
                </a:lnTo>
                <a:lnTo>
                  <a:pt x="3024124" y="162941"/>
                </a:lnTo>
                <a:lnTo>
                  <a:pt x="3026664" y="150495"/>
                </a:lnTo>
                <a:close/>
              </a:path>
              <a:path w="4516755" h="480060">
                <a:moveTo>
                  <a:pt x="3067685" y="324231"/>
                </a:moveTo>
                <a:lnTo>
                  <a:pt x="3020695" y="304927"/>
                </a:lnTo>
                <a:lnTo>
                  <a:pt x="3015869" y="316611"/>
                </a:lnTo>
                <a:lnTo>
                  <a:pt x="3062859" y="335915"/>
                </a:lnTo>
                <a:lnTo>
                  <a:pt x="3067685" y="324231"/>
                </a:lnTo>
                <a:close/>
              </a:path>
              <a:path w="4516755" h="480060">
                <a:moveTo>
                  <a:pt x="3113786" y="168021"/>
                </a:moveTo>
                <a:lnTo>
                  <a:pt x="3064002" y="157988"/>
                </a:lnTo>
                <a:lnTo>
                  <a:pt x="3061462" y="170434"/>
                </a:lnTo>
                <a:lnTo>
                  <a:pt x="3111246" y="180467"/>
                </a:lnTo>
                <a:lnTo>
                  <a:pt x="3113786" y="168021"/>
                </a:lnTo>
                <a:close/>
              </a:path>
              <a:path w="4516755" h="480060">
                <a:moveTo>
                  <a:pt x="3149854" y="358013"/>
                </a:moveTo>
                <a:lnTo>
                  <a:pt x="3102864" y="338709"/>
                </a:lnTo>
                <a:lnTo>
                  <a:pt x="3098038" y="350520"/>
                </a:lnTo>
                <a:lnTo>
                  <a:pt x="3145028" y="369824"/>
                </a:lnTo>
                <a:lnTo>
                  <a:pt x="3149854" y="358013"/>
                </a:lnTo>
                <a:close/>
              </a:path>
              <a:path w="4516755" h="480060">
                <a:moveTo>
                  <a:pt x="3200908" y="185547"/>
                </a:moveTo>
                <a:lnTo>
                  <a:pt x="3151124" y="175514"/>
                </a:lnTo>
                <a:lnTo>
                  <a:pt x="3148584" y="187960"/>
                </a:lnTo>
                <a:lnTo>
                  <a:pt x="3198368" y="197993"/>
                </a:lnTo>
                <a:lnTo>
                  <a:pt x="3200908" y="185547"/>
                </a:lnTo>
                <a:close/>
              </a:path>
              <a:path w="4516755" h="480060">
                <a:moveTo>
                  <a:pt x="3232023" y="391922"/>
                </a:moveTo>
                <a:lnTo>
                  <a:pt x="3185033" y="372491"/>
                </a:lnTo>
                <a:lnTo>
                  <a:pt x="3180207" y="384302"/>
                </a:lnTo>
                <a:lnTo>
                  <a:pt x="3227197" y="403606"/>
                </a:lnTo>
                <a:lnTo>
                  <a:pt x="3232023" y="391922"/>
                </a:lnTo>
                <a:close/>
              </a:path>
              <a:path w="4516755" h="480060">
                <a:moveTo>
                  <a:pt x="3288030" y="203073"/>
                </a:moveTo>
                <a:lnTo>
                  <a:pt x="3238246" y="193040"/>
                </a:lnTo>
                <a:lnTo>
                  <a:pt x="3235833" y="205486"/>
                </a:lnTo>
                <a:lnTo>
                  <a:pt x="3285617" y="215519"/>
                </a:lnTo>
                <a:lnTo>
                  <a:pt x="3288030" y="203073"/>
                </a:lnTo>
                <a:close/>
              </a:path>
              <a:path w="4516755" h="480060">
                <a:moveTo>
                  <a:pt x="3373755" y="457073"/>
                </a:moveTo>
                <a:lnTo>
                  <a:pt x="3356699" y="437515"/>
                </a:lnTo>
                <a:lnTo>
                  <a:pt x="3317748" y="392811"/>
                </a:lnTo>
                <a:lnTo>
                  <a:pt x="3305683" y="422160"/>
                </a:lnTo>
                <a:lnTo>
                  <a:pt x="3267329" y="406400"/>
                </a:lnTo>
                <a:lnTo>
                  <a:pt x="3262503" y="418084"/>
                </a:lnTo>
                <a:lnTo>
                  <a:pt x="3300844" y="433946"/>
                </a:lnTo>
                <a:lnTo>
                  <a:pt x="3288792" y="463296"/>
                </a:lnTo>
                <a:lnTo>
                  <a:pt x="3373755" y="457073"/>
                </a:lnTo>
                <a:close/>
              </a:path>
              <a:path w="4516755" h="480060">
                <a:moveTo>
                  <a:pt x="3375279" y="220726"/>
                </a:moveTo>
                <a:lnTo>
                  <a:pt x="3325368" y="210693"/>
                </a:lnTo>
                <a:lnTo>
                  <a:pt x="3322955" y="223139"/>
                </a:lnTo>
                <a:lnTo>
                  <a:pt x="3372739" y="233172"/>
                </a:lnTo>
                <a:lnTo>
                  <a:pt x="3375279" y="220726"/>
                </a:lnTo>
                <a:close/>
              </a:path>
              <a:path w="4516755" h="480060">
                <a:moveTo>
                  <a:pt x="3462401" y="238252"/>
                </a:moveTo>
                <a:lnTo>
                  <a:pt x="3412617" y="228219"/>
                </a:lnTo>
                <a:lnTo>
                  <a:pt x="3410077" y="240665"/>
                </a:lnTo>
                <a:lnTo>
                  <a:pt x="3459861" y="250698"/>
                </a:lnTo>
                <a:lnTo>
                  <a:pt x="3462401" y="238252"/>
                </a:lnTo>
                <a:close/>
              </a:path>
              <a:path w="4516755" h="480060">
                <a:moveTo>
                  <a:pt x="3549523" y="255778"/>
                </a:moveTo>
                <a:lnTo>
                  <a:pt x="3499739" y="245745"/>
                </a:lnTo>
                <a:lnTo>
                  <a:pt x="3497199" y="258191"/>
                </a:lnTo>
                <a:lnTo>
                  <a:pt x="3546970" y="268224"/>
                </a:lnTo>
                <a:lnTo>
                  <a:pt x="3549523" y="255778"/>
                </a:lnTo>
                <a:close/>
              </a:path>
              <a:path w="4516755" h="480060">
                <a:moveTo>
                  <a:pt x="3636645" y="273304"/>
                </a:moveTo>
                <a:lnTo>
                  <a:pt x="3586861" y="263271"/>
                </a:lnTo>
                <a:lnTo>
                  <a:pt x="3584321" y="275717"/>
                </a:lnTo>
                <a:lnTo>
                  <a:pt x="3634219" y="285750"/>
                </a:lnTo>
                <a:lnTo>
                  <a:pt x="3636645" y="273304"/>
                </a:lnTo>
                <a:close/>
              </a:path>
              <a:path w="4516755" h="480060">
                <a:moveTo>
                  <a:pt x="3723767" y="290830"/>
                </a:moveTo>
                <a:lnTo>
                  <a:pt x="3673983" y="280797"/>
                </a:lnTo>
                <a:lnTo>
                  <a:pt x="3671570" y="293243"/>
                </a:lnTo>
                <a:lnTo>
                  <a:pt x="3721354" y="303276"/>
                </a:lnTo>
                <a:lnTo>
                  <a:pt x="3723767" y="290830"/>
                </a:lnTo>
                <a:close/>
              </a:path>
              <a:path w="4516755" h="480060">
                <a:moveTo>
                  <a:pt x="3811016" y="308483"/>
                </a:moveTo>
                <a:lnTo>
                  <a:pt x="3761232" y="298450"/>
                </a:lnTo>
                <a:lnTo>
                  <a:pt x="3758692" y="310896"/>
                </a:lnTo>
                <a:lnTo>
                  <a:pt x="3808476" y="320929"/>
                </a:lnTo>
                <a:lnTo>
                  <a:pt x="3811016" y="308483"/>
                </a:lnTo>
                <a:close/>
              </a:path>
              <a:path w="4516755" h="480060">
                <a:moveTo>
                  <a:pt x="3898138" y="326009"/>
                </a:moveTo>
                <a:lnTo>
                  <a:pt x="3848354" y="315976"/>
                </a:lnTo>
                <a:lnTo>
                  <a:pt x="3845814" y="328422"/>
                </a:lnTo>
                <a:lnTo>
                  <a:pt x="3895598" y="338455"/>
                </a:lnTo>
                <a:lnTo>
                  <a:pt x="3898138" y="326009"/>
                </a:lnTo>
                <a:close/>
              </a:path>
              <a:path w="4516755" h="480060">
                <a:moveTo>
                  <a:pt x="3985260" y="343535"/>
                </a:moveTo>
                <a:lnTo>
                  <a:pt x="3935476" y="333502"/>
                </a:lnTo>
                <a:lnTo>
                  <a:pt x="3932936" y="345948"/>
                </a:lnTo>
                <a:lnTo>
                  <a:pt x="3982720" y="355981"/>
                </a:lnTo>
                <a:lnTo>
                  <a:pt x="3985260" y="343535"/>
                </a:lnTo>
                <a:close/>
              </a:path>
              <a:path w="4516755" h="480060">
                <a:moveTo>
                  <a:pt x="4072382" y="361061"/>
                </a:moveTo>
                <a:lnTo>
                  <a:pt x="4022598" y="351028"/>
                </a:lnTo>
                <a:lnTo>
                  <a:pt x="4020058" y="363474"/>
                </a:lnTo>
                <a:lnTo>
                  <a:pt x="4069969" y="373507"/>
                </a:lnTo>
                <a:lnTo>
                  <a:pt x="4072382" y="361061"/>
                </a:lnTo>
                <a:close/>
              </a:path>
              <a:path w="4516755" h="480060">
                <a:moveTo>
                  <a:pt x="4159631" y="378714"/>
                </a:moveTo>
                <a:lnTo>
                  <a:pt x="4109720" y="368681"/>
                </a:lnTo>
                <a:lnTo>
                  <a:pt x="4107307" y="381127"/>
                </a:lnTo>
                <a:lnTo>
                  <a:pt x="4157091" y="391160"/>
                </a:lnTo>
                <a:lnTo>
                  <a:pt x="4159631" y="378714"/>
                </a:lnTo>
                <a:close/>
              </a:path>
              <a:path w="4516755" h="480060">
                <a:moveTo>
                  <a:pt x="4246753" y="396240"/>
                </a:moveTo>
                <a:lnTo>
                  <a:pt x="4196969" y="386207"/>
                </a:lnTo>
                <a:lnTo>
                  <a:pt x="4194429" y="398653"/>
                </a:lnTo>
                <a:lnTo>
                  <a:pt x="4244213" y="408686"/>
                </a:lnTo>
                <a:lnTo>
                  <a:pt x="4246753" y="396240"/>
                </a:lnTo>
                <a:close/>
              </a:path>
              <a:path w="4516755" h="480060">
                <a:moveTo>
                  <a:pt x="4333875" y="413766"/>
                </a:moveTo>
                <a:lnTo>
                  <a:pt x="4284091" y="403733"/>
                </a:lnTo>
                <a:lnTo>
                  <a:pt x="4281551" y="416179"/>
                </a:lnTo>
                <a:lnTo>
                  <a:pt x="4331335" y="426212"/>
                </a:lnTo>
                <a:lnTo>
                  <a:pt x="4333875" y="413766"/>
                </a:lnTo>
                <a:close/>
              </a:path>
              <a:path w="4516755" h="480060">
                <a:moveTo>
                  <a:pt x="4420997" y="431292"/>
                </a:moveTo>
                <a:lnTo>
                  <a:pt x="4371213" y="421259"/>
                </a:lnTo>
                <a:lnTo>
                  <a:pt x="4368673" y="433705"/>
                </a:lnTo>
                <a:lnTo>
                  <a:pt x="4418457" y="443738"/>
                </a:lnTo>
                <a:lnTo>
                  <a:pt x="4420997" y="431292"/>
                </a:lnTo>
                <a:close/>
              </a:path>
              <a:path w="4516755" h="480060">
                <a:moveTo>
                  <a:pt x="4516755" y="457073"/>
                </a:moveTo>
                <a:lnTo>
                  <a:pt x="4449572" y="404622"/>
                </a:lnTo>
                <a:lnTo>
                  <a:pt x="4434586" y="479425"/>
                </a:lnTo>
                <a:lnTo>
                  <a:pt x="4516755" y="4570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58B707-2D30-D55E-ADDC-15BA00A465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Miền</a:t>
            </a:r>
            <a:r>
              <a:rPr spc="-65" dirty="0"/>
              <a:t> </a:t>
            </a:r>
            <a:r>
              <a:rPr dirty="0"/>
              <a:t>xác</a:t>
            </a:r>
            <a:r>
              <a:rPr spc="-75" dirty="0"/>
              <a:t> </a:t>
            </a:r>
            <a:r>
              <a:rPr spc="-20" dirty="0"/>
              <a:t>định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2425" marR="154940" indent="-34036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2425" algn="l"/>
              </a:tabLst>
            </a:pPr>
            <a:r>
              <a:rPr dirty="0"/>
              <a:t>Tập</a:t>
            </a:r>
            <a:r>
              <a:rPr spc="-45" dirty="0"/>
              <a:t> </a:t>
            </a:r>
            <a:r>
              <a:rPr dirty="0"/>
              <a:t>hợp</a:t>
            </a:r>
            <a:r>
              <a:rPr spc="-25" dirty="0"/>
              <a:t> </a:t>
            </a:r>
            <a:r>
              <a:rPr dirty="0"/>
              <a:t>các</a:t>
            </a:r>
            <a:r>
              <a:rPr spc="-25" dirty="0"/>
              <a:t> </a:t>
            </a:r>
            <a:r>
              <a:rPr dirty="0"/>
              <a:t>giá</a:t>
            </a:r>
            <a:r>
              <a:rPr spc="-25" dirty="0"/>
              <a:t> </a:t>
            </a:r>
            <a:r>
              <a:rPr dirty="0"/>
              <a:t>trị</a:t>
            </a:r>
            <a:r>
              <a:rPr spc="-25" dirty="0"/>
              <a:t> </a:t>
            </a:r>
            <a:r>
              <a:rPr dirty="0"/>
              <a:t>nguyên</a:t>
            </a:r>
            <a:r>
              <a:rPr spc="-35" dirty="0"/>
              <a:t> </a:t>
            </a:r>
            <a:r>
              <a:rPr dirty="0"/>
              <a:t>tử</a:t>
            </a:r>
            <a:r>
              <a:rPr spc="-30" dirty="0"/>
              <a:t> </a:t>
            </a:r>
            <a:r>
              <a:rPr dirty="0"/>
              <a:t>gắn</a:t>
            </a:r>
            <a:r>
              <a:rPr spc="-30" dirty="0"/>
              <a:t> </a:t>
            </a:r>
            <a:r>
              <a:rPr dirty="0"/>
              <a:t>với</a:t>
            </a:r>
            <a:r>
              <a:rPr spc="-10" dirty="0"/>
              <a:t> thuộc tính.</a:t>
            </a: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2425" algn="l"/>
              </a:tabLst>
            </a:pPr>
            <a:r>
              <a:rPr dirty="0"/>
              <a:t>Có</a:t>
            </a:r>
            <a:r>
              <a:rPr spc="-20" dirty="0"/>
              <a:t> </a:t>
            </a:r>
            <a:r>
              <a:rPr dirty="0"/>
              <a:t>tên,</a:t>
            </a:r>
            <a:r>
              <a:rPr spc="-35" dirty="0"/>
              <a:t> </a:t>
            </a:r>
            <a:r>
              <a:rPr dirty="0"/>
              <a:t>kiểu</a:t>
            </a:r>
            <a:r>
              <a:rPr spc="-30" dirty="0"/>
              <a:t> </a:t>
            </a:r>
            <a:r>
              <a:rPr dirty="0"/>
              <a:t>dữ</a:t>
            </a:r>
            <a:r>
              <a:rPr spc="-30" dirty="0"/>
              <a:t> </a:t>
            </a:r>
            <a:r>
              <a:rPr dirty="0"/>
              <a:t>liệu,</a:t>
            </a:r>
            <a:r>
              <a:rPr spc="-25" dirty="0"/>
              <a:t> </a:t>
            </a:r>
            <a:r>
              <a:rPr dirty="0"/>
              <a:t>khuôn</a:t>
            </a:r>
            <a:r>
              <a:rPr spc="-35" dirty="0"/>
              <a:t> </a:t>
            </a:r>
            <a:r>
              <a:rPr dirty="0"/>
              <a:t>dạng</a:t>
            </a:r>
            <a:r>
              <a:rPr spc="-25" dirty="0"/>
              <a:t> </a:t>
            </a:r>
            <a:r>
              <a:rPr dirty="0"/>
              <a:t>và</a:t>
            </a:r>
            <a:r>
              <a:rPr spc="-30" dirty="0"/>
              <a:t> </a:t>
            </a:r>
            <a:r>
              <a:rPr dirty="0"/>
              <a:t>mô</a:t>
            </a:r>
            <a:r>
              <a:rPr spc="-25" dirty="0"/>
              <a:t> tả</a:t>
            </a: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Tên: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SDT_Nhanvien.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0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Kiểu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dữ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liệu: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chuỗi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ký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tự.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Khuôn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dạng: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xxx-xxxxxxx.</a:t>
            </a:r>
            <a:endParaRPr sz="2800">
              <a:latin typeface="Arial"/>
              <a:cs typeface="Arial"/>
            </a:endParaRPr>
          </a:p>
          <a:p>
            <a:pPr marL="751840" marR="5080" lvl="1" indent="-281940">
              <a:lnSpc>
                <a:spcPct val="100000"/>
              </a:lnSpc>
              <a:spcBef>
                <a:spcPts val="69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Mô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tả: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miền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xác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định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số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điện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thoại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nhân </a:t>
            </a:r>
            <a:r>
              <a:rPr sz="2800" spc="-10" dirty="0">
                <a:latin typeface="Arial"/>
                <a:cs typeface="Arial"/>
              </a:rPr>
              <a:t>viên.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12F4B-379F-6D89-E832-F2B0747983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Bộ</a:t>
            </a:r>
            <a:r>
              <a:rPr spc="-60" dirty="0"/>
              <a:t> </a:t>
            </a:r>
            <a:r>
              <a:rPr dirty="0"/>
              <a:t>dữ</a:t>
            </a:r>
            <a:r>
              <a:rPr spc="-50" dirty="0"/>
              <a:t> </a:t>
            </a:r>
            <a:r>
              <a:rPr dirty="0"/>
              <a:t>liệu,</a:t>
            </a:r>
            <a:r>
              <a:rPr spc="-45" dirty="0"/>
              <a:t> </a:t>
            </a:r>
            <a:r>
              <a:rPr dirty="0"/>
              <a:t>Lược</a:t>
            </a:r>
            <a:r>
              <a:rPr spc="-35" dirty="0"/>
              <a:t> </a:t>
            </a:r>
            <a:r>
              <a:rPr dirty="0"/>
              <a:t>đồ</a:t>
            </a:r>
            <a:r>
              <a:rPr spc="-60" dirty="0"/>
              <a:t> </a:t>
            </a:r>
            <a:r>
              <a:rPr dirty="0"/>
              <a:t>quan</a:t>
            </a:r>
            <a:r>
              <a:rPr spc="-30" dirty="0"/>
              <a:t> </a:t>
            </a:r>
            <a:r>
              <a:rPr spc="-25" dirty="0"/>
              <a:t>hệ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067"/>
            <a:ext cx="7967345" cy="8375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Bộ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liệu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Là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dòng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kể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dòng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tên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tính.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5815" y="4038410"/>
            <a:ext cx="7402830" cy="154432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751840" indent="-281940">
              <a:lnSpc>
                <a:spcPct val="100000"/>
              </a:lnSpc>
              <a:spcBef>
                <a:spcPts val="59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Mỗi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chứa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cụ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tính.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Lược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Tạo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thành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từ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tên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sách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tính.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sz="1800" spc="-20" dirty="0">
                <a:latin typeface="Arial"/>
                <a:cs typeface="Arial"/>
              </a:rPr>
              <a:t>NHANVIEN(MaNV,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Ho,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Ten,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Ngaysinh,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Gioitinh)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06091" y="2051099"/>
          <a:ext cx="6767830" cy="183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8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Gioitinh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Tran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15/4/1971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Nguyen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Van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Binh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1/1/1970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Le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Quang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Cuong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31/12/1973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Nguyen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Thi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4/10/1972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667512" y="3067811"/>
            <a:ext cx="1216660" cy="367665"/>
          </a:xfrm>
          <a:custGeom>
            <a:avLst/>
            <a:gdLst/>
            <a:ahLst/>
            <a:cxnLst/>
            <a:rect l="l" t="t" r="r" b="b"/>
            <a:pathLst>
              <a:path w="1216660" h="367664">
                <a:moveTo>
                  <a:pt x="0" y="61213"/>
                </a:moveTo>
                <a:lnTo>
                  <a:pt x="4810" y="37397"/>
                </a:lnTo>
                <a:lnTo>
                  <a:pt x="17929" y="17938"/>
                </a:lnTo>
                <a:lnTo>
                  <a:pt x="37386" y="4814"/>
                </a:lnTo>
                <a:lnTo>
                  <a:pt x="61214" y="0"/>
                </a:lnTo>
                <a:lnTo>
                  <a:pt x="1154938" y="0"/>
                </a:lnTo>
                <a:lnTo>
                  <a:pt x="1178754" y="4814"/>
                </a:lnTo>
                <a:lnTo>
                  <a:pt x="1198213" y="17938"/>
                </a:lnTo>
                <a:lnTo>
                  <a:pt x="1211337" y="37397"/>
                </a:lnTo>
                <a:lnTo>
                  <a:pt x="1216152" y="61213"/>
                </a:lnTo>
                <a:lnTo>
                  <a:pt x="1216152" y="306070"/>
                </a:lnTo>
                <a:lnTo>
                  <a:pt x="1211337" y="329886"/>
                </a:lnTo>
                <a:lnTo>
                  <a:pt x="1198213" y="349345"/>
                </a:lnTo>
                <a:lnTo>
                  <a:pt x="1178754" y="362469"/>
                </a:lnTo>
                <a:lnTo>
                  <a:pt x="1154938" y="367284"/>
                </a:lnTo>
                <a:lnTo>
                  <a:pt x="61214" y="367284"/>
                </a:lnTo>
                <a:lnTo>
                  <a:pt x="37386" y="362469"/>
                </a:lnTo>
                <a:lnTo>
                  <a:pt x="17929" y="349345"/>
                </a:lnTo>
                <a:lnTo>
                  <a:pt x="4810" y="329886"/>
                </a:lnTo>
                <a:lnTo>
                  <a:pt x="0" y="306070"/>
                </a:lnTo>
                <a:lnTo>
                  <a:pt x="0" y="61213"/>
                </a:lnTo>
                <a:close/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44727" y="3095701"/>
            <a:ext cx="1062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B</a:t>
            </a:r>
            <a:r>
              <a:rPr sz="1800" dirty="0">
                <a:latin typeface="Tahoma"/>
                <a:cs typeface="Tahoma"/>
              </a:rPr>
              <a:t>ộ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dữ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liệu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80489" y="2621279"/>
            <a:ext cx="1098550" cy="1099820"/>
          </a:xfrm>
          <a:custGeom>
            <a:avLst/>
            <a:gdLst/>
            <a:ahLst/>
            <a:cxnLst/>
            <a:rect l="l" t="t" r="r" b="b"/>
            <a:pathLst>
              <a:path w="1098550" h="1099820">
                <a:moveTo>
                  <a:pt x="54356" y="627761"/>
                </a:moveTo>
                <a:lnTo>
                  <a:pt x="41643" y="626592"/>
                </a:lnTo>
                <a:lnTo>
                  <a:pt x="54102" y="623570"/>
                </a:lnTo>
                <a:lnTo>
                  <a:pt x="51054" y="611251"/>
                </a:lnTo>
                <a:lnTo>
                  <a:pt x="47294" y="612165"/>
                </a:lnTo>
                <a:lnTo>
                  <a:pt x="50419" y="610362"/>
                </a:lnTo>
                <a:lnTo>
                  <a:pt x="44069" y="599440"/>
                </a:lnTo>
                <a:lnTo>
                  <a:pt x="3378" y="622769"/>
                </a:lnTo>
                <a:lnTo>
                  <a:pt x="1651" y="623189"/>
                </a:lnTo>
                <a:lnTo>
                  <a:pt x="1765" y="623697"/>
                </a:lnTo>
                <a:lnTo>
                  <a:pt x="0" y="624713"/>
                </a:lnTo>
                <a:lnTo>
                  <a:pt x="2959" y="629894"/>
                </a:lnTo>
                <a:lnTo>
                  <a:pt x="635" y="635254"/>
                </a:lnTo>
                <a:lnTo>
                  <a:pt x="47498" y="655066"/>
                </a:lnTo>
                <a:lnTo>
                  <a:pt x="52451" y="643382"/>
                </a:lnTo>
                <a:lnTo>
                  <a:pt x="43103" y="639432"/>
                </a:lnTo>
                <a:lnTo>
                  <a:pt x="53213" y="640334"/>
                </a:lnTo>
                <a:lnTo>
                  <a:pt x="54356" y="627761"/>
                </a:lnTo>
                <a:close/>
              </a:path>
              <a:path w="1098550" h="1099820">
                <a:moveTo>
                  <a:pt x="127381" y="566039"/>
                </a:moveTo>
                <a:lnTo>
                  <a:pt x="121158" y="555117"/>
                </a:lnTo>
                <a:lnTo>
                  <a:pt x="77089" y="580390"/>
                </a:lnTo>
                <a:lnTo>
                  <a:pt x="83439" y="591439"/>
                </a:lnTo>
                <a:lnTo>
                  <a:pt x="127381" y="566039"/>
                </a:lnTo>
                <a:close/>
              </a:path>
              <a:path w="1098550" h="1099820">
                <a:moveTo>
                  <a:pt x="134239" y="678180"/>
                </a:moveTo>
                <a:lnTo>
                  <a:pt x="87503" y="658368"/>
                </a:lnTo>
                <a:lnTo>
                  <a:pt x="82550" y="670052"/>
                </a:lnTo>
                <a:lnTo>
                  <a:pt x="129286" y="689864"/>
                </a:lnTo>
                <a:lnTo>
                  <a:pt x="134239" y="678180"/>
                </a:lnTo>
                <a:close/>
              </a:path>
              <a:path w="1098550" h="1099820">
                <a:moveTo>
                  <a:pt x="140462" y="602615"/>
                </a:moveTo>
                <a:lnTo>
                  <a:pt x="137414" y="590296"/>
                </a:lnTo>
                <a:lnTo>
                  <a:pt x="88138" y="602234"/>
                </a:lnTo>
                <a:lnTo>
                  <a:pt x="91059" y="614553"/>
                </a:lnTo>
                <a:lnTo>
                  <a:pt x="140462" y="602615"/>
                </a:lnTo>
                <a:close/>
              </a:path>
              <a:path w="1098550" h="1099820">
                <a:moveTo>
                  <a:pt x="142875" y="635762"/>
                </a:moveTo>
                <a:lnTo>
                  <a:pt x="92329" y="631190"/>
                </a:lnTo>
                <a:lnTo>
                  <a:pt x="91186" y="643763"/>
                </a:lnTo>
                <a:lnTo>
                  <a:pt x="141732" y="648462"/>
                </a:lnTo>
                <a:lnTo>
                  <a:pt x="142875" y="635762"/>
                </a:lnTo>
                <a:close/>
              </a:path>
              <a:path w="1098550" h="1099820">
                <a:moveTo>
                  <a:pt x="204470" y="521716"/>
                </a:moveTo>
                <a:lnTo>
                  <a:pt x="198120" y="510667"/>
                </a:lnTo>
                <a:lnTo>
                  <a:pt x="154178" y="536067"/>
                </a:lnTo>
                <a:lnTo>
                  <a:pt x="160401" y="547116"/>
                </a:lnTo>
                <a:lnTo>
                  <a:pt x="204470" y="521716"/>
                </a:lnTo>
                <a:close/>
              </a:path>
              <a:path w="1098550" h="1099820">
                <a:moveTo>
                  <a:pt x="216027" y="712978"/>
                </a:moveTo>
                <a:lnTo>
                  <a:pt x="169291" y="693039"/>
                </a:lnTo>
                <a:lnTo>
                  <a:pt x="164338" y="704723"/>
                </a:lnTo>
                <a:lnTo>
                  <a:pt x="211074" y="724662"/>
                </a:lnTo>
                <a:lnTo>
                  <a:pt x="216027" y="712978"/>
                </a:lnTo>
                <a:close/>
              </a:path>
              <a:path w="1098550" h="1099820">
                <a:moveTo>
                  <a:pt x="226822" y="581787"/>
                </a:moveTo>
                <a:lnTo>
                  <a:pt x="223901" y="569341"/>
                </a:lnTo>
                <a:lnTo>
                  <a:pt x="174498" y="581406"/>
                </a:lnTo>
                <a:lnTo>
                  <a:pt x="177419" y="593725"/>
                </a:lnTo>
                <a:lnTo>
                  <a:pt x="226822" y="581787"/>
                </a:lnTo>
                <a:close/>
              </a:path>
              <a:path w="1098550" h="1099820">
                <a:moveTo>
                  <a:pt x="231394" y="643890"/>
                </a:moveTo>
                <a:lnTo>
                  <a:pt x="180848" y="639191"/>
                </a:lnTo>
                <a:lnTo>
                  <a:pt x="179705" y="651891"/>
                </a:lnTo>
                <a:lnTo>
                  <a:pt x="230251" y="656463"/>
                </a:lnTo>
                <a:lnTo>
                  <a:pt x="231394" y="643890"/>
                </a:lnTo>
                <a:close/>
              </a:path>
              <a:path w="1098550" h="1099820">
                <a:moveTo>
                  <a:pt x="281559" y="477393"/>
                </a:moveTo>
                <a:lnTo>
                  <a:pt x="275209" y="466344"/>
                </a:lnTo>
                <a:lnTo>
                  <a:pt x="231140" y="491744"/>
                </a:lnTo>
                <a:lnTo>
                  <a:pt x="237490" y="502793"/>
                </a:lnTo>
                <a:lnTo>
                  <a:pt x="281559" y="477393"/>
                </a:lnTo>
                <a:close/>
              </a:path>
              <a:path w="1098550" h="1099820">
                <a:moveTo>
                  <a:pt x="297942" y="747649"/>
                </a:moveTo>
                <a:lnTo>
                  <a:pt x="251079" y="727837"/>
                </a:lnTo>
                <a:lnTo>
                  <a:pt x="246126" y="739521"/>
                </a:lnTo>
                <a:lnTo>
                  <a:pt x="292989" y="759333"/>
                </a:lnTo>
                <a:lnTo>
                  <a:pt x="297942" y="747649"/>
                </a:lnTo>
                <a:close/>
              </a:path>
              <a:path w="1098550" h="1099820">
                <a:moveTo>
                  <a:pt x="313309" y="560832"/>
                </a:moveTo>
                <a:lnTo>
                  <a:pt x="310261" y="548513"/>
                </a:lnTo>
                <a:lnTo>
                  <a:pt x="260858" y="560451"/>
                </a:lnTo>
                <a:lnTo>
                  <a:pt x="263906" y="572770"/>
                </a:lnTo>
                <a:lnTo>
                  <a:pt x="313309" y="560832"/>
                </a:lnTo>
                <a:close/>
              </a:path>
              <a:path w="1098550" h="1099820">
                <a:moveTo>
                  <a:pt x="319913" y="652018"/>
                </a:moveTo>
                <a:lnTo>
                  <a:pt x="269367" y="647319"/>
                </a:lnTo>
                <a:lnTo>
                  <a:pt x="268224" y="660019"/>
                </a:lnTo>
                <a:lnTo>
                  <a:pt x="318770" y="664591"/>
                </a:lnTo>
                <a:lnTo>
                  <a:pt x="319913" y="652018"/>
                </a:lnTo>
                <a:close/>
              </a:path>
              <a:path w="1098550" h="1099820">
                <a:moveTo>
                  <a:pt x="358648" y="433070"/>
                </a:moveTo>
                <a:lnTo>
                  <a:pt x="352298" y="422021"/>
                </a:lnTo>
                <a:lnTo>
                  <a:pt x="308229" y="447421"/>
                </a:lnTo>
                <a:lnTo>
                  <a:pt x="314579" y="458343"/>
                </a:lnTo>
                <a:lnTo>
                  <a:pt x="358648" y="433070"/>
                </a:lnTo>
                <a:close/>
              </a:path>
              <a:path w="1098550" h="1099820">
                <a:moveTo>
                  <a:pt x="379730" y="782447"/>
                </a:moveTo>
                <a:lnTo>
                  <a:pt x="332994" y="762508"/>
                </a:lnTo>
                <a:lnTo>
                  <a:pt x="328041" y="774192"/>
                </a:lnTo>
                <a:lnTo>
                  <a:pt x="374777" y="794131"/>
                </a:lnTo>
                <a:lnTo>
                  <a:pt x="379730" y="782447"/>
                </a:lnTo>
                <a:close/>
              </a:path>
              <a:path w="1098550" h="1099820">
                <a:moveTo>
                  <a:pt x="399669" y="539877"/>
                </a:moveTo>
                <a:lnTo>
                  <a:pt x="396621" y="527558"/>
                </a:lnTo>
                <a:lnTo>
                  <a:pt x="347345" y="539496"/>
                </a:lnTo>
                <a:lnTo>
                  <a:pt x="350266" y="551815"/>
                </a:lnTo>
                <a:lnTo>
                  <a:pt x="399669" y="539877"/>
                </a:lnTo>
                <a:close/>
              </a:path>
              <a:path w="1098550" h="1099820">
                <a:moveTo>
                  <a:pt x="408432" y="660019"/>
                </a:moveTo>
                <a:lnTo>
                  <a:pt x="357886" y="655447"/>
                </a:lnTo>
                <a:lnTo>
                  <a:pt x="356743" y="668020"/>
                </a:lnTo>
                <a:lnTo>
                  <a:pt x="407289" y="672719"/>
                </a:lnTo>
                <a:lnTo>
                  <a:pt x="408432" y="660019"/>
                </a:lnTo>
                <a:close/>
              </a:path>
              <a:path w="1098550" h="1099820">
                <a:moveTo>
                  <a:pt x="435610" y="388747"/>
                </a:moveTo>
                <a:lnTo>
                  <a:pt x="429260" y="377698"/>
                </a:lnTo>
                <a:lnTo>
                  <a:pt x="385318" y="403098"/>
                </a:lnTo>
                <a:lnTo>
                  <a:pt x="391668" y="414020"/>
                </a:lnTo>
                <a:lnTo>
                  <a:pt x="435610" y="388747"/>
                </a:lnTo>
                <a:close/>
              </a:path>
              <a:path w="1098550" h="1099820">
                <a:moveTo>
                  <a:pt x="461518" y="817118"/>
                </a:moveTo>
                <a:lnTo>
                  <a:pt x="414782" y="797306"/>
                </a:lnTo>
                <a:lnTo>
                  <a:pt x="409829" y="808990"/>
                </a:lnTo>
                <a:lnTo>
                  <a:pt x="456565" y="828802"/>
                </a:lnTo>
                <a:lnTo>
                  <a:pt x="461518" y="817118"/>
                </a:lnTo>
                <a:close/>
              </a:path>
              <a:path w="1098550" h="1099820">
                <a:moveTo>
                  <a:pt x="486029" y="519049"/>
                </a:moveTo>
                <a:lnTo>
                  <a:pt x="483108" y="506603"/>
                </a:lnTo>
                <a:lnTo>
                  <a:pt x="433705" y="518668"/>
                </a:lnTo>
                <a:lnTo>
                  <a:pt x="436753" y="530987"/>
                </a:lnTo>
                <a:lnTo>
                  <a:pt x="486029" y="519049"/>
                </a:lnTo>
                <a:close/>
              </a:path>
              <a:path w="1098550" h="1099820">
                <a:moveTo>
                  <a:pt x="496951" y="668147"/>
                </a:moveTo>
                <a:lnTo>
                  <a:pt x="446405" y="663448"/>
                </a:lnTo>
                <a:lnTo>
                  <a:pt x="445262" y="676148"/>
                </a:lnTo>
                <a:lnTo>
                  <a:pt x="495808" y="680720"/>
                </a:lnTo>
                <a:lnTo>
                  <a:pt x="496951" y="668147"/>
                </a:lnTo>
                <a:close/>
              </a:path>
              <a:path w="1098550" h="1099820">
                <a:moveTo>
                  <a:pt x="512699" y="344424"/>
                </a:moveTo>
                <a:lnTo>
                  <a:pt x="506349" y="333375"/>
                </a:lnTo>
                <a:lnTo>
                  <a:pt x="462280" y="358775"/>
                </a:lnTo>
                <a:lnTo>
                  <a:pt x="468630" y="369697"/>
                </a:lnTo>
                <a:lnTo>
                  <a:pt x="512699" y="344424"/>
                </a:lnTo>
                <a:close/>
              </a:path>
              <a:path w="1098550" h="1099820">
                <a:moveTo>
                  <a:pt x="543433" y="851916"/>
                </a:moveTo>
                <a:lnTo>
                  <a:pt x="496570" y="832104"/>
                </a:lnTo>
                <a:lnTo>
                  <a:pt x="491617" y="843788"/>
                </a:lnTo>
                <a:lnTo>
                  <a:pt x="538480" y="863600"/>
                </a:lnTo>
                <a:lnTo>
                  <a:pt x="543433" y="851916"/>
                </a:lnTo>
                <a:close/>
              </a:path>
              <a:path w="1098550" h="1099820">
                <a:moveTo>
                  <a:pt x="572516" y="498094"/>
                </a:moveTo>
                <a:lnTo>
                  <a:pt x="569468" y="485775"/>
                </a:lnTo>
                <a:lnTo>
                  <a:pt x="520065" y="497713"/>
                </a:lnTo>
                <a:lnTo>
                  <a:pt x="523113" y="510032"/>
                </a:lnTo>
                <a:lnTo>
                  <a:pt x="572516" y="498094"/>
                </a:lnTo>
                <a:close/>
              </a:path>
              <a:path w="1098550" h="1099820">
                <a:moveTo>
                  <a:pt x="585470" y="676148"/>
                </a:moveTo>
                <a:lnTo>
                  <a:pt x="534924" y="671576"/>
                </a:lnTo>
                <a:lnTo>
                  <a:pt x="533781" y="684276"/>
                </a:lnTo>
                <a:lnTo>
                  <a:pt x="584327" y="688848"/>
                </a:lnTo>
                <a:lnTo>
                  <a:pt x="585470" y="676148"/>
                </a:lnTo>
                <a:close/>
              </a:path>
              <a:path w="1098550" h="1099820">
                <a:moveTo>
                  <a:pt x="589788" y="300101"/>
                </a:moveTo>
                <a:lnTo>
                  <a:pt x="583438" y="289052"/>
                </a:lnTo>
                <a:lnTo>
                  <a:pt x="539369" y="314325"/>
                </a:lnTo>
                <a:lnTo>
                  <a:pt x="545719" y="325374"/>
                </a:lnTo>
                <a:lnTo>
                  <a:pt x="589788" y="300101"/>
                </a:lnTo>
                <a:close/>
              </a:path>
              <a:path w="1098550" h="1099820">
                <a:moveTo>
                  <a:pt x="625221" y="886714"/>
                </a:moveTo>
                <a:lnTo>
                  <a:pt x="578485" y="866775"/>
                </a:lnTo>
                <a:lnTo>
                  <a:pt x="573532" y="878459"/>
                </a:lnTo>
                <a:lnTo>
                  <a:pt x="620268" y="898398"/>
                </a:lnTo>
                <a:lnTo>
                  <a:pt x="625221" y="886714"/>
                </a:lnTo>
                <a:close/>
              </a:path>
              <a:path w="1098550" h="1099820">
                <a:moveTo>
                  <a:pt x="658876" y="477139"/>
                </a:moveTo>
                <a:lnTo>
                  <a:pt x="655828" y="464820"/>
                </a:lnTo>
                <a:lnTo>
                  <a:pt x="606552" y="476758"/>
                </a:lnTo>
                <a:lnTo>
                  <a:pt x="609473" y="489077"/>
                </a:lnTo>
                <a:lnTo>
                  <a:pt x="658876" y="477139"/>
                </a:lnTo>
                <a:close/>
              </a:path>
              <a:path w="1098550" h="1099820">
                <a:moveTo>
                  <a:pt x="666877" y="255778"/>
                </a:moveTo>
                <a:lnTo>
                  <a:pt x="660527" y="244729"/>
                </a:lnTo>
                <a:lnTo>
                  <a:pt x="616458" y="270002"/>
                </a:lnTo>
                <a:lnTo>
                  <a:pt x="622808" y="281051"/>
                </a:lnTo>
                <a:lnTo>
                  <a:pt x="666877" y="255778"/>
                </a:lnTo>
                <a:close/>
              </a:path>
              <a:path w="1098550" h="1099820">
                <a:moveTo>
                  <a:pt x="674116" y="684276"/>
                </a:moveTo>
                <a:lnTo>
                  <a:pt x="623443" y="679704"/>
                </a:lnTo>
                <a:lnTo>
                  <a:pt x="622300" y="692277"/>
                </a:lnTo>
                <a:lnTo>
                  <a:pt x="672846" y="696976"/>
                </a:lnTo>
                <a:lnTo>
                  <a:pt x="674116" y="684276"/>
                </a:lnTo>
                <a:close/>
              </a:path>
              <a:path w="1098550" h="1099820">
                <a:moveTo>
                  <a:pt x="707009" y="921385"/>
                </a:moveTo>
                <a:lnTo>
                  <a:pt x="660273" y="901573"/>
                </a:lnTo>
                <a:lnTo>
                  <a:pt x="655320" y="913257"/>
                </a:lnTo>
                <a:lnTo>
                  <a:pt x="702056" y="933069"/>
                </a:lnTo>
                <a:lnTo>
                  <a:pt x="707009" y="921385"/>
                </a:lnTo>
                <a:close/>
              </a:path>
              <a:path w="1098550" h="1099820">
                <a:moveTo>
                  <a:pt x="743839" y="211455"/>
                </a:moveTo>
                <a:lnTo>
                  <a:pt x="737489" y="200406"/>
                </a:lnTo>
                <a:lnTo>
                  <a:pt x="693547" y="225679"/>
                </a:lnTo>
                <a:lnTo>
                  <a:pt x="699897" y="236728"/>
                </a:lnTo>
                <a:lnTo>
                  <a:pt x="743839" y="211455"/>
                </a:lnTo>
                <a:close/>
              </a:path>
              <a:path w="1098550" h="1099820">
                <a:moveTo>
                  <a:pt x="745236" y="456311"/>
                </a:moveTo>
                <a:lnTo>
                  <a:pt x="742315" y="443865"/>
                </a:lnTo>
                <a:lnTo>
                  <a:pt x="692912" y="455930"/>
                </a:lnTo>
                <a:lnTo>
                  <a:pt x="695960" y="468249"/>
                </a:lnTo>
                <a:lnTo>
                  <a:pt x="745236" y="456311"/>
                </a:lnTo>
                <a:close/>
              </a:path>
              <a:path w="1098550" h="1099820">
                <a:moveTo>
                  <a:pt x="762635" y="692404"/>
                </a:moveTo>
                <a:lnTo>
                  <a:pt x="711962" y="687705"/>
                </a:lnTo>
                <a:lnTo>
                  <a:pt x="710819" y="700405"/>
                </a:lnTo>
                <a:lnTo>
                  <a:pt x="761492" y="704977"/>
                </a:lnTo>
                <a:lnTo>
                  <a:pt x="762635" y="692404"/>
                </a:lnTo>
                <a:close/>
              </a:path>
              <a:path w="1098550" h="1099820">
                <a:moveTo>
                  <a:pt x="788924" y="956183"/>
                </a:moveTo>
                <a:lnTo>
                  <a:pt x="742061" y="936244"/>
                </a:lnTo>
                <a:lnTo>
                  <a:pt x="737108" y="947940"/>
                </a:lnTo>
                <a:lnTo>
                  <a:pt x="783844" y="967867"/>
                </a:lnTo>
                <a:lnTo>
                  <a:pt x="788924" y="956183"/>
                </a:lnTo>
                <a:close/>
              </a:path>
              <a:path w="1098550" h="1099820">
                <a:moveTo>
                  <a:pt x="820928" y="167005"/>
                </a:moveTo>
                <a:lnTo>
                  <a:pt x="814578" y="156083"/>
                </a:lnTo>
                <a:lnTo>
                  <a:pt x="770509" y="181356"/>
                </a:lnTo>
                <a:lnTo>
                  <a:pt x="776859" y="192405"/>
                </a:lnTo>
                <a:lnTo>
                  <a:pt x="820928" y="167005"/>
                </a:lnTo>
                <a:close/>
              </a:path>
              <a:path w="1098550" h="1099820">
                <a:moveTo>
                  <a:pt x="831723" y="435356"/>
                </a:moveTo>
                <a:lnTo>
                  <a:pt x="828675" y="423037"/>
                </a:lnTo>
                <a:lnTo>
                  <a:pt x="779272" y="434975"/>
                </a:lnTo>
                <a:lnTo>
                  <a:pt x="782320" y="447294"/>
                </a:lnTo>
                <a:lnTo>
                  <a:pt x="831723" y="435356"/>
                </a:lnTo>
                <a:close/>
              </a:path>
              <a:path w="1098550" h="1099820">
                <a:moveTo>
                  <a:pt x="851154" y="700405"/>
                </a:moveTo>
                <a:lnTo>
                  <a:pt x="800481" y="695833"/>
                </a:lnTo>
                <a:lnTo>
                  <a:pt x="799338" y="708533"/>
                </a:lnTo>
                <a:lnTo>
                  <a:pt x="850011" y="713105"/>
                </a:lnTo>
                <a:lnTo>
                  <a:pt x="851154" y="700405"/>
                </a:lnTo>
                <a:close/>
              </a:path>
              <a:path w="1098550" h="1099820">
                <a:moveTo>
                  <a:pt x="870712" y="990854"/>
                </a:moveTo>
                <a:lnTo>
                  <a:pt x="823976" y="971042"/>
                </a:lnTo>
                <a:lnTo>
                  <a:pt x="819023" y="982726"/>
                </a:lnTo>
                <a:lnTo>
                  <a:pt x="865759" y="1002538"/>
                </a:lnTo>
                <a:lnTo>
                  <a:pt x="870712" y="990854"/>
                </a:lnTo>
                <a:close/>
              </a:path>
              <a:path w="1098550" h="1099820">
                <a:moveTo>
                  <a:pt x="898017" y="122682"/>
                </a:moveTo>
                <a:lnTo>
                  <a:pt x="891667" y="111760"/>
                </a:lnTo>
                <a:lnTo>
                  <a:pt x="847598" y="137033"/>
                </a:lnTo>
                <a:lnTo>
                  <a:pt x="853948" y="148082"/>
                </a:lnTo>
                <a:lnTo>
                  <a:pt x="898017" y="122682"/>
                </a:lnTo>
                <a:close/>
              </a:path>
              <a:path w="1098550" h="1099820">
                <a:moveTo>
                  <a:pt x="918083" y="414401"/>
                </a:moveTo>
                <a:lnTo>
                  <a:pt x="915162" y="402082"/>
                </a:lnTo>
                <a:lnTo>
                  <a:pt x="865759" y="414020"/>
                </a:lnTo>
                <a:lnTo>
                  <a:pt x="868680" y="426339"/>
                </a:lnTo>
                <a:lnTo>
                  <a:pt x="918083" y="414401"/>
                </a:lnTo>
                <a:close/>
              </a:path>
              <a:path w="1098550" h="1099820">
                <a:moveTo>
                  <a:pt x="939673" y="708533"/>
                </a:moveTo>
                <a:lnTo>
                  <a:pt x="889127" y="703961"/>
                </a:lnTo>
                <a:lnTo>
                  <a:pt x="887857" y="716534"/>
                </a:lnTo>
                <a:lnTo>
                  <a:pt x="938530" y="721233"/>
                </a:lnTo>
                <a:lnTo>
                  <a:pt x="939673" y="708533"/>
                </a:lnTo>
                <a:close/>
              </a:path>
              <a:path w="1098550" h="1099820">
                <a:moveTo>
                  <a:pt x="952500" y="1025652"/>
                </a:moveTo>
                <a:lnTo>
                  <a:pt x="905764" y="1005840"/>
                </a:lnTo>
                <a:lnTo>
                  <a:pt x="900811" y="1017524"/>
                </a:lnTo>
                <a:lnTo>
                  <a:pt x="947547" y="1037336"/>
                </a:lnTo>
                <a:lnTo>
                  <a:pt x="952500" y="1025652"/>
                </a:lnTo>
                <a:close/>
              </a:path>
              <a:path w="1098550" h="1099820">
                <a:moveTo>
                  <a:pt x="975106" y="78359"/>
                </a:moveTo>
                <a:lnTo>
                  <a:pt x="968756" y="67437"/>
                </a:lnTo>
                <a:lnTo>
                  <a:pt x="924687" y="92710"/>
                </a:lnTo>
                <a:lnTo>
                  <a:pt x="931037" y="103759"/>
                </a:lnTo>
                <a:lnTo>
                  <a:pt x="975106" y="78359"/>
                </a:lnTo>
                <a:close/>
              </a:path>
              <a:path w="1098550" h="1099820">
                <a:moveTo>
                  <a:pt x="1004443" y="393573"/>
                </a:moveTo>
                <a:lnTo>
                  <a:pt x="1001522" y="381127"/>
                </a:lnTo>
                <a:lnTo>
                  <a:pt x="952119" y="393192"/>
                </a:lnTo>
                <a:lnTo>
                  <a:pt x="955167" y="405511"/>
                </a:lnTo>
                <a:lnTo>
                  <a:pt x="1004443" y="393573"/>
                </a:lnTo>
                <a:close/>
              </a:path>
              <a:path w="1098550" h="1099820">
                <a:moveTo>
                  <a:pt x="1097610" y="728789"/>
                </a:moveTo>
                <a:lnTo>
                  <a:pt x="1026160" y="684530"/>
                </a:lnTo>
                <a:lnTo>
                  <a:pt x="1023239" y="716203"/>
                </a:lnTo>
                <a:lnTo>
                  <a:pt x="977646" y="711962"/>
                </a:lnTo>
                <a:lnTo>
                  <a:pt x="976503" y="724662"/>
                </a:lnTo>
                <a:lnTo>
                  <a:pt x="1022083" y="728789"/>
                </a:lnTo>
                <a:lnTo>
                  <a:pt x="1027087" y="728789"/>
                </a:lnTo>
                <a:lnTo>
                  <a:pt x="1097610" y="728789"/>
                </a:lnTo>
                <a:close/>
              </a:path>
              <a:path w="1098550" h="1099820">
                <a:moveTo>
                  <a:pt x="1098550" y="1094486"/>
                </a:moveTo>
                <a:lnTo>
                  <a:pt x="1079474" y="1072134"/>
                </a:lnTo>
                <a:lnTo>
                  <a:pt x="1043305" y="1029716"/>
                </a:lnTo>
                <a:lnTo>
                  <a:pt x="1030859" y="1058951"/>
                </a:lnTo>
                <a:lnTo>
                  <a:pt x="987552" y="1040511"/>
                </a:lnTo>
                <a:lnTo>
                  <a:pt x="982599" y="1052195"/>
                </a:lnTo>
                <a:lnTo>
                  <a:pt x="1025867" y="1070660"/>
                </a:lnTo>
                <a:lnTo>
                  <a:pt x="1013460" y="1099820"/>
                </a:lnTo>
                <a:lnTo>
                  <a:pt x="1098550" y="1094486"/>
                </a:lnTo>
                <a:close/>
              </a:path>
              <a:path w="1098550" h="1099820">
                <a:moveTo>
                  <a:pt x="1098550" y="729361"/>
                </a:moveTo>
                <a:lnTo>
                  <a:pt x="1028446" y="729361"/>
                </a:lnTo>
                <a:lnTo>
                  <a:pt x="1027036" y="729361"/>
                </a:lnTo>
                <a:lnTo>
                  <a:pt x="1022032" y="729361"/>
                </a:lnTo>
                <a:lnTo>
                  <a:pt x="1019175" y="760476"/>
                </a:lnTo>
                <a:lnTo>
                  <a:pt x="1098550" y="729361"/>
                </a:lnTo>
                <a:close/>
              </a:path>
              <a:path w="1098550" h="1099820">
                <a:moveTo>
                  <a:pt x="1098550" y="364236"/>
                </a:moveTo>
                <a:lnTo>
                  <a:pt x="1015492" y="345186"/>
                </a:lnTo>
                <a:lnTo>
                  <a:pt x="1033399" y="419227"/>
                </a:lnTo>
                <a:lnTo>
                  <a:pt x="1098550" y="364236"/>
                </a:lnTo>
                <a:close/>
              </a:path>
              <a:path w="1098550" h="1099820">
                <a:moveTo>
                  <a:pt x="1098550" y="0"/>
                </a:moveTo>
                <a:lnTo>
                  <a:pt x="1013460" y="4953"/>
                </a:lnTo>
                <a:lnTo>
                  <a:pt x="1029347" y="32512"/>
                </a:lnTo>
                <a:lnTo>
                  <a:pt x="1001776" y="48387"/>
                </a:lnTo>
                <a:lnTo>
                  <a:pt x="1008126" y="59436"/>
                </a:lnTo>
                <a:lnTo>
                  <a:pt x="1035723" y="43548"/>
                </a:lnTo>
                <a:lnTo>
                  <a:pt x="1051560" y="70993"/>
                </a:lnTo>
                <a:lnTo>
                  <a:pt x="1081227" y="26162"/>
                </a:lnTo>
                <a:lnTo>
                  <a:pt x="1098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FE7E5A-204F-659A-487A-D51A94FCE7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Định</a:t>
            </a:r>
            <a:r>
              <a:rPr spc="-95" dirty="0"/>
              <a:t> </a:t>
            </a:r>
            <a:r>
              <a:rPr dirty="0"/>
              <a:t>nghĩa</a:t>
            </a:r>
            <a:r>
              <a:rPr spc="-90" dirty="0"/>
              <a:t> </a:t>
            </a:r>
            <a:r>
              <a:rPr dirty="0"/>
              <a:t>hình</a:t>
            </a:r>
            <a:r>
              <a:rPr spc="-90" dirty="0"/>
              <a:t> </a:t>
            </a:r>
            <a:r>
              <a:rPr spc="-20" dirty="0"/>
              <a:t>thức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5" y="818315"/>
            <a:ext cx="8054340" cy="493585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Lược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đồ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hệ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spc="-10" dirty="0">
                <a:latin typeface="Arial"/>
                <a:cs typeface="Arial"/>
              </a:rPr>
              <a:t>R(A</a:t>
            </a:r>
            <a:r>
              <a:rPr sz="2400" spc="-15" baseline="-20833" dirty="0">
                <a:latin typeface="Arial"/>
                <a:cs typeface="Arial"/>
              </a:rPr>
              <a:t>1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...,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R(A</a:t>
            </a:r>
            <a:r>
              <a:rPr sz="2400" spc="-15" baseline="-20833" dirty="0">
                <a:latin typeface="Arial"/>
                <a:cs typeface="Arial"/>
              </a:rPr>
              <a:t>1</a:t>
            </a:r>
            <a:r>
              <a:rPr sz="2400" spc="-10" dirty="0">
                <a:latin typeface="Arial"/>
                <a:cs typeface="Arial"/>
              </a:rPr>
              <a:t>:D</a:t>
            </a:r>
            <a:r>
              <a:rPr sz="2400" spc="-15" baseline="-20833" dirty="0">
                <a:latin typeface="Arial"/>
                <a:cs typeface="Arial"/>
              </a:rPr>
              <a:t>1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:D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...,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</a:t>
            </a:r>
            <a:r>
              <a:rPr sz="2400" spc="-15" baseline="-20833" dirty="0">
                <a:latin typeface="Arial"/>
                <a:cs typeface="Arial"/>
              </a:rPr>
              <a:t>n</a:t>
            </a:r>
            <a:r>
              <a:rPr sz="2400" spc="-10" dirty="0">
                <a:latin typeface="Arial"/>
                <a:cs typeface="Arial"/>
              </a:rPr>
              <a:t>:D</a:t>
            </a:r>
            <a:r>
              <a:rPr sz="2400" spc="-15" baseline="-20833" dirty="0">
                <a:latin typeface="Arial"/>
                <a:cs typeface="Arial"/>
              </a:rPr>
              <a:t>n</a:t>
            </a:r>
            <a:r>
              <a:rPr sz="2400" spc="-10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505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tên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hệ.</a:t>
            </a:r>
            <a:endParaRPr sz="20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495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...,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n</a:t>
            </a:r>
            <a:r>
              <a:rPr sz="1950" spc="262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 các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tính.</a:t>
            </a:r>
            <a:endParaRPr sz="20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505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D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270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miền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...,n.</a:t>
            </a:r>
            <a:endParaRPr sz="20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59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Bậc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lượng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25" dirty="0">
                <a:latin typeface="Arial"/>
                <a:cs typeface="Arial"/>
              </a:rPr>
              <a:t> đồ.</a:t>
            </a:r>
            <a:endParaRPr sz="24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8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Quan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hệ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-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Trạng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thái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hệ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r(R)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{t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...,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</a:t>
            </a:r>
            <a:r>
              <a:rPr sz="2400" spc="-37" baseline="-20833" dirty="0">
                <a:latin typeface="Arial"/>
                <a:cs typeface="Arial"/>
              </a:rPr>
              <a:t>m</a:t>
            </a:r>
            <a:r>
              <a:rPr sz="2400" spc="-25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509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25" dirty="0">
                <a:latin typeface="Arial"/>
                <a:cs typeface="Arial"/>
              </a:rPr>
              <a:t> R.</a:t>
            </a:r>
            <a:endParaRPr sz="20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505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t</a:t>
            </a:r>
            <a:r>
              <a:rPr sz="1950" baseline="-21367" dirty="0">
                <a:latin typeface="Arial"/>
                <a:cs typeface="Arial"/>
              </a:rPr>
              <a:t>j</a:t>
            </a:r>
            <a:r>
              <a:rPr sz="1950" spc="277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&lt;v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...,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</a:t>
            </a:r>
            <a:r>
              <a:rPr sz="1950" baseline="-21367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&gt;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sách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có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thứ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tự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 </a:t>
            </a:r>
            <a:r>
              <a:rPr sz="2000" spc="-25" dirty="0">
                <a:latin typeface="Arial"/>
                <a:cs typeface="Arial"/>
              </a:rPr>
              <a:t>trị</a:t>
            </a:r>
            <a:endParaRPr sz="2000">
              <a:latin typeface="Arial"/>
              <a:cs typeface="Arial"/>
            </a:endParaRPr>
          </a:p>
          <a:p>
            <a:pPr marL="1409700">
              <a:lnSpc>
                <a:spcPct val="100000"/>
              </a:lnSpc>
              <a:spcBef>
                <a:spcPts val="509"/>
              </a:spcBef>
            </a:pPr>
            <a:r>
              <a:rPr sz="1800" dirty="0">
                <a:latin typeface="Arial"/>
                <a:cs typeface="Arial"/>
              </a:rPr>
              <a:t>+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baseline="-20833" dirty="0">
                <a:latin typeface="Arial"/>
                <a:cs typeface="Arial"/>
              </a:rPr>
              <a:t>i</a:t>
            </a:r>
            <a:r>
              <a:rPr sz="1800" spc="-15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baseline="-20833" dirty="0">
                <a:latin typeface="Arial"/>
                <a:cs typeface="Arial"/>
              </a:rPr>
              <a:t>i</a:t>
            </a:r>
            <a:r>
              <a:rPr sz="1800" spc="225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hoặc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baseline="-20833" dirty="0">
                <a:latin typeface="Arial"/>
                <a:cs typeface="Arial"/>
              </a:rPr>
              <a:t>i</a:t>
            </a:r>
            <a:r>
              <a:rPr sz="1800" spc="225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null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(giá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trị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rỗng)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giá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trị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ứng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</a:t>
            </a:r>
            <a:r>
              <a:rPr sz="1800" spc="-37" baseline="-20833" dirty="0">
                <a:latin typeface="Arial"/>
                <a:cs typeface="Arial"/>
              </a:rPr>
              <a:t>i</a:t>
            </a:r>
            <a:r>
              <a:rPr sz="1800" spc="-25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484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t[A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]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hoặc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t[i]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thành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phần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thứ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25" dirty="0">
                <a:latin typeface="Arial"/>
                <a:cs typeface="Arial"/>
              </a:rPr>
              <a:t> 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147F0-445D-BB85-A728-BCDD7579F52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spc="-85" dirty="0"/>
              <a:t> </a:t>
            </a:r>
            <a:r>
              <a:rPr dirty="0"/>
              <a:t>đặc</a:t>
            </a:r>
            <a:r>
              <a:rPr spc="-55" dirty="0"/>
              <a:t> </a:t>
            </a:r>
            <a:r>
              <a:rPr dirty="0"/>
              <a:t>trưng</a:t>
            </a:r>
            <a:r>
              <a:rPr spc="-90" dirty="0"/>
              <a:t> </a:t>
            </a:r>
            <a:r>
              <a:rPr dirty="0"/>
              <a:t>của</a:t>
            </a:r>
            <a:r>
              <a:rPr spc="-85" dirty="0"/>
              <a:t> </a:t>
            </a:r>
            <a:r>
              <a:rPr dirty="0"/>
              <a:t>quan</a:t>
            </a:r>
            <a:r>
              <a:rPr spc="-55" dirty="0"/>
              <a:t> </a:t>
            </a:r>
            <a:r>
              <a:rPr spc="-25" dirty="0"/>
              <a:t>hệ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523"/>
            <a:ext cx="8321675" cy="45504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Trong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trùng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nhau.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Thứ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tự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Về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mặt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toán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học,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giữa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bất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kỳ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thứ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tự</a:t>
            </a:r>
            <a:endParaRPr sz="20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latin typeface="Arial"/>
                <a:cs typeface="Arial"/>
              </a:rPr>
              <a:t>nào.</a:t>
            </a:r>
            <a:endParaRPr sz="2000">
              <a:latin typeface="Arial"/>
              <a:cs typeface="Arial"/>
            </a:endParaRPr>
          </a:p>
          <a:p>
            <a:pPr marL="751840" marR="118110" lvl="1" indent="-281940">
              <a:lnSpc>
                <a:spcPct val="100000"/>
              </a:lnSpc>
              <a:spcBef>
                <a:spcPts val="49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Nhiều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thứ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tự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logic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nó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cài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đặt </a:t>
            </a:r>
            <a:r>
              <a:rPr sz="2000" dirty="0">
                <a:latin typeface="Arial"/>
                <a:cs typeface="Arial"/>
              </a:rPr>
              <a:t>như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hoặc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hiển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như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bảng.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Thứ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tự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bộ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Sự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sắp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xếp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trọng.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Giá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rỗng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(null)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bộ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Các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gộp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phép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tồn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tại.</a:t>
            </a:r>
            <a:endParaRPr sz="2000">
              <a:latin typeface="Arial"/>
              <a:cs typeface="Arial"/>
            </a:endParaRPr>
          </a:p>
          <a:p>
            <a:pPr marL="751840" marR="10287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Giá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rỗng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dùng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biểu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diễn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chưa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xác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hoặc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áp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tính.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8C089-9FFC-7641-D64E-13E24AEB93A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spc="-65" dirty="0"/>
              <a:t> </a:t>
            </a:r>
            <a:r>
              <a:rPr dirty="0"/>
              <a:t>ký</a:t>
            </a:r>
            <a:r>
              <a:rPr spc="-65" dirty="0"/>
              <a:t> </a:t>
            </a:r>
            <a:r>
              <a:rPr dirty="0"/>
              <a:t>hiệu</a:t>
            </a:r>
            <a:r>
              <a:rPr spc="-55" dirty="0"/>
              <a:t> </a:t>
            </a:r>
            <a:r>
              <a:rPr dirty="0"/>
              <a:t>của</a:t>
            </a:r>
            <a:r>
              <a:rPr spc="-50" dirty="0"/>
              <a:t> </a:t>
            </a:r>
            <a:r>
              <a:rPr dirty="0"/>
              <a:t>mô</a:t>
            </a:r>
            <a:r>
              <a:rPr spc="-60" dirty="0"/>
              <a:t> </a:t>
            </a:r>
            <a:r>
              <a:rPr spc="-20" dirty="0"/>
              <a:t>hình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215" y="1017067"/>
            <a:ext cx="8290559" cy="48158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540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454025" algn="l"/>
              </a:tabLst>
            </a:pPr>
            <a:r>
              <a:rPr sz="2400" dirty="0">
                <a:latin typeface="Arial"/>
                <a:cs typeface="Arial"/>
              </a:rPr>
              <a:t>Lược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bậc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  <a:p>
            <a:pPr marL="8534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853440" algn="l"/>
              </a:tabLst>
            </a:pPr>
            <a:r>
              <a:rPr sz="2000" dirty="0">
                <a:latin typeface="Arial"/>
                <a:cs typeface="Arial"/>
              </a:rPr>
              <a:t>R(A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2</a:t>
            </a:r>
            <a:r>
              <a:rPr sz="2000" dirty="0">
                <a:latin typeface="Arial"/>
                <a:cs typeface="Arial"/>
              </a:rPr>
              <a:t>, ...,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A</a:t>
            </a:r>
            <a:r>
              <a:rPr sz="1950" spc="-30" baseline="-21367" dirty="0">
                <a:latin typeface="Arial"/>
                <a:cs typeface="Arial"/>
              </a:rPr>
              <a:t>n</a:t>
            </a:r>
            <a:r>
              <a:rPr sz="2000" spc="-20" dirty="0">
                <a:latin typeface="Arial"/>
                <a:cs typeface="Arial"/>
              </a:rPr>
              <a:t>).</a:t>
            </a:r>
            <a:endParaRPr sz="2000">
              <a:latin typeface="Arial"/>
              <a:cs typeface="Arial"/>
            </a:endParaRPr>
          </a:p>
          <a:p>
            <a:pPr marL="454025" indent="-339725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454025" algn="l"/>
              </a:tabLst>
            </a:pPr>
            <a:r>
              <a:rPr sz="2400" spc="-10" dirty="0">
                <a:latin typeface="Arial"/>
                <a:cs typeface="Arial"/>
              </a:rPr>
              <a:t>n-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r(R)</a:t>
            </a:r>
            <a:endParaRPr sz="2400">
              <a:latin typeface="Arial"/>
              <a:cs typeface="Arial"/>
            </a:endParaRPr>
          </a:p>
          <a:p>
            <a:pPr marL="8534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853440" algn="l"/>
              </a:tabLst>
            </a:pPr>
            <a:r>
              <a:rPr sz="2000" dirty="0">
                <a:latin typeface="Arial"/>
                <a:cs typeface="Arial"/>
              </a:rPr>
              <a:t>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&lt;v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</a:t>
            </a:r>
            <a:r>
              <a:rPr sz="1950" baseline="-21367" dirty="0">
                <a:latin typeface="Arial"/>
                <a:cs typeface="Arial"/>
              </a:rPr>
              <a:t>2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...,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</a:t>
            </a:r>
            <a:r>
              <a:rPr sz="1950" baseline="-21367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&gt;,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284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tính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</a:t>
            </a:r>
            <a:r>
              <a:rPr sz="1950" spc="-37" baseline="-21367" dirty="0">
                <a:latin typeface="Arial"/>
                <a:cs typeface="Arial"/>
              </a:rPr>
              <a:t>i</a:t>
            </a:r>
            <a:r>
              <a:rPr sz="2000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8534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853440" algn="l"/>
              </a:tabLst>
            </a:pPr>
            <a:r>
              <a:rPr sz="2000" dirty="0">
                <a:latin typeface="Arial"/>
                <a:cs typeface="Arial"/>
              </a:rPr>
              <a:t>t[A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],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t.A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262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262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t.</a:t>
            </a:r>
            <a:endParaRPr sz="2000">
              <a:latin typeface="Arial"/>
              <a:cs typeface="Arial"/>
            </a:endParaRPr>
          </a:p>
          <a:p>
            <a:pPr marL="853440" lvl="1" indent="-281940">
              <a:lnSpc>
                <a:spcPct val="100000"/>
              </a:lnSpc>
              <a:spcBef>
                <a:spcPts val="500"/>
              </a:spcBef>
              <a:buChar char="•"/>
              <a:tabLst>
                <a:tab pos="853440" algn="l"/>
              </a:tabLst>
            </a:pPr>
            <a:r>
              <a:rPr sz="2000" dirty="0">
                <a:latin typeface="Arial"/>
                <a:cs typeface="Arial"/>
              </a:rPr>
              <a:t>t[{A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...,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k</a:t>
            </a:r>
            <a:r>
              <a:rPr sz="2000" dirty="0">
                <a:latin typeface="Arial"/>
                <a:cs typeface="Arial"/>
              </a:rPr>
              <a:t>}]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{A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...,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k</a:t>
            </a:r>
            <a:r>
              <a:rPr sz="2000" dirty="0">
                <a:latin typeface="Arial"/>
                <a:cs typeface="Arial"/>
              </a:rPr>
              <a:t>}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t.</a:t>
            </a:r>
            <a:endParaRPr sz="2000">
              <a:latin typeface="Arial"/>
              <a:cs typeface="Arial"/>
            </a:endParaRPr>
          </a:p>
          <a:p>
            <a:pPr marL="454025" indent="-33972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454025" algn="l"/>
              </a:tabLst>
            </a:pPr>
            <a:r>
              <a:rPr sz="2400" dirty="0">
                <a:latin typeface="Arial"/>
                <a:cs typeface="Arial"/>
              </a:rPr>
              <a:t>Tên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</a:t>
            </a:r>
            <a:endParaRPr sz="2400">
              <a:latin typeface="Arial"/>
              <a:cs typeface="Arial"/>
            </a:endParaRPr>
          </a:p>
          <a:p>
            <a:pPr marL="8534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853440" algn="l"/>
              </a:tabLst>
            </a:pPr>
            <a:r>
              <a:rPr sz="2000" dirty="0">
                <a:latin typeface="Arial"/>
                <a:cs typeface="Arial"/>
              </a:rPr>
              <a:t>Q,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S.</a:t>
            </a:r>
            <a:endParaRPr sz="2000">
              <a:latin typeface="Arial"/>
              <a:cs typeface="Arial"/>
            </a:endParaRPr>
          </a:p>
          <a:p>
            <a:pPr marL="4540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54025" algn="l"/>
              </a:tabLst>
            </a:pPr>
            <a:r>
              <a:rPr sz="2400" dirty="0">
                <a:latin typeface="Arial"/>
                <a:cs typeface="Arial"/>
              </a:rPr>
              <a:t>Trạng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thái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</a:t>
            </a:r>
            <a:endParaRPr sz="2400">
              <a:latin typeface="Arial"/>
              <a:cs typeface="Arial"/>
            </a:endParaRPr>
          </a:p>
          <a:p>
            <a:pPr marL="8534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853440" algn="l"/>
              </a:tabLst>
            </a:pPr>
            <a:r>
              <a:rPr sz="2000" dirty="0">
                <a:latin typeface="Arial"/>
                <a:cs typeface="Arial"/>
              </a:rPr>
              <a:t>q,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s.</a:t>
            </a:r>
            <a:endParaRPr sz="2000">
              <a:latin typeface="Arial"/>
              <a:cs typeface="Arial"/>
            </a:endParaRPr>
          </a:p>
          <a:p>
            <a:pPr marL="454025" indent="-339725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454025" algn="l"/>
              </a:tabLst>
            </a:pPr>
            <a:r>
              <a:rPr sz="2400" spc="-25" dirty="0">
                <a:latin typeface="Arial"/>
                <a:cs typeface="Arial"/>
              </a:rPr>
              <a:t>Bộ</a:t>
            </a:r>
            <a:endParaRPr sz="2400">
              <a:latin typeface="Arial"/>
              <a:cs typeface="Arial"/>
            </a:endParaRPr>
          </a:p>
          <a:p>
            <a:pPr marL="8534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853440" algn="l"/>
              </a:tabLst>
            </a:pPr>
            <a:r>
              <a:rPr sz="2000" dirty="0">
                <a:latin typeface="Arial"/>
                <a:cs typeface="Arial"/>
              </a:rPr>
              <a:t>t,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EF65D-D9F8-641F-0CA0-C62C74208E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spc="-75" dirty="0"/>
              <a:t> </a:t>
            </a:r>
            <a:r>
              <a:rPr dirty="0"/>
              <a:t>ràng</a:t>
            </a:r>
            <a:r>
              <a:rPr spc="-40" dirty="0"/>
              <a:t> </a:t>
            </a:r>
            <a:r>
              <a:rPr dirty="0"/>
              <a:t>buộc</a:t>
            </a:r>
            <a:r>
              <a:rPr spc="-75" dirty="0"/>
              <a:t> </a:t>
            </a:r>
            <a:r>
              <a:rPr dirty="0"/>
              <a:t>của</a:t>
            </a:r>
            <a:r>
              <a:rPr spc="-60" dirty="0"/>
              <a:t> </a:t>
            </a:r>
            <a:r>
              <a:rPr dirty="0"/>
              <a:t>mô</a:t>
            </a:r>
            <a:r>
              <a:rPr spc="-70" dirty="0"/>
              <a:t> </a:t>
            </a:r>
            <a:r>
              <a:rPr spc="-20" dirty="0"/>
              <a:t>hình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880"/>
            <a:ext cx="8340725" cy="50971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Ràng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buộc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toàn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vẹn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RBTV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(Integrity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Constraint)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điều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kiện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mọi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trạng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thái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tuân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theo.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Xuất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phát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thế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giới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nhỏ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CSDL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biểu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diễn.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34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3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loại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chính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Ràng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bản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chất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mô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hình.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Ràng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đồ.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Ràng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ứng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dụng.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35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Nội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dung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tiết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Ràng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buộc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khóa.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CSDL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CSDL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RBTV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thể.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RBTV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chiếu.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BEA84-1CF1-2334-F80E-A3835AA668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838200"/>
            <a:ext cx="8534400" cy="1905"/>
          </a:xfrm>
          <a:custGeom>
            <a:avLst/>
            <a:gdLst/>
            <a:ahLst/>
            <a:cxnLst/>
            <a:rect l="l" t="t" r="r" b="b"/>
            <a:pathLst>
              <a:path w="8534400" h="1905">
                <a:moveTo>
                  <a:pt x="0" y="0"/>
                </a:moveTo>
                <a:lnTo>
                  <a:pt x="8534400" y="1524"/>
                </a:lnTo>
              </a:path>
            </a:pathLst>
          </a:custGeom>
          <a:ln w="5724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Ràng</a:t>
            </a:r>
            <a:r>
              <a:rPr spc="-65" dirty="0"/>
              <a:t> </a:t>
            </a:r>
            <a:r>
              <a:rPr dirty="0"/>
              <a:t>buộc</a:t>
            </a:r>
            <a:r>
              <a:rPr spc="-75" dirty="0"/>
              <a:t> </a:t>
            </a:r>
            <a:r>
              <a:rPr dirty="0"/>
              <a:t>về</a:t>
            </a:r>
            <a:r>
              <a:rPr spc="-75" dirty="0"/>
              <a:t> </a:t>
            </a:r>
            <a:r>
              <a:rPr spc="-20" dirty="0"/>
              <a:t>khóa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6915" y="1021443"/>
            <a:ext cx="8662670" cy="531749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41325" indent="-33972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441325" algn="l"/>
              </a:tabLst>
            </a:pPr>
            <a:r>
              <a:rPr sz="2000" dirty="0">
                <a:latin typeface="Arial"/>
                <a:cs typeface="Arial"/>
              </a:rPr>
              <a:t>Siêu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(Super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Key)</a:t>
            </a:r>
            <a:endParaRPr sz="20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515"/>
              </a:spcBef>
              <a:buChar char="•"/>
              <a:tabLst>
                <a:tab pos="840740" algn="l"/>
              </a:tabLst>
            </a:pPr>
            <a:r>
              <a:rPr sz="1800" dirty="0">
                <a:latin typeface="Arial"/>
                <a:cs typeface="Arial"/>
              </a:rPr>
              <a:t>Tập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SK </a:t>
            </a:r>
            <a:r>
              <a:rPr sz="1800" dirty="0">
                <a:latin typeface="Symbol"/>
                <a:cs typeface="Symbol"/>
              </a:rPr>
              <a:t>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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của 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gọi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siêu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nếu</a:t>
            </a:r>
            <a:endParaRPr sz="1800">
              <a:latin typeface="Arial"/>
              <a:cs typeface="Arial"/>
            </a:endParaRPr>
          </a:p>
          <a:p>
            <a:pPr marL="1016000">
              <a:lnSpc>
                <a:spcPct val="100000"/>
              </a:lnSpc>
              <a:spcBef>
                <a:spcPts val="405"/>
              </a:spcBef>
            </a:pPr>
            <a:r>
              <a:rPr sz="1600" dirty="0">
                <a:latin typeface="Symbol"/>
                <a:cs typeface="Symbol"/>
              </a:rPr>
              <a:t>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r,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Symbol"/>
                <a:cs typeface="Symbol"/>
              </a:rPr>
              <a:t>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t</a:t>
            </a:r>
            <a:r>
              <a:rPr sz="1575" baseline="-21164" dirty="0">
                <a:latin typeface="Arial"/>
                <a:cs typeface="Arial"/>
              </a:rPr>
              <a:t>1</a:t>
            </a:r>
            <a:r>
              <a:rPr sz="1600" dirty="0">
                <a:latin typeface="Arial"/>
                <a:cs typeface="Arial"/>
              </a:rPr>
              <a:t>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</a:t>
            </a:r>
            <a:r>
              <a:rPr sz="1575" baseline="-21164" dirty="0">
                <a:latin typeface="Arial"/>
                <a:cs typeface="Arial"/>
              </a:rPr>
              <a:t>2</a:t>
            </a:r>
            <a:r>
              <a:rPr sz="1575" spc="-7" baseline="-21164" dirty="0">
                <a:latin typeface="Arial"/>
                <a:cs typeface="Arial"/>
              </a:rPr>
              <a:t> </a:t>
            </a:r>
            <a:r>
              <a:rPr sz="1600" dirty="0">
                <a:latin typeface="Symbol"/>
                <a:cs typeface="Symbol"/>
              </a:rPr>
              <a:t>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r,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</a:t>
            </a:r>
            <a:r>
              <a:rPr sz="1575" baseline="-21164" dirty="0">
                <a:latin typeface="Arial"/>
                <a:cs typeface="Arial"/>
              </a:rPr>
              <a:t>1</a:t>
            </a:r>
            <a:r>
              <a:rPr sz="1575" spc="187" baseline="-21164" dirty="0">
                <a:latin typeface="Arial"/>
                <a:cs typeface="Arial"/>
              </a:rPr>
              <a:t> </a:t>
            </a:r>
            <a:r>
              <a:rPr sz="1600" dirty="0">
                <a:latin typeface="Symbol"/>
                <a:cs typeface="Symbol"/>
              </a:rPr>
              <a:t>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t</a:t>
            </a:r>
            <a:r>
              <a:rPr sz="1575" baseline="-21164" dirty="0">
                <a:latin typeface="Arial"/>
                <a:cs typeface="Arial"/>
              </a:rPr>
              <a:t>2</a:t>
            </a:r>
            <a:r>
              <a:rPr sz="1575" spc="112" baseline="-21164" dirty="0">
                <a:latin typeface="Arial"/>
                <a:cs typeface="Arial"/>
              </a:rPr>
              <a:t> </a:t>
            </a:r>
            <a:r>
              <a:rPr sz="1600" dirty="0">
                <a:latin typeface="Symbol"/>
                <a:cs typeface="Symbol"/>
              </a:rPr>
              <a:t>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t</a:t>
            </a:r>
            <a:r>
              <a:rPr sz="1575" baseline="-21164" dirty="0">
                <a:latin typeface="Arial"/>
                <a:cs typeface="Arial"/>
              </a:rPr>
              <a:t>1</a:t>
            </a:r>
            <a:r>
              <a:rPr sz="1600" dirty="0">
                <a:latin typeface="Arial"/>
                <a:cs typeface="Arial"/>
              </a:rPr>
              <a:t>[SK]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Symbol"/>
                <a:cs typeface="Symbol"/>
              </a:rPr>
              <a:t>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Arial"/>
                <a:cs typeface="Arial"/>
              </a:rPr>
              <a:t>t</a:t>
            </a:r>
            <a:r>
              <a:rPr sz="1575" spc="-15" baseline="-21164" dirty="0">
                <a:latin typeface="Arial"/>
                <a:cs typeface="Arial"/>
              </a:rPr>
              <a:t>2</a:t>
            </a:r>
            <a:r>
              <a:rPr sz="1600" spc="-10" dirty="0">
                <a:latin typeface="Arial"/>
                <a:cs typeface="Arial"/>
              </a:rPr>
              <a:t>[SK]</a:t>
            </a:r>
            <a:endParaRPr sz="16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840740" algn="l"/>
              </a:tabLst>
            </a:pPr>
            <a:r>
              <a:rPr sz="1800" dirty="0">
                <a:latin typeface="Arial"/>
                <a:cs typeface="Arial"/>
              </a:rPr>
              <a:t>Siêu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về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duy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nhất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hệ.</a:t>
            </a:r>
            <a:endParaRPr sz="18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840740" algn="l"/>
              </a:tabLst>
            </a:pPr>
            <a:r>
              <a:rPr sz="1800" dirty="0">
                <a:latin typeface="Arial"/>
                <a:cs typeface="Arial"/>
              </a:rPr>
              <a:t>Mọi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 có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ít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nhất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siêu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khóa.</a:t>
            </a:r>
            <a:endParaRPr sz="1800">
              <a:latin typeface="Arial"/>
              <a:cs typeface="Arial"/>
            </a:endParaRPr>
          </a:p>
          <a:p>
            <a:pPr marL="441325" indent="-339725">
              <a:lnSpc>
                <a:spcPct val="100000"/>
              </a:lnSpc>
              <a:spcBef>
                <a:spcPts val="495"/>
              </a:spcBef>
              <a:buFont typeface="Wingdings"/>
              <a:buChar char=""/>
              <a:tabLst>
                <a:tab pos="441325" algn="l"/>
              </a:tabLst>
            </a:pPr>
            <a:r>
              <a:rPr sz="2000" dirty="0">
                <a:latin typeface="Arial"/>
                <a:cs typeface="Arial"/>
              </a:rPr>
              <a:t>Khóa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(Key)</a:t>
            </a:r>
            <a:endParaRPr sz="20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840740" algn="l"/>
              </a:tabLst>
            </a:pPr>
            <a:r>
              <a:rPr sz="1800" dirty="0">
                <a:latin typeface="Arial"/>
                <a:cs typeface="Arial"/>
              </a:rPr>
              <a:t>Tập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 </a:t>
            </a:r>
            <a:r>
              <a:rPr sz="1800" dirty="0">
                <a:latin typeface="Symbol"/>
                <a:cs typeface="Symbol"/>
              </a:rPr>
              <a:t>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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gọi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nếu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thỏa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điều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kiện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sau</a:t>
            </a:r>
            <a:endParaRPr sz="1800">
              <a:latin typeface="Arial"/>
              <a:cs typeface="Arial"/>
            </a:endParaRPr>
          </a:p>
          <a:p>
            <a:pPr marL="1244600" lvl="2" indent="-228600">
              <a:lnSpc>
                <a:spcPct val="100000"/>
              </a:lnSpc>
              <a:spcBef>
                <a:spcPts val="409"/>
              </a:spcBef>
              <a:buChar char="-"/>
              <a:tabLst>
                <a:tab pos="1244600" algn="l"/>
              </a:tabLst>
            </a:pPr>
            <a:r>
              <a:rPr sz="1600" dirty="0">
                <a:latin typeface="Arial"/>
                <a:cs typeface="Arial"/>
              </a:rPr>
              <a:t>K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là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siêu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khóa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của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R.</a:t>
            </a:r>
            <a:endParaRPr sz="1600">
              <a:latin typeface="Arial"/>
              <a:cs typeface="Arial"/>
            </a:endParaRPr>
          </a:p>
          <a:p>
            <a:pPr marL="1244600" lvl="2" indent="-228600">
              <a:lnSpc>
                <a:spcPct val="100000"/>
              </a:lnSpc>
              <a:spcBef>
                <a:spcPts val="395"/>
              </a:spcBef>
              <a:buFont typeface="Arial"/>
              <a:buChar char="-"/>
              <a:tabLst>
                <a:tab pos="1244600" algn="l"/>
              </a:tabLst>
            </a:pPr>
            <a:r>
              <a:rPr sz="1600" dirty="0">
                <a:latin typeface="Symbol"/>
                <a:cs typeface="Symbol"/>
              </a:rPr>
              <a:t>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K’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Symbol"/>
                <a:cs typeface="Symbol"/>
              </a:rPr>
              <a:t>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K,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K’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Symbol"/>
                <a:cs typeface="Symbol"/>
              </a:rPr>
              <a:t>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K,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K’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không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là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siêu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khóa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của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R.</a:t>
            </a:r>
            <a:endParaRPr sz="1600">
              <a:latin typeface="Arial"/>
              <a:cs typeface="Arial"/>
            </a:endParaRPr>
          </a:p>
          <a:p>
            <a:pPr marL="441325" indent="-339725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441325" algn="l"/>
              </a:tabLst>
            </a:pPr>
            <a:r>
              <a:rPr sz="2000" dirty="0">
                <a:latin typeface="Arial"/>
                <a:cs typeface="Arial"/>
              </a:rPr>
              <a:t>Nhận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xét</a:t>
            </a:r>
            <a:endParaRPr sz="20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515"/>
              </a:spcBef>
              <a:buChar char="•"/>
              <a:tabLst>
                <a:tab pos="840740" algn="l"/>
              </a:tabLst>
            </a:pPr>
            <a:r>
              <a:rPr sz="1800" dirty="0">
                <a:latin typeface="Arial"/>
                <a:cs typeface="Arial"/>
              </a:rPr>
              <a:t>Khóa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siêu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nhỏ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nhất.</a:t>
            </a:r>
            <a:endParaRPr sz="18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840740" algn="l"/>
              </a:tabLst>
            </a:pPr>
            <a:r>
              <a:rPr sz="1800" dirty="0">
                <a:latin typeface="Arial"/>
                <a:cs typeface="Arial"/>
              </a:rPr>
              <a:t>Một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hệ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nhiều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khóa</a:t>
            </a:r>
            <a:endParaRPr sz="1800">
              <a:latin typeface="Arial"/>
              <a:cs typeface="Arial"/>
            </a:endParaRPr>
          </a:p>
          <a:p>
            <a:pPr marL="1244600" lvl="2" indent="-228600">
              <a:lnSpc>
                <a:spcPct val="100000"/>
              </a:lnSpc>
              <a:spcBef>
                <a:spcPts val="400"/>
              </a:spcBef>
              <a:buChar char="-"/>
              <a:tabLst>
                <a:tab pos="1244600" algn="l"/>
              </a:tabLst>
            </a:pPr>
            <a:r>
              <a:rPr sz="1600" dirty="0">
                <a:latin typeface="Arial"/>
                <a:cs typeface="Arial"/>
              </a:rPr>
              <a:t>Các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khóa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được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gọi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là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khóa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chỉ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định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(Candidate</a:t>
            </a:r>
            <a:r>
              <a:rPr sz="1600" spc="-10" dirty="0">
                <a:latin typeface="Arial"/>
                <a:cs typeface="Arial"/>
              </a:rPr>
              <a:t> Key).</a:t>
            </a:r>
            <a:endParaRPr sz="1600">
              <a:latin typeface="Arial"/>
              <a:cs typeface="Arial"/>
            </a:endParaRPr>
          </a:p>
          <a:p>
            <a:pPr marL="1244600" lvl="2" indent="-228600">
              <a:lnSpc>
                <a:spcPct val="100000"/>
              </a:lnSpc>
              <a:spcBef>
                <a:spcPts val="409"/>
              </a:spcBef>
              <a:buChar char="-"/>
              <a:tabLst>
                <a:tab pos="1244600" algn="l"/>
              </a:tabLst>
            </a:pPr>
            <a:r>
              <a:rPr sz="1600" dirty="0">
                <a:latin typeface="Arial"/>
                <a:cs typeface="Arial"/>
              </a:rPr>
              <a:t>Chọn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1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trong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số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đó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làm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khóa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chính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(Primary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Key).</a:t>
            </a:r>
            <a:endParaRPr sz="16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840740" algn="l"/>
              </a:tabLst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gạch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dưới.</a:t>
            </a:r>
            <a:endParaRPr sz="1800">
              <a:latin typeface="Arial"/>
              <a:cs typeface="Arial"/>
            </a:endParaRPr>
          </a:p>
          <a:p>
            <a:pPr marL="74295">
              <a:lnSpc>
                <a:spcPct val="100000"/>
              </a:lnSpc>
              <a:spcBef>
                <a:spcPts val="495"/>
              </a:spcBef>
              <a:tabLst>
                <a:tab pos="558800" algn="l"/>
                <a:tab pos="840740" algn="l"/>
                <a:tab pos="8636635" algn="l"/>
              </a:tabLst>
            </a:pPr>
            <a:r>
              <a:rPr sz="1800" u="heavy" dirty="0">
                <a:uFill>
                  <a:solidFill>
                    <a:srgbClr val="000066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u="heavy" spc="-50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•</a:t>
            </a:r>
            <a:r>
              <a:rPr sz="18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	Khóa</a:t>
            </a:r>
            <a:r>
              <a:rPr sz="1800" u="heavy" spc="-20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được</a:t>
            </a:r>
            <a:r>
              <a:rPr sz="1800" u="heavy" spc="-15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xây</a:t>
            </a:r>
            <a:r>
              <a:rPr sz="1800" u="heavy" spc="-10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dựng</a:t>
            </a:r>
            <a:r>
              <a:rPr sz="1800" u="heavy" spc="-25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dựa</a:t>
            </a:r>
            <a:r>
              <a:rPr sz="1800" u="heavy" spc="-10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trên</a:t>
            </a:r>
            <a:r>
              <a:rPr sz="1800" u="heavy" spc="-20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ý</a:t>
            </a:r>
            <a:r>
              <a:rPr sz="1800" u="heavy" spc="-15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nghĩa</a:t>
            </a:r>
            <a:r>
              <a:rPr sz="1800" u="heavy" spc="5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của</a:t>
            </a:r>
            <a:r>
              <a:rPr sz="1800" u="heavy" spc="-25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một</a:t>
            </a:r>
            <a:r>
              <a:rPr sz="1800" u="heavy" spc="-10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số</a:t>
            </a:r>
            <a:r>
              <a:rPr sz="1800" u="heavy" spc="-15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thuộc</a:t>
            </a:r>
            <a:r>
              <a:rPr sz="1800" u="heavy" spc="-10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 tính.</a:t>
            </a:r>
            <a:r>
              <a:rPr sz="1800" u="heavy" dirty="0">
                <a:uFill>
                  <a:solidFill>
                    <a:srgbClr val="000066"/>
                  </a:solidFill>
                </a:uFill>
                <a:latin typeface="Arial"/>
                <a:cs typeface="Arial"/>
              </a:rPr>
              <a:t>	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DC68A-4D40-8B10-C406-491FCD8A28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Ràng</a:t>
            </a:r>
            <a:r>
              <a:rPr spc="-65" dirty="0"/>
              <a:t> </a:t>
            </a:r>
            <a:r>
              <a:rPr dirty="0"/>
              <a:t>buộc</a:t>
            </a:r>
            <a:r>
              <a:rPr spc="-75" dirty="0"/>
              <a:t> </a:t>
            </a:r>
            <a:r>
              <a:rPr dirty="0"/>
              <a:t>về</a:t>
            </a:r>
            <a:r>
              <a:rPr spc="-75" dirty="0"/>
              <a:t> </a:t>
            </a:r>
            <a:r>
              <a:rPr spc="-20" dirty="0"/>
              <a:t>khóa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25091" y="2023667"/>
          <a:ext cx="6767830" cy="1840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8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Gioitinh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Tran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15/4/1971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Nguyen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Binh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1/1/1970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Le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Quang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Cuong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31/12/1973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Nguyen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Thi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4/10/1972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729983" y="1223772"/>
            <a:ext cx="2184400" cy="368935"/>
          </a:xfrm>
          <a:custGeom>
            <a:avLst/>
            <a:gdLst/>
            <a:ahLst/>
            <a:cxnLst/>
            <a:rect l="l" t="t" r="r" b="b"/>
            <a:pathLst>
              <a:path w="2184400" h="368934">
                <a:moveTo>
                  <a:pt x="0" y="61467"/>
                </a:moveTo>
                <a:lnTo>
                  <a:pt x="4835" y="37558"/>
                </a:lnTo>
                <a:lnTo>
                  <a:pt x="18018" y="18018"/>
                </a:lnTo>
                <a:lnTo>
                  <a:pt x="37558" y="4835"/>
                </a:lnTo>
                <a:lnTo>
                  <a:pt x="61468" y="0"/>
                </a:lnTo>
                <a:lnTo>
                  <a:pt x="2122424" y="0"/>
                </a:lnTo>
                <a:lnTo>
                  <a:pt x="2146333" y="4835"/>
                </a:lnTo>
                <a:lnTo>
                  <a:pt x="2165873" y="18018"/>
                </a:lnTo>
                <a:lnTo>
                  <a:pt x="2179056" y="37558"/>
                </a:lnTo>
                <a:lnTo>
                  <a:pt x="2183892" y="61467"/>
                </a:lnTo>
                <a:lnTo>
                  <a:pt x="2183892" y="307339"/>
                </a:lnTo>
                <a:lnTo>
                  <a:pt x="2179056" y="331249"/>
                </a:lnTo>
                <a:lnTo>
                  <a:pt x="2165873" y="350789"/>
                </a:lnTo>
                <a:lnTo>
                  <a:pt x="2146333" y="363972"/>
                </a:lnTo>
                <a:lnTo>
                  <a:pt x="2122424" y="368807"/>
                </a:lnTo>
                <a:lnTo>
                  <a:pt x="61468" y="368807"/>
                </a:lnTo>
                <a:lnTo>
                  <a:pt x="37558" y="363972"/>
                </a:lnTo>
                <a:lnTo>
                  <a:pt x="18018" y="350789"/>
                </a:lnTo>
                <a:lnTo>
                  <a:pt x="4835" y="331249"/>
                </a:lnTo>
                <a:lnTo>
                  <a:pt x="0" y="307339"/>
                </a:lnTo>
                <a:lnTo>
                  <a:pt x="0" y="61467"/>
                </a:lnTo>
                <a:close/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08089" y="1252473"/>
            <a:ext cx="2030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Siêu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mặc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định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87561" y="1219009"/>
            <a:ext cx="5421630" cy="756285"/>
            <a:chOff x="2587561" y="1219009"/>
            <a:chExt cx="5421630" cy="756285"/>
          </a:xfrm>
        </p:grpSpPr>
        <p:sp>
          <p:nvSpPr>
            <p:cNvPr id="7" name="object 7"/>
            <p:cNvSpPr/>
            <p:nvPr/>
          </p:nvSpPr>
          <p:spPr>
            <a:xfrm>
              <a:off x="2592323" y="1592580"/>
              <a:ext cx="5229225" cy="300355"/>
            </a:xfrm>
            <a:custGeom>
              <a:avLst/>
              <a:gdLst/>
              <a:ahLst/>
              <a:cxnLst/>
              <a:rect l="l" t="t" r="r" b="b"/>
              <a:pathLst>
                <a:path w="5229225" h="300355">
                  <a:moveTo>
                    <a:pt x="5229225" y="0"/>
                  </a:moveTo>
                  <a:lnTo>
                    <a:pt x="0" y="299974"/>
                  </a:lnTo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93847" y="1818131"/>
              <a:ext cx="5410200" cy="152400"/>
            </a:xfrm>
            <a:custGeom>
              <a:avLst/>
              <a:gdLst/>
              <a:ahLst/>
              <a:cxnLst/>
              <a:rect l="l" t="t" r="r" b="b"/>
              <a:pathLst>
                <a:path w="5410200" h="152400">
                  <a:moveTo>
                    <a:pt x="0" y="152400"/>
                  </a:moveTo>
                  <a:lnTo>
                    <a:pt x="50313" y="117402"/>
                  </a:lnTo>
                  <a:lnTo>
                    <a:pt x="132032" y="98536"/>
                  </a:lnTo>
                  <a:lnTo>
                    <a:pt x="184562" y="90915"/>
                  </a:lnTo>
                  <a:lnTo>
                    <a:pt x="243636" y="84714"/>
                  </a:lnTo>
                  <a:lnTo>
                    <a:pt x="308327" y="80089"/>
                  </a:lnTo>
                  <a:lnTo>
                    <a:pt x="377707" y="77198"/>
                  </a:lnTo>
                  <a:lnTo>
                    <a:pt x="450850" y="76200"/>
                  </a:lnTo>
                  <a:lnTo>
                    <a:pt x="2254250" y="76200"/>
                  </a:lnTo>
                  <a:lnTo>
                    <a:pt x="2327392" y="75201"/>
                  </a:lnTo>
                  <a:lnTo>
                    <a:pt x="2396772" y="72310"/>
                  </a:lnTo>
                  <a:lnTo>
                    <a:pt x="2461463" y="67685"/>
                  </a:lnTo>
                  <a:lnTo>
                    <a:pt x="2520537" y="61484"/>
                  </a:lnTo>
                  <a:lnTo>
                    <a:pt x="2573067" y="53863"/>
                  </a:lnTo>
                  <a:lnTo>
                    <a:pt x="2618126" y="44982"/>
                  </a:lnTo>
                  <a:lnTo>
                    <a:pt x="2682120" y="24067"/>
                  </a:lnTo>
                  <a:lnTo>
                    <a:pt x="2705100" y="0"/>
                  </a:lnTo>
                  <a:lnTo>
                    <a:pt x="2710999" y="12348"/>
                  </a:lnTo>
                  <a:lnTo>
                    <a:pt x="2755413" y="34997"/>
                  </a:lnTo>
                  <a:lnTo>
                    <a:pt x="2837132" y="53863"/>
                  </a:lnTo>
                  <a:lnTo>
                    <a:pt x="2889662" y="61484"/>
                  </a:lnTo>
                  <a:lnTo>
                    <a:pt x="2948736" y="67685"/>
                  </a:lnTo>
                  <a:lnTo>
                    <a:pt x="3013427" y="72310"/>
                  </a:lnTo>
                  <a:lnTo>
                    <a:pt x="3082807" y="75201"/>
                  </a:lnTo>
                  <a:lnTo>
                    <a:pt x="3155950" y="76200"/>
                  </a:lnTo>
                  <a:lnTo>
                    <a:pt x="4959350" y="76200"/>
                  </a:lnTo>
                  <a:lnTo>
                    <a:pt x="5032492" y="77198"/>
                  </a:lnTo>
                  <a:lnTo>
                    <a:pt x="5101872" y="80089"/>
                  </a:lnTo>
                  <a:lnTo>
                    <a:pt x="5166563" y="84714"/>
                  </a:lnTo>
                  <a:lnTo>
                    <a:pt x="5225637" y="90915"/>
                  </a:lnTo>
                  <a:lnTo>
                    <a:pt x="5278167" y="98536"/>
                  </a:lnTo>
                  <a:lnTo>
                    <a:pt x="5323226" y="107417"/>
                  </a:lnTo>
                  <a:lnTo>
                    <a:pt x="5387220" y="128332"/>
                  </a:lnTo>
                  <a:lnTo>
                    <a:pt x="5404300" y="140051"/>
                  </a:lnTo>
                  <a:lnTo>
                    <a:pt x="5410200" y="152400"/>
                  </a:lnTo>
                </a:path>
                <a:path w="5410200" h="152400">
                  <a:moveTo>
                    <a:pt x="4419600" y="152400"/>
                  </a:moveTo>
                  <a:lnTo>
                    <a:pt x="4426086" y="122759"/>
                  </a:lnTo>
                  <a:lnTo>
                    <a:pt x="4443777" y="98536"/>
                  </a:lnTo>
                  <a:lnTo>
                    <a:pt x="4470017" y="82194"/>
                  </a:lnTo>
                  <a:lnTo>
                    <a:pt x="4502150" y="76200"/>
                  </a:lnTo>
                  <a:lnTo>
                    <a:pt x="4832350" y="76200"/>
                  </a:lnTo>
                  <a:lnTo>
                    <a:pt x="4864482" y="70205"/>
                  </a:lnTo>
                  <a:lnTo>
                    <a:pt x="4890722" y="53863"/>
                  </a:lnTo>
                  <a:lnTo>
                    <a:pt x="4908413" y="29640"/>
                  </a:lnTo>
                  <a:lnTo>
                    <a:pt x="4914900" y="0"/>
                  </a:lnTo>
                  <a:lnTo>
                    <a:pt x="4921386" y="29640"/>
                  </a:lnTo>
                  <a:lnTo>
                    <a:pt x="4939077" y="53863"/>
                  </a:lnTo>
                  <a:lnTo>
                    <a:pt x="4965317" y="70205"/>
                  </a:lnTo>
                  <a:lnTo>
                    <a:pt x="4997450" y="76200"/>
                  </a:lnTo>
                  <a:lnTo>
                    <a:pt x="5327650" y="76200"/>
                  </a:lnTo>
                  <a:lnTo>
                    <a:pt x="5359782" y="82194"/>
                  </a:lnTo>
                  <a:lnTo>
                    <a:pt x="5386022" y="98536"/>
                  </a:lnTo>
                  <a:lnTo>
                    <a:pt x="5403713" y="122759"/>
                  </a:lnTo>
                  <a:lnTo>
                    <a:pt x="5410200" y="152400"/>
                  </a:lnTo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51959" y="1223772"/>
              <a:ext cx="2118360" cy="368935"/>
            </a:xfrm>
            <a:custGeom>
              <a:avLst/>
              <a:gdLst/>
              <a:ahLst/>
              <a:cxnLst/>
              <a:rect l="l" t="t" r="r" b="b"/>
              <a:pathLst>
                <a:path w="2118360" h="368934">
                  <a:moveTo>
                    <a:pt x="2056891" y="0"/>
                  </a:moveTo>
                  <a:lnTo>
                    <a:pt x="61467" y="0"/>
                  </a:lnTo>
                  <a:lnTo>
                    <a:pt x="37558" y="4835"/>
                  </a:lnTo>
                  <a:lnTo>
                    <a:pt x="18018" y="18018"/>
                  </a:lnTo>
                  <a:lnTo>
                    <a:pt x="4835" y="37558"/>
                  </a:lnTo>
                  <a:lnTo>
                    <a:pt x="0" y="61467"/>
                  </a:lnTo>
                  <a:lnTo>
                    <a:pt x="0" y="307339"/>
                  </a:lnTo>
                  <a:lnTo>
                    <a:pt x="4835" y="331249"/>
                  </a:lnTo>
                  <a:lnTo>
                    <a:pt x="18018" y="350789"/>
                  </a:lnTo>
                  <a:lnTo>
                    <a:pt x="37558" y="363972"/>
                  </a:lnTo>
                  <a:lnTo>
                    <a:pt x="61467" y="368807"/>
                  </a:lnTo>
                  <a:lnTo>
                    <a:pt x="2056891" y="368807"/>
                  </a:lnTo>
                  <a:lnTo>
                    <a:pt x="2080801" y="363972"/>
                  </a:lnTo>
                  <a:lnTo>
                    <a:pt x="2100341" y="350789"/>
                  </a:lnTo>
                  <a:lnTo>
                    <a:pt x="2113524" y="331249"/>
                  </a:lnTo>
                  <a:lnTo>
                    <a:pt x="2118360" y="307339"/>
                  </a:lnTo>
                  <a:lnTo>
                    <a:pt x="2118360" y="61467"/>
                  </a:lnTo>
                  <a:lnTo>
                    <a:pt x="2113524" y="37558"/>
                  </a:lnTo>
                  <a:lnTo>
                    <a:pt x="2100341" y="18018"/>
                  </a:lnTo>
                  <a:lnTo>
                    <a:pt x="2080801" y="4835"/>
                  </a:lnTo>
                  <a:lnTo>
                    <a:pt x="205689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1959" y="1223772"/>
              <a:ext cx="2118360" cy="368935"/>
            </a:xfrm>
            <a:custGeom>
              <a:avLst/>
              <a:gdLst/>
              <a:ahLst/>
              <a:cxnLst/>
              <a:rect l="l" t="t" r="r" b="b"/>
              <a:pathLst>
                <a:path w="2118360" h="368934">
                  <a:moveTo>
                    <a:pt x="0" y="61467"/>
                  </a:moveTo>
                  <a:lnTo>
                    <a:pt x="4835" y="37558"/>
                  </a:lnTo>
                  <a:lnTo>
                    <a:pt x="18018" y="18018"/>
                  </a:lnTo>
                  <a:lnTo>
                    <a:pt x="37558" y="4835"/>
                  </a:lnTo>
                  <a:lnTo>
                    <a:pt x="61467" y="0"/>
                  </a:lnTo>
                  <a:lnTo>
                    <a:pt x="2056891" y="0"/>
                  </a:lnTo>
                  <a:lnTo>
                    <a:pt x="2080801" y="4835"/>
                  </a:lnTo>
                  <a:lnTo>
                    <a:pt x="2100341" y="18018"/>
                  </a:lnTo>
                  <a:lnTo>
                    <a:pt x="2113524" y="37558"/>
                  </a:lnTo>
                  <a:lnTo>
                    <a:pt x="2118360" y="61467"/>
                  </a:lnTo>
                  <a:lnTo>
                    <a:pt x="2118360" y="307339"/>
                  </a:lnTo>
                  <a:lnTo>
                    <a:pt x="2113524" y="331249"/>
                  </a:lnTo>
                  <a:lnTo>
                    <a:pt x="2100341" y="350789"/>
                  </a:lnTo>
                  <a:lnTo>
                    <a:pt x="2080801" y="363972"/>
                  </a:lnTo>
                  <a:lnTo>
                    <a:pt x="2056891" y="368807"/>
                  </a:lnTo>
                  <a:lnTo>
                    <a:pt x="61467" y="368807"/>
                  </a:lnTo>
                  <a:lnTo>
                    <a:pt x="37558" y="363972"/>
                  </a:lnTo>
                  <a:lnTo>
                    <a:pt x="18018" y="350789"/>
                  </a:lnTo>
                  <a:lnTo>
                    <a:pt x="4835" y="331249"/>
                  </a:lnTo>
                  <a:lnTo>
                    <a:pt x="0" y="307339"/>
                  </a:lnTo>
                  <a:lnTo>
                    <a:pt x="0" y="61467"/>
                  </a:lnTo>
                  <a:close/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2330" y="2619883"/>
            <a:ext cx="225425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t</a:t>
            </a:r>
            <a:r>
              <a:rPr sz="1800" spc="-37" baseline="-20833" dirty="0">
                <a:latin typeface="Arial"/>
                <a:cs typeface="Arial"/>
              </a:rPr>
              <a:t>1</a:t>
            </a:r>
            <a:endParaRPr sz="1800" baseline="-20833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325"/>
              </a:spcBef>
            </a:pPr>
            <a:r>
              <a:rPr sz="1800" spc="-25" dirty="0">
                <a:latin typeface="Arial"/>
                <a:cs typeface="Arial"/>
              </a:rPr>
              <a:t>t</a:t>
            </a:r>
            <a:r>
              <a:rPr sz="1800" spc="-37" baseline="-20833" dirty="0">
                <a:latin typeface="Arial"/>
                <a:cs typeface="Arial"/>
              </a:rPr>
              <a:t>2</a:t>
            </a:r>
            <a:endParaRPr sz="1800" baseline="-20833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34211" y="2593848"/>
            <a:ext cx="1663700" cy="180975"/>
          </a:xfrm>
          <a:custGeom>
            <a:avLst/>
            <a:gdLst/>
            <a:ahLst/>
            <a:cxnLst/>
            <a:rect l="l" t="t" r="r" b="b"/>
            <a:pathLst>
              <a:path w="1663700" h="180975">
                <a:moveTo>
                  <a:pt x="0" y="180975"/>
                </a:moveTo>
                <a:lnTo>
                  <a:pt x="1663700" y="0"/>
                </a:lnTo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34211" y="3217164"/>
            <a:ext cx="1663700" cy="106680"/>
          </a:xfrm>
          <a:custGeom>
            <a:avLst/>
            <a:gdLst/>
            <a:ahLst/>
            <a:cxnLst/>
            <a:rect l="l" t="t" r="r" b="b"/>
            <a:pathLst>
              <a:path w="1663700" h="106679">
                <a:moveTo>
                  <a:pt x="0" y="0"/>
                </a:moveTo>
                <a:lnTo>
                  <a:pt x="1663700" y="106299"/>
                </a:lnTo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288346" y="4383383"/>
            <a:ext cx="2444115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5"/>
              </a:lnSpc>
            </a:pPr>
            <a:r>
              <a:rPr sz="2000" dirty="0">
                <a:latin typeface="Arial"/>
                <a:cs typeface="Arial"/>
              </a:rPr>
              <a:t>nh,Gioitinh]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&lt;1,Tran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5112" y="4297679"/>
            <a:ext cx="8188959" cy="440690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61594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484"/>
              </a:spcBef>
              <a:tabLst>
                <a:tab pos="2952115" algn="l"/>
              </a:tabLst>
            </a:pPr>
            <a:r>
              <a:rPr sz="2000" spc="-10" dirty="0">
                <a:latin typeface="Arial"/>
                <a:cs typeface="Arial"/>
              </a:rPr>
              <a:t>t</a:t>
            </a:r>
            <a:r>
              <a:rPr sz="1950" spc="-15" baseline="-21367" dirty="0">
                <a:latin typeface="Arial"/>
                <a:cs typeface="Arial"/>
              </a:rPr>
              <a:t>1</a:t>
            </a:r>
            <a:r>
              <a:rPr sz="2000" spc="-10" dirty="0">
                <a:latin typeface="Arial"/>
                <a:cs typeface="Arial"/>
              </a:rPr>
              <a:t>[MaNV,Ho,Ten,Ngaysi</a:t>
            </a:r>
            <a:r>
              <a:rPr sz="2000" dirty="0">
                <a:latin typeface="Arial"/>
                <a:cs typeface="Arial"/>
              </a:rPr>
              <a:t>	t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[Gioitinh]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&lt;Nam&gt;</a:t>
            </a:r>
            <a:r>
              <a:rPr sz="2000" spc="-2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Van,An,15/4/1971,Nam&gt;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4878" y="5302609"/>
            <a:ext cx="2549525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5"/>
              </a:lnSpc>
            </a:pPr>
            <a:r>
              <a:rPr sz="2000" dirty="0">
                <a:latin typeface="Arial"/>
                <a:cs typeface="Arial"/>
              </a:rPr>
              <a:t>Gioitinh]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&lt;3,Le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Quan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6304" y="5216652"/>
            <a:ext cx="8844280" cy="441959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6540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515"/>
              </a:spcBef>
              <a:tabLst>
                <a:tab pos="3278504" algn="l"/>
              </a:tabLst>
            </a:pPr>
            <a:r>
              <a:rPr sz="2000" spc="-10" dirty="0">
                <a:latin typeface="Arial"/>
                <a:cs typeface="Arial"/>
              </a:rPr>
              <a:t>t</a:t>
            </a:r>
            <a:r>
              <a:rPr sz="1950" spc="-15" baseline="-19230" dirty="0">
                <a:latin typeface="Arial"/>
                <a:cs typeface="Arial"/>
              </a:rPr>
              <a:t>2</a:t>
            </a:r>
            <a:r>
              <a:rPr sz="2000" spc="-10" dirty="0">
                <a:latin typeface="Arial"/>
                <a:cs typeface="Arial"/>
              </a:rPr>
              <a:t>[MaNV,Ho,Ten,Ngaysinh,</a:t>
            </a:r>
            <a:r>
              <a:rPr sz="2000" dirty="0">
                <a:latin typeface="Arial"/>
                <a:cs typeface="Arial"/>
              </a:rPr>
              <a:t>	t</a:t>
            </a:r>
            <a:r>
              <a:rPr sz="1950" baseline="-21367" dirty="0">
                <a:latin typeface="Arial"/>
                <a:cs typeface="Arial"/>
              </a:rPr>
              <a:t>2</a:t>
            </a:r>
            <a:r>
              <a:rPr sz="2000" dirty="0">
                <a:latin typeface="Arial"/>
                <a:cs typeface="Arial"/>
              </a:rPr>
              <a:t>[Gioitinh]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&lt;Nam&gt;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g,Cuong,31/12/1973,Nam&gt;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26609" y="4771085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80" baseline="1157" dirty="0">
                <a:latin typeface="Arial"/>
                <a:cs typeface="Arial"/>
              </a:rPr>
              <a:t>=</a:t>
            </a:r>
            <a:r>
              <a:rPr sz="2400" spc="-720" dirty="0">
                <a:latin typeface="Symbol"/>
                <a:cs typeface="Symbol"/>
              </a:rPr>
              <a:t>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28286" y="1252473"/>
            <a:ext cx="19678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Không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siêu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khóa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78052" y="1223772"/>
            <a:ext cx="5833745" cy="669290"/>
          </a:xfrm>
          <a:custGeom>
            <a:avLst/>
            <a:gdLst/>
            <a:ahLst/>
            <a:cxnLst/>
            <a:rect l="l" t="t" r="r" b="b"/>
            <a:pathLst>
              <a:path w="5833745" h="669289">
                <a:moveTo>
                  <a:pt x="4131564" y="368807"/>
                </a:moveTo>
                <a:lnTo>
                  <a:pt x="5833364" y="668781"/>
                </a:lnTo>
              </a:path>
              <a:path w="5833745" h="669289">
                <a:moveTo>
                  <a:pt x="0" y="61467"/>
                </a:moveTo>
                <a:lnTo>
                  <a:pt x="4830" y="37558"/>
                </a:lnTo>
                <a:lnTo>
                  <a:pt x="18003" y="18018"/>
                </a:lnTo>
                <a:lnTo>
                  <a:pt x="37542" y="4835"/>
                </a:lnTo>
                <a:lnTo>
                  <a:pt x="61467" y="0"/>
                </a:lnTo>
                <a:lnTo>
                  <a:pt x="651764" y="0"/>
                </a:lnTo>
                <a:lnTo>
                  <a:pt x="675673" y="4835"/>
                </a:lnTo>
                <a:lnTo>
                  <a:pt x="695213" y="18018"/>
                </a:lnTo>
                <a:lnTo>
                  <a:pt x="708396" y="37558"/>
                </a:lnTo>
                <a:lnTo>
                  <a:pt x="713231" y="61467"/>
                </a:lnTo>
                <a:lnTo>
                  <a:pt x="713231" y="307339"/>
                </a:lnTo>
                <a:lnTo>
                  <a:pt x="708396" y="331249"/>
                </a:lnTo>
                <a:lnTo>
                  <a:pt x="695213" y="350789"/>
                </a:lnTo>
                <a:lnTo>
                  <a:pt x="675673" y="363972"/>
                </a:lnTo>
                <a:lnTo>
                  <a:pt x="651764" y="368807"/>
                </a:lnTo>
                <a:lnTo>
                  <a:pt x="61467" y="368807"/>
                </a:lnTo>
                <a:lnTo>
                  <a:pt x="37542" y="363972"/>
                </a:lnTo>
                <a:lnTo>
                  <a:pt x="18003" y="350789"/>
                </a:lnTo>
                <a:lnTo>
                  <a:pt x="4830" y="331249"/>
                </a:lnTo>
                <a:lnTo>
                  <a:pt x="0" y="307339"/>
                </a:lnTo>
                <a:lnTo>
                  <a:pt x="0" y="61467"/>
                </a:lnTo>
                <a:close/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55877" y="1252473"/>
            <a:ext cx="558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Khóa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528463" y="1587899"/>
            <a:ext cx="1908810" cy="387350"/>
            <a:chOff x="1528463" y="1587899"/>
            <a:chExt cx="1908810" cy="387350"/>
          </a:xfrm>
        </p:grpSpPr>
        <p:sp>
          <p:nvSpPr>
            <p:cNvPr id="23" name="object 23"/>
            <p:cNvSpPr/>
            <p:nvPr/>
          </p:nvSpPr>
          <p:spPr>
            <a:xfrm>
              <a:off x="1533143" y="1592579"/>
              <a:ext cx="1059180" cy="300355"/>
            </a:xfrm>
            <a:custGeom>
              <a:avLst/>
              <a:gdLst/>
              <a:ahLst/>
              <a:cxnLst/>
              <a:rect l="l" t="t" r="r" b="b"/>
              <a:pathLst>
                <a:path w="1059180" h="300355">
                  <a:moveTo>
                    <a:pt x="0" y="0"/>
                  </a:moveTo>
                  <a:lnTo>
                    <a:pt x="1058926" y="299974"/>
                  </a:lnTo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93847" y="1818131"/>
              <a:ext cx="838200" cy="152400"/>
            </a:xfrm>
            <a:custGeom>
              <a:avLst/>
              <a:gdLst/>
              <a:ahLst/>
              <a:cxnLst/>
              <a:rect l="l" t="t" r="r" b="b"/>
              <a:pathLst>
                <a:path w="838200" h="152400">
                  <a:moveTo>
                    <a:pt x="0" y="152400"/>
                  </a:moveTo>
                  <a:lnTo>
                    <a:pt x="5484" y="122759"/>
                  </a:lnTo>
                  <a:lnTo>
                    <a:pt x="20446" y="98536"/>
                  </a:lnTo>
                  <a:lnTo>
                    <a:pt x="42648" y="82194"/>
                  </a:lnTo>
                  <a:lnTo>
                    <a:pt x="69850" y="76200"/>
                  </a:lnTo>
                  <a:lnTo>
                    <a:pt x="349250" y="76200"/>
                  </a:lnTo>
                  <a:lnTo>
                    <a:pt x="376451" y="70205"/>
                  </a:lnTo>
                  <a:lnTo>
                    <a:pt x="398652" y="53863"/>
                  </a:lnTo>
                  <a:lnTo>
                    <a:pt x="413615" y="29640"/>
                  </a:lnTo>
                  <a:lnTo>
                    <a:pt x="419100" y="0"/>
                  </a:lnTo>
                  <a:lnTo>
                    <a:pt x="424584" y="29640"/>
                  </a:lnTo>
                  <a:lnTo>
                    <a:pt x="439546" y="53863"/>
                  </a:lnTo>
                  <a:lnTo>
                    <a:pt x="461748" y="70205"/>
                  </a:lnTo>
                  <a:lnTo>
                    <a:pt x="488950" y="76200"/>
                  </a:lnTo>
                  <a:lnTo>
                    <a:pt x="768350" y="76200"/>
                  </a:lnTo>
                  <a:lnTo>
                    <a:pt x="795551" y="82194"/>
                  </a:lnTo>
                  <a:lnTo>
                    <a:pt x="817752" y="98536"/>
                  </a:lnTo>
                  <a:lnTo>
                    <a:pt x="832715" y="122759"/>
                  </a:lnTo>
                  <a:lnTo>
                    <a:pt x="838200" y="152400"/>
                  </a:lnTo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BF549982-D01D-C08A-C955-D4EBB42605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CSDL</a:t>
            </a:r>
            <a:r>
              <a:rPr spc="-195" dirty="0"/>
              <a:t> </a:t>
            </a:r>
            <a:r>
              <a:rPr dirty="0"/>
              <a:t>và</a:t>
            </a:r>
            <a:r>
              <a:rPr spc="-50" dirty="0"/>
              <a:t> </a:t>
            </a:r>
            <a:r>
              <a:rPr dirty="0"/>
              <a:t>lược</a:t>
            </a:r>
            <a:r>
              <a:rPr spc="-45" dirty="0"/>
              <a:t> </a:t>
            </a:r>
            <a:r>
              <a:rPr dirty="0"/>
              <a:t>đồ</a:t>
            </a:r>
            <a:r>
              <a:rPr spc="-60" dirty="0"/>
              <a:t> </a:t>
            </a:r>
            <a:r>
              <a:rPr dirty="0"/>
              <a:t>CSDL</a:t>
            </a:r>
            <a:r>
              <a:rPr spc="-180" dirty="0"/>
              <a:t> </a:t>
            </a:r>
            <a:r>
              <a:rPr dirty="0"/>
              <a:t>quan</a:t>
            </a:r>
            <a:r>
              <a:rPr spc="-45" dirty="0"/>
              <a:t> </a:t>
            </a:r>
            <a:r>
              <a:rPr spc="-25" dirty="0"/>
              <a:t>hệ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5" y="1000941"/>
            <a:ext cx="8402955" cy="452056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Lược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đồ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CSDL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hệ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Tập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{R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...,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</a:t>
            </a:r>
            <a:r>
              <a:rPr sz="2400" spc="-30" baseline="-20833" dirty="0">
                <a:latin typeface="Arial"/>
                <a:cs typeface="Arial"/>
              </a:rPr>
              <a:t>m</a:t>
            </a:r>
            <a:r>
              <a:rPr sz="2400" spc="-20" dirty="0">
                <a:latin typeface="Arial"/>
                <a:cs typeface="Arial"/>
              </a:rPr>
              <a:t>}.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Tập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RBTV</a:t>
            </a:r>
            <a:r>
              <a:rPr sz="2400" spc="-25" dirty="0">
                <a:latin typeface="Arial"/>
                <a:cs typeface="Arial"/>
              </a:rPr>
              <a:t> IC.</a:t>
            </a:r>
            <a:endParaRPr sz="24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Trạng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thái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CSDL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hệ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  <a:p>
            <a:pPr marL="777240" marR="3048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Tập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trạng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thái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DB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{r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...,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baseline="-20833" dirty="0">
                <a:latin typeface="Arial"/>
                <a:cs typeface="Arial"/>
              </a:rPr>
              <a:t>m</a:t>
            </a:r>
            <a:r>
              <a:rPr sz="2400" dirty="0">
                <a:latin typeface="Arial"/>
                <a:cs typeface="Arial"/>
              </a:rPr>
              <a:t>},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</a:t>
            </a:r>
            <a:r>
              <a:rPr sz="2400" spc="-37" baseline="-20833" dirty="0">
                <a:latin typeface="Arial"/>
                <a:cs typeface="Arial"/>
              </a:rPr>
              <a:t>i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trạng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thái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</a:t>
            </a:r>
            <a:r>
              <a:rPr sz="2400" spc="-37" baseline="-20833" dirty="0">
                <a:latin typeface="Arial"/>
                <a:cs typeface="Arial"/>
              </a:rPr>
              <a:t>i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515"/>
              </a:spcBef>
              <a:tabLst>
                <a:tab pos="1181100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247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phải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thỏa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RBTV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IC.</a:t>
            </a:r>
            <a:endParaRPr sz="20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59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Trạng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thái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lệ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nếu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nó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thỏa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mọi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RBTV.</a:t>
            </a:r>
            <a:endParaRPr sz="2400">
              <a:latin typeface="Arial"/>
              <a:cs typeface="Arial"/>
            </a:endParaRPr>
          </a:p>
          <a:p>
            <a:pPr marL="377825" indent="-339725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377825" algn="l"/>
              </a:tabLst>
            </a:pPr>
            <a:r>
              <a:rPr sz="2800" dirty="0">
                <a:latin typeface="Arial"/>
                <a:cs typeface="Arial"/>
              </a:rPr>
              <a:t>CSDL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hệ</a:t>
            </a:r>
            <a:endParaRPr sz="28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77240" algn="l"/>
              </a:tabLst>
            </a:pPr>
            <a:r>
              <a:rPr sz="2400" dirty="0">
                <a:latin typeface="Arial"/>
                <a:cs typeface="Arial"/>
              </a:rPr>
              <a:t>Lược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CSDL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Trạng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thái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CSDL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7D538-EF09-4291-6414-5ACD70A1BA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CSDL</a:t>
            </a:r>
            <a:r>
              <a:rPr spc="-195" dirty="0"/>
              <a:t> </a:t>
            </a:r>
            <a:r>
              <a:rPr dirty="0"/>
              <a:t>và</a:t>
            </a:r>
            <a:r>
              <a:rPr spc="-50" dirty="0"/>
              <a:t> </a:t>
            </a:r>
            <a:r>
              <a:rPr dirty="0"/>
              <a:t>lược</a:t>
            </a:r>
            <a:r>
              <a:rPr spc="-45" dirty="0"/>
              <a:t> </a:t>
            </a:r>
            <a:r>
              <a:rPr dirty="0"/>
              <a:t>đồ</a:t>
            </a:r>
            <a:r>
              <a:rPr spc="-60" dirty="0"/>
              <a:t> </a:t>
            </a:r>
            <a:r>
              <a:rPr dirty="0"/>
              <a:t>CSDL</a:t>
            </a:r>
            <a:r>
              <a:rPr spc="-180" dirty="0"/>
              <a:t> </a:t>
            </a:r>
            <a:r>
              <a:rPr dirty="0"/>
              <a:t>quan</a:t>
            </a:r>
            <a:r>
              <a:rPr spc="-45" dirty="0"/>
              <a:t> </a:t>
            </a:r>
            <a:r>
              <a:rPr spc="-25" dirty="0"/>
              <a:t>hệ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5699" y="1578659"/>
          <a:ext cx="7553321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8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1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58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Gioitinh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Diachi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MaGSat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39520" y="1247647"/>
            <a:ext cx="1205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5699" y="2889299"/>
          <a:ext cx="4432299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NgayNhChuc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39520" y="2543302"/>
            <a:ext cx="1334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39761" y="2881122"/>
            <a:ext cx="106680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315"/>
              </a:spcBef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Truso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9161" y="2881122"/>
            <a:ext cx="99060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315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MaPB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26885" y="2543302"/>
            <a:ext cx="1791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TRUSO_PHONG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55699" y="4123740"/>
          <a:ext cx="2514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SoGio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839520" y="3794505"/>
            <a:ext cx="106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THAMGIA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641899" y="4123740"/>
          <a:ext cx="3975099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7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PhongQL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4726304" y="3794505"/>
            <a:ext cx="672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55699" y="5342940"/>
          <a:ext cx="453262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4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Gioitinh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Quanhe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839520" y="5014086"/>
            <a:ext cx="1295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THANNHAN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DD6FDE3-C414-F1C9-274E-EA9B91CD3C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RBTV</a:t>
            </a:r>
            <a:r>
              <a:rPr spc="-55" dirty="0"/>
              <a:t> </a:t>
            </a:r>
            <a:r>
              <a:rPr dirty="0"/>
              <a:t>thực</a:t>
            </a:r>
            <a:r>
              <a:rPr spc="-45" dirty="0"/>
              <a:t> </a:t>
            </a:r>
            <a:r>
              <a:rPr dirty="0"/>
              <a:t>thể</a:t>
            </a:r>
            <a:r>
              <a:rPr spc="-55" dirty="0"/>
              <a:t> </a:t>
            </a:r>
            <a:r>
              <a:rPr dirty="0"/>
              <a:t>và</a:t>
            </a:r>
            <a:r>
              <a:rPr spc="-60" dirty="0"/>
              <a:t> </a:t>
            </a:r>
            <a:r>
              <a:rPr dirty="0"/>
              <a:t>tham</a:t>
            </a:r>
            <a:r>
              <a:rPr spc="-45" dirty="0"/>
              <a:t> </a:t>
            </a:r>
            <a:r>
              <a:rPr spc="-20" dirty="0"/>
              <a:t>chiếu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067"/>
            <a:ext cx="8305800" cy="26898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RBTV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thể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chính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rỗng.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Xác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trên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từng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hệ.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RBTV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chiếu</a:t>
            </a:r>
            <a:endParaRPr sz="2400">
              <a:latin typeface="Arial"/>
              <a:cs typeface="Arial"/>
            </a:endParaRPr>
          </a:p>
          <a:p>
            <a:pPr marL="751840" marR="508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Một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chiếu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đến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thì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phải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tồn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tại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trước.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Xác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giữa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hệ.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08099" y="5419140"/>
          <a:ext cx="7281544" cy="746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1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0"/>
                        </a:spcBef>
                        <a:tabLst>
                          <a:tab pos="1096010" algn="l"/>
                        </a:tabLst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Gioitinh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Tran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15/4/1971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0"/>
                        </a:spcBef>
                        <a:tabLst>
                          <a:tab pos="1051560" algn="l"/>
                        </a:tabLst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Nam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817672" y="3895140"/>
          <a:ext cx="3729989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PHONGBAN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Nghiên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cứu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751832" y="4594859"/>
            <a:ext cx="3446779" cy="1402080"/>
          </a:xfrm>
          <a:custGeom>
            <a:avLst/>
            <a:gdLst/>
            <a:ahLst/>
            <a:cxnLst/>
            <a:rect l="l" t="t" r="r" b="b"/>
            <a:pathLst>
              <a:path w="3446779" h="1402079">
                <a:moveTo>
                  <a:pt x="1716913" y="38100"/>
                </a:moveTo>
                <a:lnTo>
                  <a:pt x="1716913" y="1401762"/>
                </a:lnTo>
                <a:lnTo>
                  <a:pt x="3446398" y="1401762"/>
                </a:lnTo>
                <a:lnTo>
                  <a:pt x="3446398" y="1395412"/>
                </a:lnTo>
                <a:lnTo>
                  <a:pt x="1729613" y="1395412"/>
                </a:lnTo>
                <a:lnTo>
                  <a:pt x="1723263" y="1389062"/>
                </a:lnTo>
                <a:lnTo>
                  <a:pt x="1729613" y="1389062"/>
                </a:lnTo>
                <a:lnTo>
                  <a:pt x="1729613" y="44450"/>
                </a:lnTo>
                <a:lnTo>
                  <a:pt x="1723263" y="44450"/>
                </a:lnTo>
                <a:lnTo>
                  <a:pt x="1716913" y="38100"/>
                </a:lnTo>
                <a:close/>
              </a:path>
              <a:path w="3446779" h="1402079">
                <a:moveTo>
                  <a:pt x="1729613" y="1389062"/>
                </a:moveTo>
                <a:lnTo>
                  <a:pt x="1723263" y="1389062"/>
                </a:lnTo>
                <a:lnTo>
                  <a:pt x="1729613" y="1395412"/>
                </a:lnTo>
                <a:lnTo>
                  <a:pt x="1729613" y="1389062"/>
                </a:lnTo>
                <a:close/>
              </a:path>
              <a:path w="3446779" h="1402079">
                <a:moveTo>
                  <a:pt x="3446398" y="1389062"/>
                </a:moveTo>
                <a:lnTo>
                  <a:pt x="1729613" y="1389062"/>
                </a:lnTo>
                <a:lnTo>
                  <a:pt x="1729613" y="1395412"/>
                </a:lnTo>
                <a:lnTo>
                  <a:pt x="3446398" y="1395412"/>
                </a:lnTo>
                <a:lnTo>
                  <a:pt x="3446398" y="1389062"/>
                </a:lnTo>
                <a:close/>
              </a:path>
              <a:path w="3446779" h="1402079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3446779" h="1402079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3446779" h="1402079">
                <a:moveTo>
                  <a:pt x="1729613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716913" y="44450"/>
                </a:lnTo>
                <a:lnTo>
                  <a:pt x="1716913" y="38100"/>
                </a:lnTo>
                <a:lnTo>
                  <a:pt x="1729613" y="38100"/>
                </a:lnTo>
                <a:lnTo>
                  <a:pt x="1729613" y="31750"/>
                </a:lnTo>
                <a:close/>
              </a:path>
              <a:path w="3446779" h="1402079">
                <a:moveTo>
                  <a:pt x="1729613" y="38100"/>
                </a:moveTo>
                <a:lnTo>
                  <a:pt x="1716913" y="38100"/>
                </a:lnTo>
                <a:lnTo>
                  <a:pt x="1723263" y="44450"/>
                </a:lnTo>
                <a:lnTo>
                  <a:pt x="1729613" y="44450"/>
                </a:lnTo>
                <a:lnTo>
                  <a:pt x="1729613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45A5D-063B-F93B-A74C-3105924118F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RBTV</a:t>
            </a:r>
            <a:r>
              <a:rPr spc="-55" dirty="0"/>
              <a:t> </a:t>
            </a:r>
            <a:r>
              <a:rPr dirty="0"/>
              <a:t>thực</a:t>
            </a:r>
            <a:r>
              <a:rPr spc="-45" dirty="0"/>
              <a:t> </a:t>
            </a:r>
            <a:r>
              <a:rPr dirty="0"/>
              <a:t>thể</a:t>
            </a:r>
            <a:r>
              <a:rPr spc="-55" dirty="0"/>
              <a:t> </a:t>
            </a:r>
            <a:r>
              <a:rPr dirty="0"/>
              <a:t>và</a:t>
            </a:r>
            <a:r>
              <a:rPr spc="-60" dirty="0"/>
              <a:t> </a:t>
            </a:r>
            <a:r>
              <a:rPr dirty="0"/>
              <a:t>tham</a:t>
            </a:r>
            <a:r>
              <a:rPr spc="-45" dirty="0"/>
              <a:t> </a:t>
            </a:r>
            <a:r>
              <a:rPr spc="-20" dirty="0"/>
              <a:t>chiếu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715" y="1017067"/>
            <a:ext cx="8329930" cy="529018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05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90525" algn="l"/>
              </a:tabLst>
            </a:pPr>
            <a:r>
              <a:rPr sz="2400" dirty="0">
                <a:latin typeface="Arial"/>
                <a:cs typeface="Arial"/>
              </a:rPr>
              <a:t>Khóa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ngoại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(Foreign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Key)</a:t>
            </a:r>
            <a:endParaRPr sz="2400">
              <a:latin typeface="Arial"/>
              <a:cs typeface="Arial"/>
            </a:endParaRPr>
          </a:p>
          <a:p>
            <a:pPr marL="789940" marR="69215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89940" algn="l"/>
              </a:tabLst>
            </a:pPr>
            <a:r>
              <a:rPr sz="2000" dirty="0">
                <a:latin typeface="Arial"/>
                <a:cs typeface="Arial"/>
              </a:rPr>
              <a:t>Tập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FK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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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1950" spc="254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chiếu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đến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</a:t>
            </a:r>
            <a:r>
              <a:rPr sz="1950" spc="-37" baseline="-21367" dirty="0">
                <a:latin typeface="Arial"/>
                <a:cs typeface="Arial"/>
              </a:rPr>
              <a:t>2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ngoại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1950" spc="247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nếu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thỏa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điều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kiện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sau</a:t>
            </a:r>
            <a:endParaRPr sz="2000">
              <a:latin typeface="Arial"/>
              <a:cs typeface="Arial"/>
            </a:endParaRPr>
          </a:p>
          <a:p>
            <a:pPr marL="1193800" marR="237490" indent="-228600">
              <a:lnSpc>
                <a:spcPct val="100000"/>
              </a:lnSpc>
              <a:spcBef>
                <a:spcPts val="500"/>
              </a:spcBef>
              <a:tabLst>
                <a:tab pos="1193800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FK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cùng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miền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25" dirty="0">
                <a:latin typeface="Arial"/>
                <a:cs typeface="Arial"/>
              </a:rPr>
              <a:t> của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chính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PK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R</a:t>
            </a:r>
            <a:r>
              <a:rPr sz="1800" spc="-37" baseline="-20833" dirty="0">
                <a:latin typeface="Arial"/>
                <a:cs typeface="Arial"/>
              </a:rPr>
              <a:t>2</a:t>
            </a:r>
            <a:r>
              <a:rPr sz="1800" spc="-25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505"/>
              </a:spcBef>
              <a:tabLst>
                <a:tab pos="1193800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dirty="0">
                <a:latin typeface="Symbol"/>
                <a:cs typeface="Symbol"/>
              </a:rPr>
              <a:t>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t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spc="209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(R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),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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t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spc="225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(R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[FK]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" dirty="0">
                <a:latin typeface="Arial"/>
                <a:cs typeface="Arial"/>
              </a:rPr>
              <a:t> t</a:t>
            </a:r>
            <a:r>
              <a:rPr sz="1800" spc="-15" baseline="-20833" dirty="0">
                <a:latin typeface="Arial"/>
                <a:cs typeface="Arial"/>
              </a:rPr>
              <a:t>2</a:t>
            </a:r>
            <a:r>
              <a:rPr sz="1800" spc="-10" dirty="0">
                <a:latin typeface="Arial"/>
                <a:cs typeface="Arial"/>
              </a:rPr>
              <a:t>[PK].</a:t>
            </a:r>
            <a:endParaRPr sz="1800">
              <a:latin typeface="Arial"/>
              <a:cs typeface="Arial"/>
            </a:endParaRPr>
          </a:p>
          <a:p>
            <a:pPr marL="390525" indent="-33972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390525" algn="l"/>
              </a:tabLst>
            </a:pPr>
            <a:r>
              <a:rPr sz="2400" dirty="0">
                <a:latin typeface="Arial"/>
                <a:cs typeface="Arial"/>
              </a:rPr>
              <a:t>Nhận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xét</a:t>
            </a:r>
            <a:endParaRPr sz="2400">
              <a:latin typeface="Arial"/>
              <a:cs typeface="Arial"/>
            </a:endParaRPr>
          </a:p>
          <a:p>
            <a:pPr marL="7899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89940" algn="l"/>
              </a:tabLst>
            </a:pPr>
            <a:r>
              <a:rPr sz="2000" dirty="0">
                <a:latin typeface="Arial"/>
                <a:cs typeface="Arial"/>
              </a:rPr>
              <a:t>Có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nhiều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RBTV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chiếu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CSDL.</a:t>
            </a:r>
            <a:endParaRPr sz="2000">
              <a:latin typeface="Arial"/>
              <a:cs typeface="Arial"/>
            </a:endParaRPr>
          </a:p>
          <a:p>
            <a:pPr marL="789940" marR="285115" lvl="1" indent="-281940">
              <a:lnSpc>
                <a:spcPct val="100000"/>
              </a:lnSpc>
              <a:spcBef>
                <a:spcPts val="490"/>
              </a:spcBef>
              <a:buChar char="•"/>
              <a:tabLst>
                <a:tab pos="789940" algn="l"/>
              </a:tabLst>
            </a:pPr>
            <a:r>
              <a:rPr sz="2000" dirty="0">
                <a:latin typeface="Arial"/>
                <a:cs typeface="Arial"/>
              </a:rPr>
              <a:t>Trong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vừa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gia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khóa </a:t>
            </a:r>
            <a:r>
              <a:rPr sz="2000" dirty="0">
                <a:latin typeface="Arial"/>
                <a:cs typeface="Arial"/>
              </a:rPr>
              <a:t>chính,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vừa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gia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ngoại.</a:t>
            </a:r>
            <a:endParaRPr sz="2000">
              <a:latin typeface="Arial"/>
              <a:cs typeface="Arial"/>
            </a:endParaRPr>
          </a:p>
          <a:p>
            <a:pPr marL="789940" marR="1778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89940" algn="l"/>
              </a:tabLst>
            </a:pPr>
            <a:r>
              <a:rPr sz="2000" dirty="0">
                <a:latin typeface="Arial"/>
                <a:cs typeface="Arial"/>
              </a:rPr>
              <a:t>Khóa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ngoại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chiếu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đến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chính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cùng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lược </a:t>
            </a:r>
            <a:r>
              <a:rPr sz="2000" spc="-25" dirty="0">
                <a:latin typeface="Arial"/>
                <a:cs typeface="Arial"/>
              </a:rPr>
              <a:t>đồ.</a:t>
            </a:r>
            <a:endParaRPr sz="2000">
              <a:latin typeface="Arial"/>
              <a:cs typeface="Arial"/>
            </a:endParaRPr>
          </a:p>
          <a:p>
            <a:pPr marL="789940" lvl="1" indent="-281940">
              <a:lnSpc>
                <a:spcPct val="100000"/>
              </a:lnSpc>
              <a:spcBef>
                <a:spcPts val="500"/>
              </a:spcBef>
              <a:buChar char="•"/>
              <a:tabLst>
                <a:tab pos="789940" algn="l"/>
              </a:tabLst>
            </a:pPr>
            <a:r>
              <a:rPr sz="2000" dirty="0">
                <a:latin typeface="Arial"/>
                <a:cs typeface="Arial"/>
              </a:rPr>
              <a:t>Có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nhiều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ngoại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chiếu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đến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cùng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chính.</a:t>
            </a:r>
            <a:endParaRPr sz="2000">
              <a:latin typeface="Arial"/>
              <a:cs typeface="Arial"/>
            </a:endParaRPr>
          </a:p>
          <a:p>
            <a:pPr marL="7899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789940" algn="l"/>
              </a:tabLst>
            </a:pPr>
            <a:r>
              <a:rPr sz="2000" dirty="0">
                <a:latin typeface="Arial"/>
                <a:cs typeface="Arial"/>
              </a:rPr>
              <a:t>Trong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CSDL,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RBTV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chiếu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biểu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diễn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bằng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cung</a:t>
            </a:r>
            <a:endParaRPr sz="2000">
              <a:latin typeface="Arial"/>
              <a:cs typeface="Arial"/>
            </a:endParaRPr>
          </a:p>
          <a:p>
            <a:pPr marL="78994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đi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từ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ngoại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đến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khóa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chính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chiếu.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313A3-6847-8EEC-48B9-92F5A0D398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RBTV</a:t>
            </a:r>
            <a:r>
              <a:rPr spc="-55" dirty="0"/>
              <a:t> </a:t>
            </a:r>
            <a:r>
              <a:rPr dirty="0"/>
              <a:t>thực</a:t>
            </a:r>
            <a:r>
              <a:rPr spc="-45" dirty="0"/>
              <a:t> </a:t>
            </a:r>
            <a:r>
              <a:rPr dirty="0"/>
              <a:t>thể</a:t>
            </a:r>
            <a:r>
              <a:rPr spc="-55" dirty="0"/>
              <a:t> </a:t>
            </a:r>
            <a:r>
              <a:rPr dirty="0"/>
              <a:t>và</a:t>
            </a:r>
            <a:r>
              <a:rPr spc="-60" dirty="0"/>
              <a:t> </a:t>
            </a:r>
            <a:r>
              <a:rPr dirty="0"/>
              <a:t>tham</a:t>
            </a:r>
            <a:r>
              <a:rPr spc="-45" dirty="0"/>
              <a:t> </a:t>
            </a:r>
            <a:r>
              <a:rPr spc="-20" dirty="0"/>
              <a:t>chiếu</a:t>
            </a:r>
          </a:p>
        </p:txBody>
      </p:sp>
      <p:sp>
        <p:nvSpPr>
          <p:cNvPr id="3" name="object 3"/>
          <p:cNvSpPr/>
          <p:nvPr/>
        </p:nvSpPr>
        <p:spPr>
          <a:xfrm>
            <a:off x="2102611" y="1800351"/>
            <a:ext cx="634365" cy="12700"/>
          </a:xfrm>
          <a:custGeom>
            <a:avLst/>
            <a:gdLst/>
            <a:ahLst/>
            <a:cxnLst/>
            <a:rect l="l" t="t" r="r" b="b"/>
            <a:pathLst>
              <a:path w="634364" h="12700">
                <a:moveTo>
                  <a:pt x="633983" y="0"/>
                </a:moveTo>
                <a:lnTo>
                  <a:pt x="0" y="0"/>
                </a:lnTo>
                <a:lnTo>
                  <a:pt x="0" y="12192"/>
                </a:lnTo>
                <a:lnTo>
                  <a:pt x="633983" y="12192"/>
                </a:lnTo>
                <a:lnTo>
                  <a:pt x="6339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0032" y="1080642"/>
            <a:ext cx="7541895" cy="75565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81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  <a:p>
            <a:pPr marL="83820">
              <a:lnSpc>
                <a:spcPct val="100000"/>
              </a:lnSpc>
              <a:spcBef>
                <a:spcPts val="715"/>
              </a:spcBef>
              <a:tabLst>
                <a:tab pos="572135" algn="l"/>
                <a:tab pos="1192530" algn="l"/>
                <a:tab pos="2068195" algn="l"/>
                <a:tab pos="3201670" algn="l"/>
                <a:tab pos="4168140" algn="l"/>
                <a:tab pos="4994275" algn="l"/>
                <a:tab pos="5812155" algn="l"/>
                <a:tab pos="6834505" algn="l"/>
              </a:tabLst>
            </a:pPr>
            <a:r>
              <a:rPr sz="1800" spc="-25" dirty="0">
                <a:latin typeface="Arial"/>
                <a:cs typeface="Arial"/>
              </a:rPr>
              <a:t>Ho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Ten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MaNV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Ngaysinh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Gioitinh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Diachi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Luong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MaGSat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MaPB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2208" y="1508760"/>
            <a:ext cx="7557770" cy="398145"/>
          </a:xfrm>
          <a:custGeom>
            <a:avLst/>
            <a:gdLst/>
            <a:ahLst/>
            <a:cxnLst/>
            <a:rect l="l" t="t" r="r" b="b"/>
            <a:pathLst>
              <a:path w="7557770" h="398144">
                <a:moveTo>
                  <a:pt x="0" y="0"/>
                </a:moveTo>
                <a:lnTo>
                  <a:pt x="7555992" y="1524"/>
                </a:lnTo>
              </a:path>
              <a:path w="7557770" h="398144">
                <a:moveTo>
                  <a:pt x="0" y="396239"/>
                </a:moveTo>
                <a:lnTo>
                  <a:pt x="7555992" y="397763"/>
                </a:lnTo>
              </a:path>
              <a:path w="7557770" h="398144">
                <a:moveTo>
                  <a:pt x="0" y="0"/>
                </a:moveTo>
                <a:lnTo>
                  <a:pt x="1523" y="396239"/>
                </a:lnTo>
              </a:path>
              <a:path w="7557770" h="398144">
                <a:moveTo>
                  <a:pt x="475488" y="0"/>
                </a:moveTo>
                <a:lnTo>
                  <a:pt x="477011" y="396239"/>
                </a:lnTo>
              </a:path>
              <a:path w="7557770" h="398144">
                <a:moveTo>
                  <a:pt x="1053084" y="0"/>
                </a:moveTo>
                <a:lnTo>
                  <a:pt x="1054608" y="396239"/>
                </a:lnTo>
              </a:path>
              <a:path w="7557770" h="398144">
                <a:moveTo>
                  <a:pt x="1981200" y="0"/>
                </a:moveTo>
                <a:lnTo>
                  <a:pt x="1982724" y="396239"/>
                </a:lnTo>
              </a:path>
              <a:path w="7557770" h="398144">
                <a:moveTo>
                  <a:pt x="3118104" y="0"/>
                </a:moveTo>
                <a:lnTo>
                  <a:pt x="3119628" y="396239"/>
                </a:lnTo>
              </a:path>
              <a:path w="7557770" h="398144">
                <a:moveTo>
                  <a:pt x="4076700" y="0"/>
                </a:moveTo>
                <a:lnTo>
                  <a:pt x="4078224" y="396239"/>
                </a:lnTo>
              </a:path>
              <a:path w="7557770" h="398144">
                <a:moveTo>
                  <a:pt x="4908804" y="0"/>
                </a:moveTo>
                <a:lnTo>
                  <a:pt x="4910328" y="396239"/>
                </a:lnTo>
              </a:path>
              <a:path w="7557770" h="398144">
                <a:moveTo>
                  <a:pt x="5727192" y="0"/>
                </a:moveTo>
                <a:lnTo>
                  <a:pt x="5728716" y="396239"/>
                </a:lnTo>
              </a:path>
              <a:path w="7557770" h="398144">
                <a:moveTo>
                  <a:pt x="7555992" y="0"/>
                </a:moveTo>
                <a:lnTo>
                  <a:pt x="7557516" y="396239"/>
                </a:lnTo>
              </a:path>
              <a:path w="7557770" h="398144">
                <a:moveTo>
                  <a:pt x="6749796" y="0"/>
                </a:moveTo>
                <a:lnTo>
                  <a:pt x="6751320" y="396239"/>
                </a:lnTo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85820" y="2848102"/>
            <a:ext cx="1542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NgayNhChuc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42820" y="2848102"/>
            <a:ext cx="1129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TrPhong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99157" y="3111626"/>
            <a:ext cx="622300" cy="12700"/>
          </a:xfrm>
          <a:custGeom>
            <a:avLst/>
            <a:gdLst/>
            <a:ahLst/>
            <a:cxnLst/>
            <a:rect l="l" t="t" r="r" b="b"/>
            <a:pathLst>
              <a:path w="622300" h="12700">
                <a:moveTo>
                  <a:pt x="621792" y="0"/>
                </a:moveTo>
                <a:lnTo>
                  <a:pt x="0" y="0"/>
                </a:lnTo>
                <a:lnTo>
                  <a:pt x="0" y="12192"/>
                </a:lnTo>
                <a:lnTo>
                  <a:pt x="621792" y="12192"/>
                </a:lnTo>
                <a:lnTo>
                  <a:pt x="6217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0032" y="2360422"/>
            <a:ext cx="1718945" cy="7874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94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  <a:p>
            <a:pPr marL="95885">
              <a:lnSpc>
                <a:spcPct val="100000"/>
              </a:lnSpc>
              <a:spcBef>
                <a:spcPts val="840"/>
              </a:spcBef>
              <a:tabLst>
                <a:tab pos="989330" algn="l"/>
              </a:tabLst>
            </a:pPr>
            <a:r>
              <a:rPr sz="1800" spc="-10" dirty="0">
                <a:latin typeface="Arial"/>
                <a:cs typeface="Arial"/>
              </a:rPr>
              <a:t>TenPB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MaPB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02208" y="2819400"/>
            <a:ext cx="4433570" cy="367665"/>
          </a:xfrm>
          <a:custGeom>
            <a:avLst/>
            <a:gdLst/>
            <a:ahLst/>
            <a:cxnLst/>
            <a:rect l="l" t="t" r="r" b="b"/>
            <a:pathLst>
              <a:path w="4433570" h="367664">
                <a:moveTo>
                  <a:pt x="0" y="0"/>
                </a:moveTo>
                <a:lnTo>
                  <a:pt x="4431792" y="1524"/>
                </a:lnTo>
              </a:path>
              <a:path w="4433570" h="367664">
                <a:moveTo>
                  <a:pt x="0" y="365760"/>
                </a:moveTo>
                <a:lnTo>
                  <a:pt x="4431792" y="367284"/>
                </a:lnTo>
              </a:path>
              <a:path w="4433570" h="367664">
                <a:moveTo>
                  <a:pt x="0" y="0"/>
                </a:moveTo>
                <a:lnTo>
                  <a:pt x="1523" y="365760"/>
                </a:lnTo>
              </a:path>
              <a:path w="4433570" h="367664">
                <a:moveTo>
                  <a:pt x="882396" y="0"/>
                </a:moveTo>
                <a:lnTo>
                  <a:pt x="883919" y="365760"/>
                </a:lnTo>
              </a:path>
              <a:path w="4433570" h="367664">
                <a:moveTo>
                  <a:pt x="1732788" y="0"/>
                </a:moveTo>
                <a:lnTo>
                  <a:pt x="1734312" y="365760"/>
                </a:lnTo>
              </a:path>
              <a:path w="4433570" h="367664">
                <a:moveTo>
                  <a:pt x="2875788" y="0"/>
                </a:moveTo>
                <a:lnTo>
                  <a:pt x="2877312" y="365760"/>
                </a:lnTo>
              </a:path>
              <a:path w="4433570" h="367664">
                <a:moveTo>
                  <a:pt x="4431792" y="0"/>
                </a:moveTo>
                <a:lnTo>
                  <a:pt x="4433316" y="365760"/>
                </a:lnTo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379969" y="2804922"/>
            <a:ext cx="106680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315"/>
              </a:spcBef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Truso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89370" y="2804922"/>
            <a:ext cx="99060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315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MaPB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6459" y="2467102"/>
            <a:ext cx="1791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TRUSO_PHONG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48332" y="4539233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SoGio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12798" y="4802251"/>
            <a:ext cx="634365" cy="12700"/>
          </a:xfrm>
          <a:custGeom>
            <a:avLst/>
            <a:gdLst/>
            <a:ahLst/>
            <a:cxnLst/>
            <a:rect l="l" t="t" r="r" b="b"/>
            <a:pathLst>
              <a:path w="634364" h="12700">
                <a:moveTo>
                  <a:pt x="633983" y="0"/>
                </a:moveTo>
                <a:lnTo>
                  <a:pt x="0" y="0"/>
                </a:lnTo>
                <a:lnTo>
                  <a:pt x="0" y="12192"/>
                </a:lnTo>
                <a:lnTo>
                  <a:pt x="633983" y="12192"/>
                </a:lnTo>
                <a:lnTo>
                  <a:pt x="6339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93711" y="4802251"/>
            <a:ext cx="634365" cy="12700"/>
          </a:xfrm>
          <a:custGeom>
            <a:avLst/>
            <a:gdLst/>
            <a:ahLst/>
            <a:cxnLst/>
            <a:rect l="l" t="t" r="r" b="b"/>
            <a:pathLst>
              <a:path w="634364" h="12700">
                <a:moveTo>
                  <a:pt x="633920" y="0"/>
                </a:moveTo>
                <a:lnTo>
                  <a:pt x="0" y="0"/>
                </a:lnTo>
                <a:lnTo>
                  <a:pt x="0" y="12192"/>
                </a:lnTo>
                <a:lnTo>
                  <a:pt x="633920" y="12192"/>
                </a:lnTo>
                <a:lnTo>
                  <a:pt x="6339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10032" y="4083050"/>
            <a:ext cx="162433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 marR="78740" indent="-2540">
              <a:lnSpc>
                <a:spcPct val="133100"/>
              </a:lnSpc>
              <a:spcBef>
                <a:spcPts val="100"/>
              </a:spcBef>
              <a:tabLst>
                <a:tab pos="902969" algn="l"/>
              </a:tabLst>
            </a:pPr>
            <a:r>
              <a:rPr sz="1800" spc="-10" dirty="0">
                <a:latin typeface="Arial"/>
                <a:cs typeface="Arial"/>
              </a:rPr>
              <a:t>THAMGIA </a:t>
            </a:r>
            <a:r>
              <a:rPr sz="1800" spc="-20" dirty="0">
                <a:latin typeface="Arial"/>
                <a:cs typeface="Arial"/>
              </a:rPr>
              <a:t>MaNV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MaDA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02208" y="4509515"/>
            <a:ext cx="2516505" cy="367665"/>
          </a:xfrm>
          <a:custGeom>
            <a:avLst/>
            <a:gdLst/>
            <a:ahLst/>
            <a:cxnLst/>
            <a:rect l="l" t="t" r="r" b="b"/>
            <a:pathLst>
              <a:path w="2516504" h="367664">
                <a:moveTo>
                  <a:pt x="0" y="0"/>
                </a:moveTo>
                <a:lnTo>
                  <a:pt x="2514600" y="1523"/>
                </a:lnTo>
              </a:path>
              <a:path w="2516504" h="367664">
                <a:moveTo>
                  <a:pt x="0" y="365759"/>
                </a:moveTo>
                <a:lnTo>
                  <a:pt x="2514600" y="367283"/>
                </a:lnTo>
              </a:path>
              <a:path w="2516504" h="367664">
                <a:moveTo>
                  <a:pt x="0" y="0"/>
                </a:moveTo>
                <a:lnTo>
                  <a:pt x="1523" y="365759"/>
                </a:lnTo>
              </a:path>
              <a:path w="2516504" h="367664">
                <a:moveTo>
                  <a:pt x="818387" y="0"/>
                </a:moveTo>
                <a:lnTo>
                  <a:pt x="819911" y="365759"/>
                </a:lnTo>
              </a:path>
              <a:path w="2516504" h="367664">
                <a:moveTo>
                  <a:pt x="1638300" y="0"/>
                </a:moveTo>
                <a:lnTo>
                  <a:pt x="1639824" y="365759"/>
                </a:lnTo>
              </a:path>
              <a:path w="2516504" h="367664">
                <a:moveTo>
                  <a:pt x="2514600" y="0"/>
                </a:moveTo>
                <a:lnTo>
                  <a:pt x="2516124" y="365759"/>
                </a:lnTo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782108" y="4503215"/>
          <a:ext cx="3973829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4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6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PhongQL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4865878" y="4173982"/>
            <a:ext cx="672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895908" y="5571540"/>
          <a:ext cx="453517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6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Gioitinh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Quanhe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1825117" y="5870638"/>
            <a:ext cx="368935" cy="12700"/>
          </a:xfrm>
          <a:custGeom>
            <a:avLst/>
            <a:gdLst/>
            <a:ahLst/>
            <a:cxnLst/>
            <a:rect l="l" t="t" r="r" b="b"/>
            <a:pathLst>
              <a:path w="368935" h="12700">
                <a:moveTo>
                  <a:pt x="368807" y="0"/>
                </a:moveTo>
                <a:lnTo>
                  <a:pt x="0" y="0"/>
                </a:lnTo>
                <a:lnTo>
                  <a:pt x="0" y="12192"/>
                </a:lnTo>
                <a:lnTo>
                  <a:pt x="368807" y="12192"/>
                </a:lnTo>
                <a:lnTo>
                  <a:pt x="3688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93711" y="5870638"/>
            <a:ext cx="634365" cy="12700"/>
          </a:xfrm>
          <a:custGeom>
            <a:avLst/>
            <a:gdLst/>
            <a:ahLst/>
            <a:cxnLst/>
            <a:rect l="l" t="t" r="r" b="b"/>
            <a:pathLst>
              <a:path w="634364" h="12700">
                <a:moveTo>
                  <a:pt x="633920" y="0"/>
                </a:moveTo>
                <a:lnTo>
                  <a:pt x="0" y="0"/>
                </a:lnTo>
                <a:lnTo>
                  <a:pt x="0" y="12192"/>
                </a:lnTo>
                <a:lnTo>
                  <a:pt x="633920" y="12192"/>
                </a:lnTo>
                <a:lnTo>
                  <a:pt x="6339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79119" y="5242686"/>
            <a:ext cx="1295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THANNHAN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02208" y="1470659"/>
            <a:ext cx="7556500" cy="4479925"/>
          </a:xfrm>
          <a:custGeom>
            <a:avLst/>
            <a:gdLst/>
            <a:ahLst/>
            <a:cxnLst/>
            <a:rect l="l" t="t" r="r" b="b"/>
            <a:pathLst>
              <a:path w="7556500" h="4479925">
                <a:moveTo>
                  <a:pt x="1517650" y="434340"/>
                </a:moveTo>
                <a:lnTo>
                  <a:pt x="1504950" y="427990"/>
                </a:lnTo>
                <a:lnTo>
                  <a:pt x="1441450" y="396240"/>
                </a:lnTo>
                <a:lnTo>
                  <a:pt x="1441450" y="427990"/>
                </a:lnTo>
                <a:lnTo>
                  <a:pt x="968756" y="427990"/>
                </a:lnTo>
                <a:lnTo>
                  <a:pt x="968756" y="44462"/>
                </a:lnTo>
                <a:lnTo>
                  <a:pt x="1440307" y="44462"/>
                </a:lnTo>
                <a:lnTo>
                  <a:pt x="1440307" y="76200"/>
                </a:lnTo>
                <a:lnTo>
                  <a:pt x="1503794" y="44462"/>
                </a:lnTo>
                <a:lnTo>
                  <a:pt x="1516507" y="38100"/>
                </a:lnTo>
                <a:lnTo>
                  <a:pt x="1503807" y="31750"/>
                </a:lnTo>
                <a:lnTo>
                  <a:pt x="1440307" y="0"/>
                </a:lnTo>
                <a:lnTo>
                  <a:pt x="1440307" y="31750"/>
                </a:lnTo>
                <a:lnTo>
                  <a:pt x="956056" y="31750"/>
                </a:lnTo>
                <a:lnTo>
                  <a:pt x="956056" y="427990"/>
                </a:lnTo>
                <a:lnTo>
                  <a:pt x="752462" y="427990"/>
                </a:lnTo>
                <a:lnTo>
                  <a:pt x="752462" y="3215640"/>
                </a:lnTo>
                <a:lnTo>
                  <a:pt x="0" y="3215640"/>
                </a:lnTo>
                <a:lnTo>
                  <a:pt x="0" y="3228340"/>
                </a:lnTo>
                <a:lnTo>
                  <a:pt x="765175" y="3228340"/>
                </a:lnTo>
                <a:lnTo>
                  <a:pt x="765175" y="3221990"/>
                </a:lnTo>
                <a:lnTo>
                  <a:pt x="765175" y="3215640"/>
                </a:lnTo>
                <a:lnTo>
                  <a:pt x="765175" y="440690"/>
                </a:lnTo>
                <a:lnTo>
                  <a:pt x="956056" y="440690"/>
                </a:lnTo>
                <a:lnTo>
                  <a:pt x="956056" y="4467225"/>
                </a:lnTo>
                <a:lnTo>
                  <a:pt x="408432" y="4467225"/>
                </a:lnTo>
                <a:lnTo>
                  <a:pt x="408432" y="4479925"/>
                </a:lnTo>
                <a:lnTo>
                  <a:pt x="968756" y="4479925"/>
                </a:lnTo>
                <a:lnTo>
                  <a:pt x="968756" y="4473575"/>
                </a:lnTo>
                <a:lnTo>
                  <a:pt x="968756" y="4467225"/>
                </a:lnTo>
                <a:lnTo>
                  <a:pt x="968756" y="440690"/>
                </a:lnTo>
                <a:lnTo>
                  <a:pt x="1441450" y="440690"/>
                </a:lnTo>
                <a:lnTo>
                  <a:pt x="1441450" y="472440"/>
                </a:lnTo>
                <a:lnTo>
                  <a:pt x="1504950" y="440690"/>
                </a:lnTo>
                <a:lnTo>
                  <a:pt x="1517650" y="434340"/>
                </a:lnTo>
                <a:close/>
              </a:path>
              <a:path w="7556500" h="4479925">
                <a:moveTo>
                  <a:pt x="2305304" y="1342390"/>
                </a:moveTo>
                <a:lnTo>
                  <a:pt x="1917954" y="1342390"/>
                </a:lnTo>
                <a:lnTo>
                  <a:pt x="1917954" y="440690"/>
                </a:lnTo>
                <a:lnTo>
                  <a:pt x="1917954" y="434340"/>
                </a:lnTo>
                <a:lnTo>
                  <a:pt x="1917954" y="427990"/>
                </a:lnTo>
                <a:lnTo>
                  <a:pt x="1594104" y="427990"/>
                </a:lnTo>
                <a:lnTo>
                  <a:pt x="1594104" y="396240"/>
                </a:lnTo>
                <a:lnTo>
                  <a:pt x="1517904" y="434340"/>
                </a:lnTo>
                <a:lnTo>
                  <a:pt x="1594104" y="472440"/>
                </a:lnTo>
                <a:lnTo>
                  <a:pt x="1594104" y="440690"/>
                </a:lnTo>
                <a:lnTo>
                  <a:pt x="1905254" y="440690"/>
                </a:lnTo>
                <a:lnTo>
                  <a:pt x="1905254" y="1355090"/>
                </a:lnTo>
                <a:lnTo>
                  <a:pt x="2305304" y="1355090"/>
                </a:lnTo>
                <a:lnTo>
                  <a:pt x="2305304" y="1348740"/>
                </a:lnTo>
                <a:lnTo>
                  <a:pt x="2305304" y="1342390"/>
                </a:lnTo>
                <a:close/>
              </a:path>
              <a:path w="7556500" h="4479925">
                <a:moveTo>
                  <a:pt x="5190744" y="3406140"/>
                </a:moveTo>
                <a:lnTo>
                  <a:pt x="5178044" y="3399790"/>
                </a:lnTo>
                <a:lnTo>
                  <a:pt x="5114544" y="3368040"/>
                </a:lnTo>
                <a:lnTo>
                  <a:pt x="5114544" y="3399790"/>
                </a:lnTo>
                <a:lnTo>
                  <a:pt x="3215894" y="3399790"/>
                </a:lnTo>
                <a:lnTo>
                  <a:pt x="3215894" y="3398266"/>
                </a:lnTo>
                <a:lnTo>
                  <a:pt x="1228344" y="3398266"/>
                </a:lnTo>
                <a:lnTo>
                  <a:pt x="1228344" y="3410966"/>
                </a:lnTo>
                <a:lnTo>
                  <a:pt x="3203194" y="3410966"/>
                </a:lnTo>
                <a:lnTo>
                  <a:pt x="3203194" y="3412490"/>
                </a:lnTo>
                <a:lnTo>
                  <a:pt x="5114544" y="3412490"/>
                </a:lnTo>
                <a:lnTo>
                  <a:pt x="5114544" y="3444240"/>
                </a:lnTo>
                <a:lnTo>
                  <a:pt x="5178044" y="3412490"/>
                </a:lnTo>
                <a:lnTo>
                  <a:pt x="5190744" y="3406140"/>
                </a:lnTo>
                <a:close/>
              </a:path>
              <a:path w="7556500" h="4479925">
                <a:moveTo>
                  <a:pt x="6239129" y="31750"/>
                </a:moveTo>
                <a:lnTo>
                  <a:pt x="3872103" y="31750"/>
                </a:lnTo>
                <a:lnTo>
                  <a:pt x="3872103" y="33274"/>
                </a:lnTo>
                <a:lnTo>
                  <a:pt x="1594104" y="33274"/>
                </a:lnTo>
                <a:lnTo>
                  <a:pt x="1594104" y="1651"/>
                </a:lnTo>
                <a:lnTo>
                  <a:pt x="1517904" y="39751"/>
                </a:lnTo>
                <a:lnTo>
                  <a:pt x="1594104" y="77851"/>
                </a:lnTo>
                <a:lnTo>
                  <a:pt x="1594104" y="46101"/>
                </a:lnTo>
                <a:lnTo>
                  <a:pt x="3884803" y="46101"/>
                </a:lnTo>
                <a:lnTo>
                  <a:pt x="3884803" y="44450"/>
                </a:lnTo>
                <a:lnTo>
                  <a:pt x="6239129" y="44450"/>
                </a:lnTo>
                <a:lnTo>
                  <a:pt x="6239129" y="38100"/>
                </a:lnTo>
                <a:lnTo>
                  <a:pt x="6239129" y="33274"/>
                </a:lnTo>
                <a:lnTo>
                  <a:pt x="6239129" y="31750"/>
                </a:lnTo>
                <a:close/>
              </a:path>
              <a:path w="7556500" h="4479925">
                <a:moveTo>
                  <a:pt x="7555992" y="229870"/>
                </a:moveTo>
                <a:lnTo>
                  <a:pt x="4425442" y="229870"/>
                </a:lnTo>
                <a:lnTo>
                  <a:pt x="4425442" y="1691386"/>
                </a:lnTo>
                <a:lnTo>
                  <a:pt x="4425442" y="1704086"/>
                </a:lnTo>
                <a:lnTo>
                  <a:pt x="4425442" y="1707769"/>
                </a:lnTo>
                <a:lnTo>
                  <a:pt x="3650742" y="1707769"/>
                </a:lnTo>
                <a:lnTo>
                  <a:pt x="3650742" y="1707261"/>
                </a:lnTo>
                <a:lnTo>
                  <a:pt x="3650742" y="1704086"/>
                </a:lnTo>
                <a:lnTo>
                  <a:pt x="4425442" y="1704086"/>
                </a:lnTo>
                <a:lnTo>
                  <a:pt x="4425442" y="1691386"/>
                </a:lnTo>
                <a:lnTo>
                  <a:pt x="3638042" y="1691386"/>
                </a:lnTo>
                <a:lnTo>
                  <a:pt x="3638042" y="1707261"/>
                </a:lnTo>
                <a:lnTo>
                  <a:pt x="1383792" y="1707261"/>
                </a:lnTo>
                <a:lnTo>
                  <a:pt x="1383792" y="1676400"/>
                </a:lnTo>
                <a:lnTo>
                  <a:pt x="1383792" y="1676019"/>
                </a:lnTo>
                <a:lnTo>
                  <a:pt x="1383792" y="1675511"/>
                </a:lnTo>
                <a:lnTo>
                  <a:pt x="1307592" y="1713611"/>
                </a:lnTo>
                <a:lnTo>
                  <a:pt x="1308100" y="1713865"/>
                </a:lnTo>
                <a:lnTo>
                  <a:pt x="1307592" y="1714119"/>
                </a:lnTo>
                <a:lnTo>
                  <a:pt x="1307973" y="1714309"/>
                </a:lnTo>
                <a:lnTo>
                  <a:pt x="1307592" y="1714500"/>
                </a:lnTo>
                <a:lnTo>
                  <a:pt x="1383792" y="1752600"/>
                </a:lnTo>
                <a:lnTo>
                  <a:pt x="1383792" y="1752219"/>
                </a:lnTo>
                <a:lnTo>
                  <a:pt x="1383792" y="1751711"/>
                </a:lnTo>
                <a:lnTo>
                  <a:pt x="1383792" y="1720850"/>
                </a:lnTo>
                <a:lnTo>
                  <a:pt x="4268216" y="1720850"/>
                </a:lnTo>
                <a:lnTo>
                  <a:pt x="4268216" y="3046476"/>
                </a:lnTo>
                <a:lnTo>
                  <a:pt x="7241667" y="3046476"/>
                </a:lnTo>
                <a:lnTo>
                  <a:pt x="7241667" y="3040126"/>
                </a:lnTo>
                <a:lnTo>
                  <a:pt x="7241667" y="3033776"/>
                </a:lnTo>
                <a:lnTo>
                  <a:pt x="4280916" y="3033776"/>
                </a:lnTo>
                <a:lnTo>
                  <a:pt x="4280916" y="1720850"/>
                </a:lnTo>
                <a:lnTo>
                  <a:pt x="4280916" y="1720469"/>
                </a:lnTo>
                <a:lnTo>
                  <a:pt x="4438142" y="1720469"/>
                </a:lnTo>
                <a:lnTo>
                  <a:pt x="4438142" y="1714119"/>
                </a:lnTo>
                <a:lnTo>
                  <a:pt x="4438142" y="1707769"/>
                </a:lnTo>
                <a:lnTo>
                  <a:pt x="4438142" y="1704086"/>
                </a:lnTo>
                <a:lnTo>
                  <a:pt x="5981192" y="1704086"/>
                </a:lnTo>
                <a:lnTo>
                  <a:pt x="5981192" y="1697736"/>
                </a:lnTo>
                <a:lnTo>
                  <a:pt x="5981192" y="1691386"/>
                </a:lnTo>
                <a:lnTo>
                  <a:pt x="4438142" y="1691386"/>
                </a:lnTo>
                <a:lnTo>
                  <a:pt x="4438142" y="242570"/>
                </a:lnTo>
                <a:lnTo>
                  <a:pt x="7555992" y="242570"/>
                </a:lnTo>
                <a:lnTo>
                  <a:pt x="7555992" y="236220"/>
                </a:lnTo>
                <a:lnTo>
                  <a:pt x="7555992" y="2298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0962D888-E6C4-1C27-49F9-7BB723F537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Chuyển</a:t>
            </a:r>
            <a:r>
              <a:rPr spc="-45" dirty="0"/>
              <a:t> </a:t>
            </a:r>
            <a:r>
              <a:rPr dirty="0"/>
              <a:t>từ</a:t>
            </a:r>
            <a:r>
              <a:rPr spc="-70" dirty="0"/>
              <a:t> </a:t>
            </a:r>
            <a:r>
              <a:rPr dirty="0"/>
              <a:t>ER,</a:t>
            </a:r>
            <a:r>
              <a:rPr spc="-60" dirty="0"/>
              <a:t> </a:t>
            </a:r>
            <a:r>
              <a:rPr dirty="0"/>
              <a:t>EER</a:t>
            </a:r>
            <a:r>
              <a:rPr spc="-70" dirty="0"/>
              <a:t> </a:t>
            </a:r>
            <a:r>
              <a:rPr dirty="0"/>
              <a:t>sang</a:t>
            </a:r>
            <a:r>
              <a:rPr spc="-50" dirty="0"/>
              <a:t> </a:t>
            </a:r>
            <a:r>
              <a:rPr dirty="0"/>
              <a:t>Quan</a:t>
            </a:r>
            <a:r>
              <a:rPr spc="-55" dirty="0"/>
              <a:t> </a:t>
            </a:r>
            <a:r>
              <a:rPr spc="-25" dirty="0"/>
              <a:t>hệ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067"/>
            <a:ext cx="7381875" cy="46685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Mục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đích</a:t>
            </a:r>
            <a:endParaRPr sz="2400">
              <a:latin typeface="Arial"/>
              <a:cs typeface="Arial"/>
            </a:endParaRPr>
          </a:p>
          <a:p>
            <a:pPr marL="812800" lvl="1" indent="-341630">
              <a:lnSpc>
                <a:spcPct val="100000"/>
              </a:lnSpc>
              <a:spcBef>
                <a:spcPts val="509"/>
              </a:spcBef>
              <a:buChar char="•"/>
              <a:tabLst>
                <a:tab pos="812800" algn="l"/>
              </a:tabLst>
            </a:pPr>
            <a:r>
              <a:rPr sz="2000" dirty="0">
                <a:latin typeface="Arial"/>
                <a:cs typeface="Arial"/>
              </a:rPr>
              <a:t>Thiết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dựa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trên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thiết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mức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khái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niệm.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</a:t>
            </a:r>
            <a:endParaRPr sz="2400">
              <a:latin typeface="Arial"/>
              <a:cs typeface="Arial"/>
            </a:endParaRPr>
          </a:p>
          <a:p>
            <a:pPr marL="812800" indent="-341630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812800" algn="l"/>
              </a:tabLst>
            </a:pPr>
            <a:r>
              <a:rPr sz="2000" dirty="0">
                <a:latin typeface="Arial"/>
                <a:cs typeface="Arial"/>
              </a:rPr>
              <a:t>Chuyển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đổi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mạnh.</a:t>
            </a:r>
            <a:endParaRPr sz="2000">
              <a:latin typeface="Arial"/>
              <a:cs typeface="Arial"/>
            </a:endParaRPr>
          </a:p>
          <a:p>
            <a:pPr marL="812800" indent="-34163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812800" algn="l"/>
              </a:tabLst>
            </a:pPr>
            <a:r>
              <a:rPr sz="2000" dirty="0">
                <a:latin typeface="Arial"/>
                <a:cs typeface="Arial"/>
              </a:rPr>
              <a:t>Chuyển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đổi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yếu.</a:t>
            </a:r>
            <a:endParaRPr sz="2000">
              <a:latin typeface="Arial"/>
              <a:cs typeface="Arial"/>
            </a:endParaRPr>
          </a:p>
          <a:p>
            <a:pPr marL="812800" indent="-341630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812800" algn="l"/>
              </a:tabLst>
            </a:pPr>
            <a:r>
              <a:rPr sz="2000" dirty="0">
                <a:latin typeface="Arial"/>
                <a:cs typeface="Arial"/>
              </a:rPr>
              <a:t>Chuyển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đổi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kiểu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1:1.</a:t>
            </a:r>
            <a:endParaRPr sz="2000">
              <a:latin typeface="Arial"/>
              <a:cs typeface="Arial"/>
            </a:endParaRPr>
          </a:p>
          <a:p>
            <a:pPr marL="812800" indent="-34163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812800" algn="l"/>
              </a:tabLst>
            </a:pPr>
            <a:r>
              <a:rPr sz="2000" dirty="0">
                <a:latin typeface="Arial"/>
                <a:cs typeface="Arial"/>
              </a:rPr>
              <a:t>Chuyển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đổi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kiểu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1:N.</a:t>
            </a:r>
            <a:endParaRPr sz="2000">
              <a:latin typeface="Arial"/>
              <a:cs typeface="Arial"/>
            </a:endParaRPr>
          </a:p>
          <a:p>
            <a:pPr marL="812800" indent="-34163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812800" algn="l"/>
              </a:tabLst>
            </a:pPr>
            <a:r>
              <a:rPr sz="2000" dirty="0">
                <a:latin typeface="Arial"/>
                <a:cs typeface="Arial"/>
              </a:rPr>
              <a:t>Chuyển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đổi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kiểu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M:N.</a:t>
            </a:r>
            <a:endParaRPr sz="2000">
              <a:latin typeface="Arial"/>
              <a:cs typeface="Arial"/>
            </a:endParaRPr>
          </a:p>
          <a:p>
            <a:pPr marL="812800" indent="-34163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812800" algn="l"/>
              </a:tabLst>
            </a:pPr>
            <a:r>
              <a:rPr sz="2000" dirty="0">
                <a:latin typeface="Arial"/>
                <a:cs typeface="Arial"/>
              </a:rPr>
              <a:t>Chuyển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đổi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trị.</a:t>
            </a:r>
            <a:endParaRPr sz="2000">
              <a:latin typeface="Arial"/>
              <a:cs typeface="Arial"/>
            </a:endParaRPr>
          </a:p>
          <a:p>
            <a:pPr marL="812800" indent="-34163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812800" algn="l"/>
              </a:tabLst>
            </a:pPr>
            <a:r>
              <a:rPr sz="2000" dirty="0">
                <a:latin typeface="Arial"/>
                <a:cs typeface="Arial"/>
              </a:rPr>
              <a:t>Chuyển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đổi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bậc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cao.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</a:t>
            </a:r>
            <a:endParaRPr sz="2400">
              <a:latin typeface="Arial"/>
              <a:cs typeface="Arial"/>
            </a:endParaRPr>
          </a:p>
          <a:p>
            <a:pPr marL="812800" lvl="1" indent="-341630">
              <a:lnSpc>
                <a:spcPct val="100000"/>
              </a:lnSpc>
              <a:spcBef>
                <a:spcPts val="509"/>
              </a:spcBef>
              <a:buAutoNum type="arabicPeriod"/>
              <a:tabLst>
                <a:tab pos="812800" algn="l"/>
              </a:tabLst>
            </a:pPr>
            <a:r>
              <a:rPr sz="2000" dirty="0">
                <a:latin typeface="Arial"/>
                <a:cs typeface="Arial"/>
              </a:rPr>
              <a:t>Chuyển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đổi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CBH,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TQH.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EDD2E-0CF1-AB3F-D5CE-C7C6CEC0C0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Chuyển</a:t>
            </a:r>
            <a:r>
              <a:rPr spc="-65" dirty="0"/>
              <a:t> </a:t>
            </a:r>
            <a:r>
              <a:rPr dirty="0"/>
              <a:t>đổi</a:t>
            </a:r>
            <a:r>
              <a:rPr spc="-90" dirty="0"/>
              <a:t> </a:t>
            </a:r>
            <a:r>
              <a:rPr dirty="0"/>
              <a:t>kiểu</a:t>
            </a:r>
            <a:r>
              <a:rPr spc="-90" dirty="0"/>
              <a:t> </a:t>
            </a:r>
            <a:r>
              <a:rPr dirty="0"/>
              <a:t>thực</a:t>
            </a:r>
            <a:r>
              <a:rPr spc="-90" dirty="0"/>
              <a:t> </a:t>
            </a:r>
            <a:r>
              <a:rPr dirty="0"/>
              <a:t>thể</a:t>
            </a:r>
            <a:r>
              <a:rPr spc="-85" dirty="0"/>
              <a:t> </a:t>
            </a:r>
            <a:r>
              <a:rPr spc="-20" dirty="0"/>
              <a:t>mạnh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3560" y="3162300"/>
            <a:ext cx="1359535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08247" y="2423160"/>
            <a:ext cx="789940" cy="367665"/>
          </a:xfrm>
          <a:custGeom>
            <a:avLst/>
            <a:gdLst/>
            <a:ahLst/>
            <a:cxnLst/>
            <a:rect l="l" t="t" r="r" b="b"/>
            <a:pathLst>
              <a:path w="789939" h="367664">
                <a:moveTo>
                  <a:pt x="0" y="183641"/>
                </a:moveTo>
                <a:lnTo>
                  <a:pt x="20116" y="125577"/>
                </a:lnTo>
                <a:lnTo>
                  <a:pt x="76139" y="75163"/>
                </a:lnTo>
                <a:lnTo>
                  <a:pt x="115585" y="53768"/>
                </a:lnTo>
                <a:lnTo>
                  <a:pt x="161574" y="35417"/>
                </a:lnTo>
                <a:lnTo>
                  <a:pt x="213293" y="20488"/>
                </a:lnTo>
                <a:lnTo>
                  <a:pt x="269930" y="9357"/>
                </a:lnTo>
                <a:lnTo>
                  <a:pt x="330675" y="2402"/>
                </a:lnTo>
                <a:lnTo>
                  <a:pt x="394715" y="0"/>
                </a:lnTo>
                <a:lnTo>
                  <a:pt x="458725" y="2402"/>
                </a:lnTo>
                <a:lnTo>
                  <a:pt x="519452" y="9357"/>
                </a:lnTo>
                <a:lnTo>
                  <a:pt x="576082" y="20488"/>
                </a:lnTo>
                <a:lnTo>
                  <a:pt x="627802" y="35417"/>
                </a:lnTo>
                <a:lnTo>
                  <a:pt x="673798" y="53768"/>
                </a:lnTo>
                <a:lnTo>
                  <a:pt x="713256" y="75163"/>
                </a:lnTo>
                <a:lnTo>
                  <a:pt x="745362" y="99225"/>
                </a:lnTo>
                <a:lnTo>
                  <a:pt x="784264" y="153842"/>
                </a:lnTo>
                <a:lnTo>
                  <a:pt x="789431" y="183641"/>
                </a:lnTo>
                <a:lnTo>
                  <a:pt x="784264" y="213441"/>
                </a:lnTo>
                <a:lnTo>
                  <a:pt x="745362" y="268058"/>
                </a:lnTo>
                <a:lnTo>
                  <a:pt x="713256" y="292120"/>
                </a:lnTo>
                <a:lnTo>
                  <a:pt x="673798" y="313515"/>
                </a:lnTo>
                <a:lnTo>
                  <a:pt x="627802" y="331866"/>
                </a:lnTo>
                <a:lnTo>
                  <a:pt x="576082" y="346795"/>
                </a:lnTo>
                <a:lnTo>
                  <a:pt x="519452" y="357926"/>
                </a:lnTo>
                <a:lnTo>
                  <a:pt x="458725" y="364881"/>
                </a:lnTo>
                <a:lnTo>
                  <a:pt x="394715" y="367284"/>
                </a:lnTo>
                <a:lnTo>
                  <a:pt x="330675" y="364881"/>
                </a:lnTo>
                <a:lnTo>
                  <a:pt x="269930" y="357926"/>
                </a:lnTo>
                <a:lnTo>
                  <a:pt x="213293" y="346795"/>
                </a:lnTo>
                <a:lnTo>
                  <a:pt x="161574" y="331866"/>
                </a:lnTo>
                <a:lnTo>
                  <a:pt x="115585" y="313515"/>
                </a:lnTo>
                <a:lnTo>
                  <a:pt x="76139" y="292120"/>
                </a:lnTo>
                <a:lnTo>
                  <a:pt x="44045" y="268058"/>
                </a:lnTo>
                <a:lnTo>
                  <a:pt x="5164" y="213441"/>
                </a:lnTo>
                <a:lnTo>
                  <a:pt x="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87622" y="2451353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Hoten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91739" y="1508760"/>
            <a:ext cx="2630805" cy="1654175"/>
          </a:xfrm>
          <a:custGeom>
            <a:avLst/>
            <a:gdLst/>
            <a:ahLst/>
            <a:cxnLst/>
            <a:rect l="l" t="t" r="r" b="b"/>
            <a:pathLst>
              <a:path w="2630804" h="1654175">
                <a:moveTo>
                  <a:pt x="1130300" y="1228343"/>
                </a:moveTo>
                <a:lnTo>
                  <a:pt x="0" y="1653793"/>
                </a:lnTo>
              </a:path>
              <a:path w="2630804" h="1654175">
                <a:moveTo>
                  <a:pt x="2157984" y="183641"/>
                </a:moveTo>
                <a:lnTo>
                  <a:pt x="2164224" y="141518"/>
                </a:lnTo>
                <a:lnTo>
                  <a:pt x="2181999" y="102858"/>
                </a:lnTo>
                <a:lnTo>
                  <a:pt x="2209888" y="68762"/>
                </a:lnTo>
                <a:lnTo>
                  <a:pt x="2246473" y="40328"/>
                </a:lnTo>
                <a:lnTo>
                  <a:pt x="2290334" y="18656"/>
                </a:lnTo>
                <a:lnTo>
                  <a:pt x="2340050" y="4847"/>
                </a:lnTo>
                <a:lnTo>
                  <a:pt x="2394204" y="0"/>
                </a:lnTo>
                <a:lnTo>
                  <a:pt x="2448357" y="4847"/>
                </a:lnTo>
                <a:lnTo>
                  <a:pt x="2498073" y="18656"/>
                </a:lnTo>
                <a:lnTo>
                  <a:pt x="2541934" y="40328"/>
                </a:lnTo>
                <a:lnTo>
                  <a:pt x="2578519" y="68762"/>
                </a:lnTo>
                <a:lnTo>
                  <a:pt x="2606408" y="102858"/>
                </a:lnTo>
                <a:lnTo>
                  <a:pt x="2624183" y="141518"/>
                </a:lnTo>
                <a:lnTo>
                  <a:pt x="2630424" y="183641"/>
                </a:lnTo>
                <a:lnTo>
                  <a:pt x="2624183" y="225765"/>
                </a:lnTo>
                <a:lnTo>
                  <a:pt x="2606408" y="264425"/>
                </a:lnTo>
                <a:lnTo>
                  <a:pt x="2578519" y="298521"/>
                </a:lnTo>
                <a:lnTo>
                  <a:pt x="2541934" y="326955"/>
                </a:lnTo>
                <a:lnTo>
                  <a:pt x="2498073" y="348627"/>
                </a:lnTo>
                <a:lnTo>
                  <a:pt x="2448357" y="362436"/>
                </a:lnTo>
                <a:lnTo>
                  <a:pt x="2394204" y="367284"/>
                </a:lnTo>
                <a:lnTo>
                  <a:pt x="2340050" y="362436"/>
                </a:lnTo>
                <a:lnTo>
                  <a:pt x="2290334" y="348627"/>
                </a:lnTo>
                <a:lnTo>
                  <a:pt x="2246473" y="326955"/>
                </a:lnTo>
                <a:lnTo>
                  <a:pt x="2209888" y="298521"/>
                </a:lnTo>
                <a:lnTo>
                  <a:pt x="2181999" y="264425"/>
                </a:lnTo>
                <a:lnTo>
                  <a:pt x="2164224" y="225765"/>
                </a:lnTo>
                <a:lnTo>
                  <a:pt x="2157984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28717" y="1536953"/>
            <a:ext cx="316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Ho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28259" y="2077211"/>
            <a:ext cx="576580" cy="367665"/>
          </a:xfrm>
          <a:custGeom>
            <a:avLst/>
            <a:gdLst/>
            <a:ahLst/>
            <a:cxnLst/>
            <a:rect l="l" t="t" r="r" b="b"/>
            <a:pathLst>
              <a:path w="576579" h="367664">
                <a:moveTo>
                  <a:pt x="0" y="183641"/>
                </a:moveTo>
                <a:lnTo>
                  <a:pt x="22627" y="112139"/>
                </a:lnTo>
                <a:lnTo>
                  <a:pt x="49178" y="80943"/>
                </a:lnTo>
                <a:lnTo>
                  <a:pt x="84343" y="53768"/>
                </a:lnTo>
                <a:lnTo>
                  <a:pt x="126968" y="31349"/>
                </a:lnTo>
                <a:lnTo>
                  <a:pt x="175896" y="14424"/>
                </a:lnTo>
                <a:lnTo>
                  <a:pt x="229971" y="3728"/>
                </a:lnTo>
                <a:lnTo>
                  <a:pt x="288036" y="0"/>
                </a:lnTo>
                <a:lnTo>
                  <a:pt x="346100" y="3728"/>
                </a:lnTo>
                <a:lnTo>
                  <a:pt x="400175" y="14424"/>
                </a:lnTo>
                <a:lnTo>
                  <a:pt x="449103" y="31349"/>
                </a:lnTo>
                <a:lnTo>
                  <a:pt x="491728" y="53768"/>
                </a:lnTo>
                <a:lnTo>
                  <a:pt x="526893" y="80943"/>
                </a:lnTo>
                <a:lnTo>
                  <a:pt x="553444" y="112139"/>
                </a:lnTo>
                <a:lnTo>
                  <a:pt x="570222" y="146617"/>
                </a:lnTo>
                <a:lnTo>
                  <a:pt x="576072" y="183641"/>
                </a:lnTo>
                <a:lnTo>
                  <a:pt x="570222" y="220666"/>
                </a:lnTo>
                <a:lnTo>
                  <a:pt x="553444" y="255144"/>
                </a:lnTo>
                <a:lnTo>
                  <a:pt x="526893" y="286340"/>
                </a:lnTo>
                <a:lnTo>
                  <a:pt x="491728" y="313515"/>
                </a:lnTo>
                <a:lnTo>
                  <a:pt x="449103" y="335934"/>
                </a:lnTo>
                <a:lnTo>
                  <a:pt x="400175" y="352859"/>
                </a:lnTo>
                <a:lnTo>
                  <a:pt x="346100" y="363555"/>
                </a:lnTo>
                <a:lnTo>
                  <a:pt x="288036" y="367284"/>
                </a:lnTo>
                <a:lnTo>
                  <a:pt x="229971" y="363555"/>
                </a:lnTo>
                <a:lnTo>
                  <a:pt x="175896" y="352859"/>
                </a:lnTo>
                <a:lnTo>
                  <a:pt x="126968" y="335934"/>
                </a:lnTo>
                <a:lnTo>
                  <a:pt x="84343" y="313515"/>
                </a:lnTo>
                <a:lnTo>
                  <a:pt x="49178" y="286340"/>
                </a:lnTo>
                <a:lnTo>
                  <a:pt x="22627" y="255144"/>
                </a:lnTo>
                <a:lnTo>
                  <a:pt x="5849" y="220666"/>
                </a:lnTo>
                <a:lnTo>
                  <a:pt x="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20461" y="2105405"/>
            <a:ext cx="395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5236" y="1876044"/>
            <a:ext cx="4382770" cy="730250"/>
          </a:xfrm>
          <a:custGeom>
            <a:avLst/>
            <a:gdLst/>
            <a:ahLst/>
            <a:cxnLst/>
            <a:rect l="l" t="t" r="r" b="b"/>
            <a:pathLst>
              <a:path w="4382770" h="730250">
                <a:moveTo>
                  <a:pt x="4141342" y="0"/>
                </a:moveTo>
                <a:lnTo>
                  <a:pt x="3552443" y="730250"/>
                </a:lnTo>
              </a:path>
              <a:path w="4382770" h="730250">
                <a:moveTo>
                  <a:pt x="4382643" y="384047"/>
                </a:moveTo>
                <a:lnTo>
                  <a:pt x="3552443" y="730122"/>
                </a:lnTo>
              </a:path>
              <a:path w="4382770" h="730250">
                <a:moveTo>
                  <a:pt x="0" y="273557"/>
                </a:moveTo>
                <a:lnTo>
                  <a:pt x="17198" y="228323"/>
                </a:lnTo>
                <a:lnTo>
                  <a:pt x="65978" y="187204"/>
                </a:lnTo>
                <a:lnTo>
                  <a:pt x="100893" y="168617"/>
                </a:lnTo>
                <a:lnTo>
                  <a:pt x="142119" y="151573"/>
                </a:lnTo>
                <a:lnTo>
                  <a:pt x="189130" y="136245"/>
                </a:lnTo>
                <a:lnTo>
                  <a:pt x="241398" y="122804"/>
                </a:lnTo>
                <a:lnTo>
                  <a:pt x="298395" y="111422"/>
                </a:lnTo>
                <a:lnTo>
                  <a:pt x="359593" y="102271"/>
                </a:lnTo>
                <a:lnTo>
                  <a:pt x="424464" y="95521"/>
                </a:lnTo>
                <a:lnTo>
                  <a:pt x="492482" y="91346"/>
                </a:lnTo>
                <a:lnTo>
                  <a:pt x="563118" y="89915"/>
                </a:lnTo>
                <a:lnTo>
                  <a:pt x="633758" y="91346"/>
                </a:lnTo>
                <a:lnTo>
                  <a:pt x="701779" y="95521"/>
                </a:lnTo>
                <a:lnTo>
                  <a:pt x="766653" y="102271"/>
                </a:lnTo>
                <a:lnTo>
                  <a:pt x="827852" y="111422"/>
                </a:lnTo>
                <a:lnTo>
                  <a:pt x="884848" y="122804"/>
                </a:lnTo>
                <a:lnTo>
                  <a:pt x="937115" y="136245"/>
                </a:lnTo>
                <a:lnTo>
                  <a:pt x="984125" y="151573"/>
                </a:lnTo>
                <a:lnTo>
                  <a:pt x="1025349" y="168617"/>
                </a:lnTo>
                <a:lnTo>
                  <a:pt x="1060262" y="187204"/>
                </a:lnTo>
                <a:lnTo>
                  <a:pt x="1109039" y="228323"/>
                </a:lnTo>
                <a:lnTo>
                  <a:pt x="1126236" y="273557"/>
                </a:lnTo>
                <a:lnTo>
                  <a:pt x="1121848" y="296603"/>
                </a:lnTo>
                <a:lnTo>
                  <a:pt x="1088334" y="339951"/>
                </a:lnTo>
                <a:lnTo>
                  <a:pt x="1025349" y="378498"/>
                </a:lnTo>
                <a:lnTo>
                  <a:pt x="984125" y="395542"/>
                </a:lnTo>
                <a:lnTo>
                  <a:pt x="937115" y="410870"/>
                </a:lnTo>
                <a:lnTo>
                  <a:pt x="884848" y="424311"/>
                </a:lnTo>
                <a:lnTo>
                  <a:pt x="827852" y="435693"/>
                </a:lnTo>
                <a:lnTo>
                  <a:pt x="766653" y="444844"/>
                </a:lnTo>
                <a:lnTo>
                  <a:pt x="701779" y="451594"/>
                </a:lnTo>
                <a:lnTo>
                  <a:pt x="633758" y="455769"/>
                </a:lnTo>
                <a:lnTo>
                  <a:pt x="563118" y="457200"/>
                </a:lnTo>
                <a:lnTo>
                  <a:pt x="492482" y="455769"/>
                </a:lnTo>
                <a:lnTo>
                  <a:pt x="424464" y="451594"/>
                </a:lnTo>
                <a:lnTo>
                  <a:pt x="359593" y="444844"/>
                </a:lnTo>
                <a:lnTo>
                  <a:pt x="298395" y="435693"/>
                </a:lnTo>
                <a:lnTo>
                  <a:pt x="241398" y="424311"/>
                </a:lnTo>
                <a:lnTo>
                  <a:pt x="189130" y="410870"/>
                </a:lnTo>
                <a:lnTo>
                  <a:pt x="142119" y="395542"/>
                </a:lnTo>
                <a:lnTo>
                  <a:pt x="100893" y="378498"/>
                </a:lnTo>
                <a:lnTo>
                  <a:pt x="65978" y="359911"/>
                </a:lnTo>
                <a:lnTo>
                  <a:pt x="17198" y="318792"/>
                </a:lnTo>
                <a:lnTo>
                  <a:pt x="0" y="273557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23061" y="1994153"/>
            <a:ext cx="9728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Ngaysinh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1312" y="2279904"/>
            <a:ext cx="1903095" cy="882650"/>
          </a:xfrm>
          <a:custGeom>
            <a:avLst/>
            <a:gdLst/>
            <a:ahLst/>
            <a:cxnLst/>
            <a:rect l="l" t="t" r="r" b="b"/>
            <a:pathLst>
              <a:path w="1903095" h="882650">
                <a:moveTo>
                  <a:pt x="1115568" y="0"/>
                </a:moveTo>
                <a:lnTo>
                  <a:pt x="1902968" y="882650"/>
                </a:lnTo>
              </a:path>
              <a:path w="1903095" h="882650">
                <a:moveTo>
                  <a:pt x="0" y="555498"/>
                </a:moveTo>
                <a:lnTo>
                  <a:pt x="18802" y="497433"/>
                </a:lnTo>
                <a:lnTo>
                  <a:pt x="71159" y="447019"/>
                </a:lnTo>
                <a:lnTo>
                  <a:pt x="108023" y="425624"/>
                </a:lnTo>
                <a:lnTo>
                  <a:pt x="150996" y="407273"/>
                </a:lnTo>
                <a:lnTo>
                  <a:pt x="199321" y="392344"/>
                </a:lnTo>
                <a:lnTo>
                  <a:pt x="252237" y="381213"/>
                </a:lnTo>
                <a:lnTo>
                  <a:pt x="308986" y="374258"/>
                </a:lnTo>
                <a:lnTo>
                  <a:pt x="368807" y="371856"/>
                </a:lnTo>
                <a:lnTo>
                  <a:pt x="428629" y="374258"/>
                </a:lnTo>
                <a:lnTo>
                  <a:pt x="485378" y="381213"/>
                </a:lnTo>
                <a:lnTo>
                  <a:pt x="538294" y="392344"/>
                </a:lnTo>
                <a:lnTo>
                  <a:pt x="586619" y="407273"/>
                </a:lnTo>
                <a:lnTo>
                  <a:pt x="629592" y="425624"/>
                </a:lnTo>
                <a:lnTo>
                  <a:pt x="666456" y="447019"/>
                </a:lnTo>
                <a:lnTo>
                  <a:pt x="696449" y="471081"/>
                </a:lnTo>
                <a:lnTo>
                  <a:pt x="732788" y="525698"/>
                </a:lnTo>
                <a:lnTo>
                  <a:pt x="737616" y="555498"/>
                </a:lnTo>
                <a:lnTo>
                  <a:pt x="732788" y="585297"/>
                </a:lnTo>
                <a:lnTo>
                  <a:pt x="696449" y="639914"/>
                </a:lnTo>
                <a:lnTo>
                  <a:pt x="666456" y="663976"/>
                </a:lnTo>
                <a:lnTo>
                  <a:pt x="629592" y="685371"/>
                </a:lnTo>
                <a:lnTo>
                  <a:pt x="586619" y="703722"/>
                </a:lnTo>
                <a:lnTo>
                  <a:pt x="538294" y="718651"/>
                </a:lnTo>
                <a:lnTo>
                  <a:pt x="485378" y="729782"/>
                </a:lnTo>
                <a:lnTo>
                  <a:pt x="428629" y="736737"/>
                </a:lnTo>
                <a:lnTo>
                  <a:pt x="368807" y="739140"/>
                </a:lnTo>
                <a:lnTo>
                  <a:pt x="308986" y="736737"/>
                </a:lnTo>
                <a:lnTo>
                  <a:pt x="252237" y="729782"/>
                </a:lnTo>
                <a:lnTo>
                  <a:pt x="199321" y="718651"/>
                </a:lnTo>
                <a:lnTo>
                  <a:pt x="150996" y="703722"/>
                </a:lnTo>
                <a:lnTo>
                  <a:pt x="108023" y="685371"/>
                </a:lnTo>
                <a:lnTo>
                  <a:pt x="71159" y="663976"/>
                </a:lnTo>
                <a:lnTo>
                  <a:pt x="41166" y="639914"/>
                </a:lnTo>
                <a:lnTo>
                  <a:pt x="4827" y="585297"/>
                </a:lnTo>
                <a:lnTo>
                  <a:pt x="0" y="555498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8223" y="2679649"/>
            <a:ext cx="5842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28927" y="1813560"/>
            <a:ext cx="2525395" cy="1348105"/>
          </a:xfrm>
          <a:custGeom>
            <a:avLst/>
            <a:gdLst/>
            <a:ahLst/>
            <a:cxnLst/>
            <a:rect l="l" t="t" r="r" b="b"/>
            <a:pathLst>
              <a:path w="2525395" h="1348105">
                <a:moveTo>
                  <a:pt x="0" y="1021079"/>
                </a:moveTo>
                <a:lnTo>
                  <a:pt x="1165224" y="1348104"/>
                </a:lnTo>
              </a:path>
              <a:path w="2525395" h="1348105">
                <a:moveTo>
                  <a:pt x="1711452" y="183641"/>
                </a:moveTo>
                <a:lnTo>
                  <a:pt x="1732190" y="125577"/>
                </a:lnTo>
                <a:lnTo>
                  <a:pt x="1789944" y="75163"/>
                </a:lnTo>
                <a:lnTo>
                  <a:pt x="1830609" y="53768"/>
                </a:lnTo>
                <a:lnTo>
                  <a:pt x="1878019" y="35417"/>
                </a:lnTo>
                <a:lnTo>
                  <a:pt x="1931335" y="20488"/>
                </a:lnTo>
                <a:lnTo>
                  <a:pt x="1989722" y="9357"/>
                </a:lnTo>
                <a:lnTo>
                  <a:pt x="2052342" y="2402"/>
                </a:lnTo>
                <a:lnTo>
                  <a:pt x="2118360" y="0"/>
                </a:lnTo>
                <a:lnTo>
                  <a:pt x="2184377" y="2402"/>
                </a:lnTo>
                <a:lnTo>
                  <a:pt x="2246997" y="9357"/>
                </a:lnTo>
                <a:lnTo>
                  <a:pt x="2305384" y="20488"/>
                </a:lnTo>
                <a:lnTo>
                  <a:pt x="2358700" y="35417"/>
                </a:lnTo>
                <a:lnTo>
                  <a:pt x="2406110" y="53768"/>
                </a:lnTo>
                <a:lnTo>
                  <a:pt x="2446775" y="75163"/>
                </a:lnTo>
                <a:lnTo>
                  <a:pt x="2479861" y="99225"/>
                </a:lnTo>
                <a:lnTo>
                  <a:pt x="2519943" y="153842"/>
                </a:lnTo>
                <a:lnTo>
                  <a:pt x="2525268" y="183641"/>
                </a:lnTo>
                <a:lnTo>
                  <a:pt x="2519943" y="213441"/>
                </a:lnTo>
                <a:lnTo>
                  <a:pt x="2479861" y="268058"/>
                </a:lnTo>
                <a:lnTo>
                  <a:pt x="2446775" y="292120"/>
                </a:lnTo>
                <a:lnTo>
                  <a:pt x="2406110" y="313515"/>
                </a:lnTo>
                <a:lnTo>
                  <a:pt x="2358700" y="331866"/>
                </a:lnTo>
                <a:lnTo>
                  <a:pt x="2305384" y="346795"/>
                </a:lnTo>
                <a:lnTo>
                  <a:pt x="2246997" y="357926"/>
                </a:lnTo>
                <a:lnTo>
                  <a:pt x="2184377" y="364881"/>
                </a:lnTo>
                <a:lnTo>
                  <a:pt x="2118360" y="367284"/>
                </a:lnTo>
                <a:lnTo>
                  <a:pt x="2052342" y="364881"/>
                </a:lnTo>
                <a:lnTo>
                  <a:pt x="1989722" y="357926"/>
                </a:lnTo>
                <a:lnTo>
                  <a:pt x="1931335" y="346795"/>
                </a:lnTo>
                <a:lnTo>
                  <a:pt x="1878019" y="331866"/>
                </a:lnTo>
                <a:lnTo>
                  <a:pt x="1830609" y="313515"/>
                </a:lnTo>
                <a:lnTo>
                  <a:pt x="1789944" y="292120"/>
                </a:lnTo>
                <a:lnTo>
                  <a:pt x="1756858" y="268058"/>
                </a:lnTo>
                <a:lnTo>
                  <a:pt x="1716776" y="213441"/>
                </a:lnTo>
                <a:lnTo>
                  <a:pt x="1711452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118485" y="1841753"/>
            <a:ext cx="65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Luong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96795" y="1434083"/>
            <a:ext cx="1360170" cy="1728470"/>
          </a:xfrm>
          <a:custGeom>
            <a:avLst/>
            <a:gdLst/>
            <a:ahLst/>
            <a:cxnLst/>
            <a:rect l="l" t="t" r="r" b="b"/>
            <a:pathLst>
              <a:path w="1360170" h="1728470">
                <a:moveTo>
                  <a:pt x="1360170" y="693419"/>
                </a:moveTo>
                <a:lnTo>
                  <a:pt x="694944" y="1728469"/>
                </a:lnTo>
              </a:path>
              <a:path w="1360170" h="1728470">
                <a:moveTo>
                  <a:pt x="0" y="183641"/>
                </a:moveTo>
                <a:lnTo>
                  <a:pt x="17042" y="134805"/>
                </a:lnTo>
                <a:lnTo>
                  <a:pt x="65136" y="90932"/>
                </a:lnTo>
                <a:lnTo>
                  <a:pt x="99406" y="71402"/>
                </a:lnTo>
                <a:lnTo>
                  <a:pt x="139731" y="53768"/>
                </a:lnTo>
                <a:lnTo>
                  <a:pt x="185544" y="38248"/>
                </a:lnTo>
                <a:lnTo>
                  <a:pt x="236276" y="25061"/>
                </a:lnTo>
                <a:lnTo>
                  <a:pt x="291357" y="14424"/>
                </a:lnTo>
                <a:lnTo>
                  <a:pt x="350220" y="6556"/>
                </a:lnTo>
                <a:lnTo>
                  <a:pt x="412294" y="1675"/>
                </a:lnTo>
                <a:lnTo>
                  <a:pt x="477012" y="0"/>
                </a:lnTo>
                <a:lnTo>
                  <a:pt x="541729" y="1675"/>
                </a:lnTo>
                <a:lnTo>
                  <a:pt x="603803" y="6556"/>
                </a:lnTo>
                <a:lnTo>
                  <a:pt x="662666" y="14424"/>
                </a:lnTo>
                <a:lnTo>
                  <a:pt x="717747" y="25061"/>
                </a:lnTo>
                <a:lnTo>
                  <a:pt x="768479" y="38248"/>
                </a:lnTo>
                <a:lnTo>
                  <a:pt x="814292" y="53768"/>
                </a:lnTo>
                <a:lnTo>
                  <a:pt x="854617" y="71402"/>
                </a:lnTo>
                <a:lnTo>
                  <a:pt x="888887" y="90932"/>
                </a:lnTo>
                <a:lnTo>
                  <a:pt x="936981" y="134805"/>
                </a:lnTo>
                <a:lnTo>
                  <a:pt x="954024" y="183641"/>
                </a:lnTo>
                <a:lnTo>
                  <a:pt x="949668" y="208571"/>
                </a:lnTo>
                <a:lnTo>
                  <a:pt x="916531" y="255144"/>
                </a:lnTo>
                <a:lnTo>
                  <a:pt x="854617" y="295881"/>
                </a:lnTo>
                <a:lnTo>
                  <a:pt x="814292" y="313515"/>
                </a:lnTo>
                <a:lnTo>
                  <a:pt x="768479" y="329035"/>
                </a:lnTo>
                <a:lnTo>
                  <a:pt x="717747" y="342222"/>
                </a:lnTo>
                <a:lnTo>
                  <a:pt x="662666" y="352859"/>
                </a:lnTo>
                <a:lnTo>
                  <a:pt x="603803" y="360727"/>
                </a:lnTo>
                <a:lnTo>
                  <a:pt x="541729" y="365608"/>
                </a:lnTo>
                <a:lnTo>
                  <a:pt x="477012" y="367283"/>
                </a:lnTo>
                <a:lnTo>
                  <a:pt x="412294" y="365608"/>
                </a:lnTo>
                <a:lnTo>
                  <a:pt x="350220" y="360727"/>
                </a:lnTo>
                <a:lnTo>
                  <a:pt x="291357" y="352859"/>
                </a:lnTo>
                <a:lnTo>
                  <a:pt x="236276" y="342222"/>
                </a:lnTo>
                <a:lnTo>
                  <a:pt x="185544" y="329035"/>
                </a:lnTo>
                <a:lnTo>
                  <a:pt x="139731" y="313515"/>
                </a:lnTo>
                <a:lnTo>
                  <a:pt x="99406" y="295881"/>
                </a:lnTo>
                <a:lnTo>
                  <a:pt x="65136" y="276351"/>
                </a:lnTo>
                <a:lnTo>
                  <a:pt x="17042" y="232478"/>
                </a:lnTo>
                <a:lnTo>
                  <a:pt x="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76170" y="1462278"/>
            <a:ext cx="799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Gioitinh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73807" y="1801367"/>
            <a:ext cx="219075" cy="1360805"/>
          </a:xfrm>
          <a:custGeom>
            <a:avLst/>
            <a:gdLst/>
            <a:ahLst/>
            <a:cxnLst/>
            <a:rect l="l" t="t" r="r" b="b"/>
            <a:pathLst>
              <a:path w="219075" h="1360805">
                <a:moveTo>
                  <a:pt x="0" y="0"/>
                </a:moveTo>
                <a:lnTo>
                  <a:pt x="219075" y="1360424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466896" y="5312459"/>
          <a:ext cx="4984748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8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Gioitinh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3551301" y="4982336"/>
            <a:ext cx="1205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652902" y="3722623"/>
            <a:ext cx="929640" cy="1155065"/>
          </a:xfrm>
          <a:custGeom>
            <a:avLst/>
            <a:gdLst/>
            <a:ahLst/>
            <a:cxnLst/>
            <a:rect l="l" t="t" r="r" b="b"/>
            <a:pathLst>
              <a:path w="929639" h="1155064">
                <a:moveTo>
                  <a:pt x="29718" y="0"/>
                </a:moveTo>
                <a:lnTo>
                  <a:pt x="0" y="23875"/>
                </a:lnTo>
                <a:lnTo>
                  <a:pt x="95250" y="143001"/>
                </a:lnTo>
                <a:lnTo>
                  <a:pt x="125095" y="119252"/>
                </a:lnTo>
                <a:lnTo>
                  <a:pt x="29718" y="0"/>
                </a:lnTo>
                <a:close/>
              </a:path>
              <a:path w="929639" h="1155064">
                <a:moveTo>
                  <a:pt x="196596" y="208661"/>
                </a:moveTo>
                <a:lnTo>
                  <a:pt x="166878" y="232409"/>
                </a:lnTo>
                <a:lnTo>
                  <a:pt x="262128" y="351663"/>
                </a:lnTo>
                <a:lnTo>
                  <a:pt x="291973" y="327787"/>
                </a:lnTo>
                <a:lnTo>
                  <a:pt x="196596" y="208661"/>
                </a:lnTo>
                <a:close/>
              </a:path>
              <a:path w="929639" h="1155064">
                <a:moveTo>
                  <a:pt x="363474" y="417194"/>
                </a:moveTo>
                <a:lnTo>
                  <a:pt x="333756" y="441070"/>
                </a:lnTo>
                <a:lnTo>
                  <a:pt x="429006" y="560196"/>
                </a:lnTo>
                <a:lnTo>
                  <a:pt x="458851" y="536320"/>
                </a:lnTo>
                <a:lnTo>
                  <a:pt x="363474" y="417194"/>
                </a:lnTo>
                <a:close/>
              </a:path>
              <a:path w="929639" h="1155064">
                <a:moveTo>
                  <a:pt x="530352" y="625728"/>
                </a:moveTo>
                <a:lnTo>
                  <a:pt x="500507" y="649605"/>
                </a:lnTo>
                <a:lnTo>
                  <a:pt x="595884" y="768857"/>
                </a:lnTo>
                <a:lnTo>
                  <a:pt x="625729" y="744982"/>
                </a:lnTo>
                <a:lnTo>
                  <a:pt x="530352" y="625728"/>
                </a:lnTo>
                <a:close/>
              </a:path>
              <a:path w="929639" h="1155064">
                <a:moveTo>
                  <a:pt x="697230" y="834389"/>
                </a:moveTo>
                <a:lnTo>
                  <a:pt x="667385" y="858138"/>
                </a:lnTo>
                <a:lnTo>
                  <a:pt x="762762" y="977392"/>
                </a:lnTo>
                <a:lnTo>
                  <a:pt x="792607" y="953515"/>
                </a:lnTo>
                <a:lnTo>
                  <a:pt x="697230" y="834389"/>
                </a:lnTo>
                <a:close/>
              </a:path>
              <a:path w="929639" h="1155064">
                <a:moveTo>
                  <a:pt x="842847" y="1077517"/>
                </a:moveTo>
                <a:lnTo>
                  <a:pt x="813054" y="1101344"/>
                </a:lnTo>
                <a:lnTo>
                  <a:pt x="929259" y="1154938"/>
                </a:lnTo>
                <a:lnTo>
                  <a:pt x="915846" y="1092327"/>
                </a:lnTo>
                <a:lnTo>
                  <a:pt x="854710" y="1092327"/>
                </a:lnTo>
                <a:lnTo>
                  <a:pt x="842847" y="1077517"/>
                </a:lnTo>
                <a:close/>
              </a:path>
              <a:path w="929639" h="1155064">
                <a:moveTo>
                  <a:pt x="872670" y="1053667"/>
                </a:moveTo>
                <a:lnTo>
                  <a:pt x="842847" y="1077517"/>
                </a:lnTo>
                <a:lnTo>
                  <a:pt x="854710" y="1092327"/>
                </a:lnTo>
                <a:lnTo>
                  <a:pt x="884555" y="1068577"/>
                </a:lnTo>
                <a:lnTo>
                  <a:pt x="872670" y="1053667"/>
                </a:lnTo>
                <a:close/>
              </a:path>
              <a:path w="929639" h="1155064">
                <a:moveTo>
                  <a:pt x="902462" y="1029843"/>
                </a:moveTo>
                <a:lnTo>
                  <a:pt x="872670" y="1053667"/>
                </a:lnTo>
                <a:lnTo>
                  <a:pt x="884555" y="1068577"/>
                </a:lnTo>
                <a:lnTo>
                  <a:pt x="854710" y="1092327"/>
                </a:lnTo>
                <a:lnTo>
                  <a:pt x="915846" y="1092327"/>
                </a:lnTo>
                <a:lnTo>
                  <a:pt x="902462" y="1029843"/>
                </a:lnTo>
                <a:close/>
              </a:path>
              <a:path w="929639" h="1155064">
                <a:moveTo>
                  <a:pt x="864108" y="1042924"/>
                </a:moveTo>
                <a:lnTo>
                  <a:pt x="834263" y="1066800"/>
                </a:lnTo>
                <a:lnTo>
                  <a:pt x="842847" y="1077517"/>
                </a:lnTo>
                <a:lnTo>
                  <a:pt x="872670" y="1053667"/>
                </a:lnTo>
                <a:lnTo>
                  <a:pt x="864108" y="1042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881F918-83FB-72D5-3629-C5A6A301A54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Chuyển</a:t>
            </a:r>
            <a:r>
              <a:rPr spc="-65" dirty="0"/>
              <a:t> </a:t>
            </a:r>
            <a:r>
              <a:rPr dirty="0"/>
              <a:t>đổi</a:t>
            </a:r>
            <a:r>
              <a:rPr spc="-90" dirty="0"/>
              <a:t> </a:t>
            </a:r>
            <a:r>
              <a:rPr dirty="0"/>
              <a:t>kiểu</a:t>
            </a:r>
            <a:r>
              <a:rPr spc="-90" dirty="0"/>
              <a:t> </a:t>
            </a:r>
            <a:r>
              <a:rPr dirty="0"/>
              <a:t>thực</a:t>
            </a:r>
            <a:r>
              <a:rPr spc="-90" dirty="0"/>
              <a:t> </a:t>
            </a:r>
            <a:r>
              <a:rPr dirty="0"/>
              <a:t>thể</a:t>
            </a:r>
            <a:r>
              <a:rPr spc="-85" dirty="0"/>
              <a:t> </a:t>
            </a:r>
            <a:r>
              <a:rPr spc="-25" dirty="0"/>
              <a:t>yếu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695" y="2185416"/>
            <a:ext cx="13614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9639" y="1383791"/>
            <a:ext cx="739140" cy="368935"/>
          </a:xfrm>
          <a:custGeom>
            <a:avLst/>
            <a:gdLst/>
            <a:ahLst/>
            <a:cxnLst/>
            <a:rect l="l" t="t" r="r" b="b"/>
            <a:pathLst>
              <a:path w="739139" h="368935">
                <a:moveTo>
                  <a:pt x="0" y="184404"/>
                </a:moveTo>
                <a:lnTo>
                  <a:pt x="18841" y="126114"/>
                </a:lnTo>
                <a:lnTo>
                  <a:pt x="71307" y="75492"/>
                </a:lnTo>
                <a:lnTo>
                  <a:pt x="108246" y="54006"/>
                </a:lnTo>
                <a:lnTo>
                  <a:pt x="151309" y="35576"/>
                </a:lnTo>
                <a:lnTo>
                  <a:pt x="199734" y="20580"/>
                </a:lnTo>
                <a:lnTo>
                  <a:pt x="252759" y="9400"/>
                </a:lnTo>
                <a:lnTo>
                  <a:pt x="309625" y="2413"/>
                </a:lnTo>
                <a:lnTo>
                  <a:pt x="369569" y="0"/>
                </a:lnTo>
                <a:lnTo>
                  <a:pt x="429511" y="2413"/>
                </a:lnTo>
                <a:lnTo>
                  <a:pt x="486375" y="9400"/>
                </a:lnTo>
                <a:lnTo>
                  <a:pt x="539400" y="20580"/>
                </a:lnTo>
                <a:lnTo>
                  <a:pt x="587825" y="35576"/>
                </a:lnTo>
                <a:lnTo>
                  <a:pt x="630888" y="54006"/>
                </a:lnTo>
                <a:lnTo>
                  <a:pt x="667828" y="75492"/>
                </a:lnTo>
                <a:lnTo>
                  <a:pt x="697885" y="99655"/>
                </a:lnTo>
                <a:lnTo>
                  <a:pt x="734302" y="154490"/>
                </a:lnTo>
                <a:lnTo>
                  <a:pt x="739140" y="184404"/>
                </a:lnTo>
                <a:lnTo>
                  <a:pt x="734302" y="214317"/>
                </a:lnTo>
                <a:lnTo>
                  <a:pt x="697885" y="269152"/>
                </a:lnTo>
                <a:lnTo>
                  <a:pt x="667828" y="293315"/>
                </a:lnTo>
                <a:lnTo>
                  <a:pt x="630888" y="314801"/>
                </a:lnTo>
                <a:lnTo>
                  <a:pt x="587825" y="333231"/>
                </a:lnTo>
                <a:lnTo>
                  <a:pt x="539400" y="348227"/>
                </a:lnTo>
                <a:lnTo>
                  <a:pt x="486375" y="359407"/>
                </a:lnTo>
                <a:lnTo>
                  <a:pt x="429511" y="366394"/>
                </a:lnTo>
                <a:lnTo>
                  <a:pt x="369569" y="368808"/>
                </a:lnTo>
                <a:lnTo>
                  <a:pt x="309625" y="366394"/>
                </a:lnTo>
                <a:lnTo>
                  <a:pt x="252759" y="359407"/>
                </a:lnTo>
                <a:lnTo>
                  <a:pt x="199734" y="348227"/>
                </a:lnTo>
                <a:lnTo>
                  <a:pt x="151309" y="333231"/>
                </a:lnTo>
                <a:lnTo>
                  <a:pt x="108246" y="314801"/>
                </a:lnTo>
                <a:lnTo>
                  <a:pt x="71307" y="293315"/>
                </a:lnTo>
                <a:lnTo>
                  <a:pt x="41251" y="269152"/>
                </a:lnTo>
                <a:lnTo>
                  <a:pt x="4837" y="214317"/>
                </a:lnTo>
                <a:lnTo>
                  <a:pt x="0" y="184404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075" y="1412875"/>
            <a:ext cx="58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Maso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95400" y="1752600"/>
            <a:ext cx="3175" cy="433705"/>
          </a:xfrm>
          <a:custGeom>
            <a:avLst/>
            <a:gdLst/>
            <a:ahLst/>
            <a:cxnLst/>
            <a:rect l="l" t="t" r="r" b="b"/>
            <a:pathLst>
              <a:path w="3175" h="433705">
                <a:moveTo>
                  <a:pt x="3175" y="0"/>
                </a:moveTo>
                <a:lnTo>
                  <a:pt x="0" y="43345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96234" y="2053589"/>
            <a:ext cx="995680" cy="643255"/>
          </a:xfrm>
          <a:custGeom>
            <a:avLst/>
            <a:gdLst/>
            <a:ahLst/>
            <a:cxnLst/>
            <a:rect l="l" t="t" r="r" b="b"/>
            <a:pathLst>
              <a:path w="995679" h="643255">
                <a:moveTo>
                  <a:pt x="0" y="321563"/>
                </a:moveTo>
                <a:lnTo>
                  <a:pt x="497586" y="0"/>
                </a:lnTo>
                <a:lnTo>
                  <a:pt x="995171" y="321563"/>
                </a:lnTo>
                <a:lnTo>
                  <a:pt x="497586" y="643127"/>
                </a:lnTo>
                <a:lnTo>
                  <a:pt x="0" y="321563"/>
                </a:lnTo>
                <a:close/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73958" y="2081529"/>
            <a:ext cx="8394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637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PHU </a:t>
            </a:r>
            <a:r>
              <a:rPr sz="1800" spc="-10" dirty="0">
                <a:latin typeface="Arial"/>
                <a:cs typeface="Arial"/>
              </a:rPr>
              <a:t>THUOC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76627" y="2369820"/>
            <a:ext cx="1419225" cy="5080"/>
          </a:xfrm>
          <a:custGeom>
            <a:avLst/>
            <a:gdLst/>
            <a:ahLst/>
            <a:cxnLst/>
            <a:rect l="l" t="t" r="r" b="b"/>
            <a:pathLst>
              <a:path w="1419225" h="5080">
                <a:moveTo>
                  <a:pt x="0" y="0"/>
                </a:moveTo>
                <a:lnTo>
                  <a:pt x="1419225" y="4699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67221" y="2189226"/>
            <a:ext cx="1450975" cy="368935"/>
          </a:xfrm>
          <a:prstGeom prst="rect">
            <a:avLst/>
          </a:prstGeom>
          <a:ln w="38159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THANNHAN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11823" y="1127760"/>
            <a:ext cx="2155190" cy="1061720"/>
          </a:xfrm>
          <a:custGeom>
            <a:avLst/>
            <a:gdLst/>
            <a:ahLst/>
            <a:cxnLst/>
            <a:rect l="l" t="t" r="r" b="b"/>
            <a:pathLst>
              <a:path w="2155190" h="1061720">
                <a:moveTo>
                  <a:pt x="1027176" y="607313"/>
                </a:moveTo>
                <a:lnTo>
                  <a:pt x="1044398" y="562079"/>
                </a:lnTo>
                <a:lnTo>
                  <a:pt x="1093246" y="520960"/>
                </a:lnTo>
                <a:lnTo>
                  <a:pt x="1128209" y="502373"/>
                </a:lnTo>
                <a:lnTo>
                  <a:pt x="1169492" y="485329"/>
                </a:lnTo>
                <a:lnTo>
                  <a:pt x="1216568" y="470001"/>
                </a:lnTo>
                <a:lnTo>
                  <a:pt x="1268907" y="456560"/>
                </a:lnTo>
                <a:lnTo>
                  <a:pt x="1325981" y="445178"/>
                </a:lnTo>
                <a:lnTo>
                  <a:pt x="1387261" y="436027"/>
                </a:lnTo>
                <a:lnTo>
                  <a:pt x="1452220" y="429277"/>
                </a:lnTo>
                <a:lnTo>
                  <a:pt x="1520327" y="425102"/>
                </a:lnTo>
                <a:lnTo>
                  <a:pt x="1591055" y="423672"/>
                </a:lnTo>
                <a:lnTo>
                  <a:pt x="1661784" y="425102"/>
                </a:lnTo>
                <a:lnTo>
                  <a:pt x="1729891" y="429277"/>
                </a:lnTo>
                <a:lnTo>
                  <a:pt x="1794850" y="436027"/>
                </a:lnTo>
                <a:lnTo>
                  <a:pt x="1856130" y="445178"/>
                </a:lnTo>
                <a:lnTo>
                  <a:pt x="1913204" y="456560"/>
                </a:lnTo>
                <a:lnTo>
                  <a:pt x="1965543" y="470001"/>
                </a:lnTo>
                <a:lnTo>
                  <a:pt x="2012619" y="485329"/>
                </a:lnTo>
                <a:lnTo>
                  <a:pt x="2053902" y="502373"/>
                </a:lnTo>
                <a:lnTo>
                  <a:pt x="2088865" y="520960"/>
                </a:lnTo>
                <a:lnTo>
                  <a:pt x="2137713" y="562079"/>
                </a:lnTo>
                <a:lnTo>
                  <a:pt x="2154935" y="607313"/>
                </a:lnTo>
                <a:lnTo>
                  <a:pt x="2150542" y="630359"/>
                </a:lnTo>
                <a:lnTo>
                  <a:pt x="2116978" y="673707"/>
                </a:lnTo>
                <a:lnTo>
                  <a:pt x="2053902" y="712254"/>
                </a:lnTo>
                <a:lnTo>
                  <a:pt x="2012619" y="729298"/>
                </a:lnTo>
                <a:lnTo>
                  <a:pt x="1965543" y="744626"/>
                </a:lnTo>
                <a:lnTo>
                  <a:pt x="1913204" y="758067"/>
                </a:lnTo>
                <a:lnTo>
                  <a:pt x="1856130" y="769449"/>
                </a:lnTo>
                <a:lnTo>
                  <a:pt x="1794850" y="778600"/>
                </a:lnTo>
                <a:lnTo>
                  <a:pt x="1729891" y="785350"/>
                </a:lnTo>
                <a:lnTo>
                  <a:pt x="1661784" y="789525"/>
                </a:lnTo>
                <a:lnTo>
                  <a:pt x="1591055" y="790955"/>
                </a:lnTo>
                <a:lnTo>
                  <a:pt x="1520327" y="789525"/>
                </a:lnTo>
                <a:lnTo>
                  <a:pt x="1452220" y="785350"/>
                </a:lnTo>
                <a:lnTo>
                  <a:pt x="1387261" y="778600"/>
                </a:lnTo>
                <a:lnTo>
                  <a:pt x="1325981" y="769449"/>
                </a:lnTo>
                <a:lnTo>
                  <a:pt x="1268907" y="758067"/>
                </a:lnTo>
                <a:lnTo>
                  <a:pt x="1216568" y="744626"/>
                </a:lnTo>
                <a:lnTo>
                  <a:pt x="1169492" y="729298"/>
                </a:lnTo>
                <a:lnTo>
                  <a:pt x="1128209" y="712254"/>
                </a:lnTo>
                <a:lnTo>
                  <a:pt x="1093246" y="693667"/>
                </a:lnTo>
                <a:lnTo>
                  <a:pt x="1044398" y="652548"/>
                </a:lnTo>
                <a:lnTo>
                  <a:pt x="1027176" y="607313"/>
                </a:lnTo>
                <a:close/>
              </a:path>
              <a:path w="2155190" h="1061720">
                <a:moveTo>
                  <a:pt x="1191259" y="737615"/>
                </a:moveTo>
                <a:lnTo>
                  <a:pt x="480059" y="1061465"/>
                </a:lnTo>
              </a:path>
              <a:path w="2155190" h="1061720">
                <a:moveTo>
                  <a:pt x="0" y="183641"/>
                </a:moveTo>
                <a:lnTo>
                  <a:pt x="17721" y="134805"/>
                </a:lnTo>
                <a:lnTo>
                  <a:pt x="67733" y="90932"/>
                </a:lnTo>
                <a:lnTo>
                  <a:pt x="103369" y="71402"/>
                </a:lnTo>
                <a:lnTo>
                  <a:pt x="145303" y="53768"/>
                </a:lnTo>
                <a:lnTo>
                  <a:pt x="192945" y="38248"/>
                </a:lnTo>
                <a:lnTo>
                  <a:pt x="245702" y="25061"/>
                </a:lnTo>
                <a:lnTo>
                  <a:pt x="302984" y="14424"/>
                </a:lnTo>
                <a:lnTo>
                  <a:pt x="364198" y="6556"/>
                </a:lnTo>
                <a:lnTo>
                  <a:pt x="428755" y="1675"/>
                </a:lnTo>
                <a:lnTo>
                  <a:pt x="496061" y="0"/>
                </a:lnTo>
                <a:lnTo>
                  <a:pt x="563368" y="1675"/>
                </a:lnTo>
                <a:lnTo>
                  <a:pt x="627925" y="6556"/>
                </a:lnTo>
                <a:lnTo>
                  <a:pt x="689139" y="14424"/>
                </a:lnTo>
                <a:lnTo>
                  <a:pt x="746421" y="25061"/>
                </a:lnTo>
                <a:lnTo>
                  <a:pt x="799178" y="38248"/>
                </a:lnTo>
                <a:lnTo>
                  <a:pt x="846820" y="53768"/>
                </a:lnTo>
                <a:lnTo>
                  <a:pt x="888754" y="71402"/>
                </a:lnTo>
                <a:lnTo>
                  <a:pt x="924390" y="90932"/>
                </a:lnTo>
                <a:lnTo>
                  <a:pt x="974402" y="134805"/>
                </a:lnTo>
                <a:lnTo>
                  <a:pt x="992124" y="183641"/>
                </a:lnTo>
                <a:lnTo>
                  <a:pt x="987594" y="208571"/>
                </a:lnTo>
                <a:lnTo>
                  <a:pt x="953136" y="255144"/>
                </a:lnTo>
                <a:lnTo>
                  <a:pt x="888754" y="295881"/>
                </a:lnTo>
                <a:lnTo>
                  <a:pt x="846820" y="313515"/>
                </a:lnTo>
                <a:lnTo>
                  <a:pt x="799178" y="329035"/>
                </a:lnTo>
                <a:lnTo>
                  <a:pt x="746421" y="342222"/>
                </a:lnTo>
                <a:lnTo>
                  <a:pt x="689139" y="352859"/>
                </a:lnTo>
                <a:lnTo>
                  <a:pt x="627925" y="360727"/>
                </a:lnTo>
                <a:lnTo>
                  <a:pt x="563368" y="365608"/>
                </a:lnTo>
                <a:lnTo>
                  <a:pt x="496061" y="367284"/>
                </a:lnTo>
                <a:lnTo>
                  <a:pt x="428755" y="365608"/>
                </a:lnTo>
                <a:lnTo>
                  <a:pt x="364198" y="360727"/>
                </a:lnTo>
                <a:lnTo>
                  <a:pt x="302984" y="352859"/>
                </a:lnTo>
                <a:lnTo>
                  <a:pt x="245702" y="342222"/>
                </a:lnTo>
                <a:lnTo>
                  <a:pt x="192945" y="329035"/>
                </a:lnTo>
                <a:lnTo>
                  <a:pt x="145303" y="313515"/>
                </a:lnTo>
                <a:lnTo>
                  <a:pt x="103369" y="295881"/>
                </a:lnTo>
                <a:lnTo>
                  <a:pt x="67733" y="276351"/>
                </a:lnTo>
                <a:lnTo>
                  <a:pt x="17721" y="232478"/>
                </a:lnTo>
                <a:lnTo>
                  <a:pt x="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91198" y="1155572"/>
            <a:ext cx="836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Quanhe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25796" y="1495044"/>
            <a:ext cx="1482090" cy="694055"/>
          </a:xfrm>
          <a:custGeom>
            <a:avLst/>
            <a:gdLst/>
            <a:ahLst/>
            <a:cxnLst/>
            <a:rect l="l" t="t" r="r" b="b"/>
            <a:pathLst>
              <a:path w="1482090" h="694055">
                <a:moveTo>
                  <a:pt x="1481962" y="0"/>
                </a:moveTo>
                <a:lnTo>
                  <a:pt x="1466087" y="693801"/>
                </a:lnTo>
              </a:path>
              <a:path w="1482090" h="694055">
                <a:moveTo>
                  <a:pt x="0" y="240029"/>
                </a:moveTo>
                <a:lnTo>
                  <a:pt x="17042" y="191193"/>
                </a:lnTo>
                <a:lnTo>
                  <a:pt x="65136" y="147320"/>
                </a:lnTo>
                <a:lnTo>
                  <a:pt x="99406" y="127790"/>
                </a:lnTo>
                <a:lnTo>
                  <a:pt x="139731" y="110156"/>
                </a:lnTo>
                <a:lnTo>
                  <a:pt x="185544" y="94636"/>
                </a:lnTo>
                <a:lnTo>
                  <a:pt x="236276" y="81449"/>
                </a:lnTo>
                <a:lnTo>
                  <a:pt x="291357" y="70812"/>
                </a:lnTo>
                <a:lnTo>
                  <a:pt x="350220" y="62944"/>
                </a:lnTo>
                <a:lnTo>
                  <a:pt x="412294" y="58063"/>
                </a:lnTo>
                <a:lnTo>
                  <a:pt x="477012" y="56387"/>
                </a:lnTo>
                <a:lnTo>
                  <a:pt x="541729" y="58063"/>
                </a:lnTo>
                <a:lnTo>
                  <a:pt x="603803" y="62944"/>
                </a:lnTo>
                <a:lnTo>
                  <a:pt x="662666" y="70812"/>
                </a:lnTo>
                <a:lnTo>
                  <a:pt x="717747" y="81449"/>
                </a:lnTo>
                <a:lnTo>
                  <a:pt x="768479" y="94636"/>
                </a:lnTo>
                <a:lnTo>
                  <a:pt x="814292" y="110156"/>
                </a:lnTo>
                <a:lnTo>
                  <a:pt x="854617" y="127790"/>
                </a:lnTo>
                <a:lnTo>
                  <a:pt x="888887" y="147320"/>
                </a:lnTo>
                <a:lnTo>
                  <a:pt x="936981" y="191193"/>
                </a:lnTo>
                <a:lnTo>
                  <a:pt x="954024" y="240029"/>
                </a:lnTo>
                <a:lnTo>
                  <a:pt x="949668" y="264959"/>
                </a:lnTo>
                <a:lnTo>
                  <a:pt x="916531" y="311532"/>
                </a:lnTo>
                <a:lnTo>
                  <a:pt x="854617" y="352269"/>
                </a:lnTo>
                <a:lnTo>
                  <a:pt x="814292" y="369903"/>
                </a:lnTo>
                <a:lnTo>
                  <a:pt x="768479" y="385423"/>
                </a:lnTo>
                <a:lnTo>
                  <a:pt x="717747" y="398610"/>
                </a:lnTo>
                <a:lnTo>
                  <a:pt x="662666" y="409247"/>
                </a:lnTo>
                <a:lnTo>
                  <a:pt x="603803" y="417115"/>
                </a:lnTo>
                <a:lnTo>
                  <a:pt x="541729" y="421996"/>
                </a:lnTo>
                <a:lnTo>
                  <a:pt x="477012" y="423671"/>
                </a:lnTo>
                <a:lnTo>
                  <a:pt x="412294" y="421996"/>
                </a:lnTo>
                <a:lnTo>
                  <a:pt x="350220" y="417115"/>
                </a:lnTo>
                <a:lnTo>
                  <a:pt x="291357" y="409247"/>
                </a:lnTo>
                <a:lnTo>
                  <a:pt x="236276" y="398610"/>
                </a:lnTo>
                <a:lnTo>
                  <a:pt x="185544" y="385423"/>
                </a:lnTo>
                <a:lnTo>
                  <a:pt x="139731" y="369903"/>
                </a:lnTo>
                <a:lnTo>
                  <a:pt x="99406" y="352269"/>
                </a:lnTo>
                <a:lnTo>
                  <a:pt x="65136" y="332739"/>
                </a:lnTo>
                <a:lnTo>
                  <a:pt x="17042" y="288866"/>
                </a:lnTo>
                <a:lnTo>
                  <a:pt x="0" y="240029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305805" y="1579626"/>
            <a:ext cx="2985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5014" algn="l"/>
              </a:tabLst>
            </a:pPr>
            <a:r>
              <a:rPr sz="1800" spc="-10" dirty="0">
                <a:latin typeface="Arial"/>
                <a:cs typeface="Arial"/>
              </a:rPr>
              <a:t>Gioitinh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Ngaysinh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01361" y="2376677"/>
            <a:ext cx="1143000" cy="1905"/>
          </a:xfrm>
          <a:custGeom>
            <a:avLst/>
            <a:gdLst/>
            <a:ahLst/>
            <a:cxnLst/>
            <a:rect l="l" t="t" r="r" b="b"/>
            <a:pathLst>
              <a:path w="1143000" h="1905">
                <a:moveTo>
                  <a:pt x="0" y="0"/>
                </a:moveTo>
                <a:lnTo>
                  <a:pt x="1143000" y="1524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41135" y="1865376"/>
            <a:ext cx="2334895" cy="692150"/>
          </a:xfrm>
          <a:custGeom>
            <a:avLst/>
            <a:gdLst/>
            <a:ahLst/>
            <a:cxnLst/>
            <a:rect l="l" t="t" r="r" b="b"/>
            <a:pathLst>
              <a:path w="2334895" h="692150">
                <a:moveTo>
                  <a:pt x="0" y="0"/>
                </a:moveTo>
                <a:lnTo>
                  <a:pt x="650874" y="323850"/>
                </a:lnTo>
              </a:path>
              <a:path w="2334895" h="692150">
                <a:moveTo>
                  <a:pt x="1758695" y="507491"/>
                </a:moveTo>
                <a:lnTo>
                  <a:pt x="1781323" y="435709"/>
                </a:lnTo>
                <a:lnTo>
                  <a:pt x="1807874" y="404385"/>
                </a:lnTo>
                <a:lnTo>
                  <a:pt x="1843039" y="377094"/>
                </a:lnTo>
                <a:lnTo>
                  <a:pt x="1885664" y="354578"/>
                </a:lnTo>
                <a:lnTo>
                  <a:pt x="1934592" y="337577"/>
                </a:lnTo>
                <a:lnTo>
                  <a:pt x="1988667" y="326834"/>
                </a:lnTo>
                <a:lnTo>
                  <a:pt x="2046732" y="323088"/>
                </a:lnTo>
                <a:lnTo>
                  <a:pt x="2104796" y="326834"/>
                </a:lnTo>
                <a:lnTo>
                  <a:pt x="2158871" y="337577"/>
                </a:lnTo>
                <a:lnTo>
                  <a:pt x="2207799" y="354578"/>
                </a:lnTo>
                <a:lnTo>
                  <a:pt x="2250424" y="377094"/>
                </a:lnTo>
                <a:lnTo>
                  <a:pt x="2285589" y="404385"/>
                </a:lnTo>
                <a:lnTo>
                  <a:pt x="2312140" y="435709"/>
                </a:lnTo>
                <a:lnTo>
                  <a:pt x="2328918" y="470325"/>
                </a:lnTo>
                <a:lnTo>
                  <a:pt x="2334767" y="507491"/>
                </a:lnTo>
                <a:lnTo>
                  <a:pt x="2328918" y="544658"/>
                </a:lnTo>
                <a:lnTo>
                  <a:pt x="2312140" y="579274"/>
                </a:lnTo>
                <a:lnTo>
                  <a:pt x="2285589" y="610598"/>
                </a:lnTo>
                <a:lnTo>
                  <a:pt x="2250424" y="637889"/>
                </a:lnTo>
                <a:lnTo>
                  <a:pt x="2207799" y="660405"/>
                </a:lnTo>
                <a:lnTo>
                  <a:pt x="2158871" y="677406"/>
                </a:lnTo>
                <a:lnTo>
                  <a:pt x="2104796" y="688149"/>
                </a:lnTo>
                <a:lnTo>
                  <a:pt x="2046732" y="691896"/>
                </a:lnTo>
                <a:lnTo>
                  <a:pt x="1988667" y="688149"/>
                </a:lnTo>
                <a:lnTo>
                  <a:pt x="1934592" y="677406"/>
                </a:lnTo>
                <a:lnTo>
                  <a:pt x="1885664" y="660405"/>
                </a:lnTo>
                <a:lnTo>
                  <a:pt x="1843039" y="637889"/>
                </a:lnTo>
                <a:lnTo>
                  <a:pt x="1807874" y="610598"/>
                </a:lnTo>
                <a:lnTo>
                  <a:pt x="1781323" y="579274"/>
                </a:lnTo>
                <a:lnTo>
                  <a:pt x="1764545" y="544658"/>
                </a:lnTo>
                <a:lnTo>
                  <a:pt x="1758695" y="50749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816098" y="202399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04028" y="2009343"/>
            <a:ext cx="191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92542" y="2217496"/>
            <a:ext cx="395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12628" y="2368188"/>
            <a:ext cx="884555" cy="123825"/>
            <a:chOff x="7412628" y="2368188"/>
            <a:chExt cx="884555" cy="123825"/>
          </a:xfrm>
        </p:grpSpPr>
        <p:sp>
          <p:nvSpPr>
            <p:cNvPr id="21" name="object 21"/>
            <p:cNvSpPr/>
            <p:nvPr/>
          </p:nvSpPr>
          <p:spPr>
            <a:xfrm>
              <a:off x="7417308" y="2372868"/>
              <a:ext cx="382905" cy="1905"/>
            </a:xfrm>
            <a:custGeom>
              <a:avLst/>
              <a:gdLst/>
              <a:ahLst/>
              <a:cxnLst/>
              <a:rect l="l" t="t" r="r" b="b"/>
              <a:pathLst>
                <a:path w="382904" h="1905">
                  <a:moveTo>
                    <a:pt x="382524" y="0"/>
                  </a:moveTo>
                  <a:lnTo>
                    <a:pt x="0" y="1524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95844" y="2485644"/>
              <a:ext cx="396240" cy="1905"/>
            </a:xfrm>
            <a:custGeom>
              <a:avLst/>
              <a:gdLst/>
              <a:ahLst/>
              <a:cxnLst/>
              <a:rect l="l" t="t" r="r" b="b"/>
              <a:pathLst>
                <a:path w="396240" h="1905">
                  <a:moveTo>
                    <a:pt x="0" y="0"/>
                  </a:moveTo>
                  <a:lnTo>
                    <a:pt x="396239" y="1523"/>
                  </a:lnTo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59103" y="4017059"/>
          <a:ext cx="3321685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642619" y="3686682"/>
            <a:ext cx="1205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4146599" y="5464859"/>
          <a:ext cx="4532628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4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Gioitinh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NgaySinh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Quanhe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object 26"/>
          <p:cNvSpPr/>
          <p:nvPr/>
        </p:nvSpPr>
        <p:spPr>
          <a:xfrm>
            <a:off x="4244847" y="5762688"/>
            <a:ext cx="634365" cy="12700"/>
          </a:xfrm>
          <a:custGeom>
            <a:avLst/>
            <a:gdLst/>
            <a:ahLst/>
            <a:cxnLst/>
            <a:rect l="l" t="t" r="r" b="b"/>
            <a:pathLst>
              <a:path w="634364" h="12700">
                <a:moveTo>
                  <a:pt x="633984" y="0"/>
                </a:moveTo>
                <a:lnTo>
                  <a:pt x="0" y="0"/>
                </a:lnTo>
                <a:lnTo>
                  <a:pt x="0" y="12192"/>
                </a:lnTo>
                <a:lnTo>
                  <a:pt x="633984" y="12192"/>
                </a:lnTo>
                <a:lnTo>
                  <a:pt x="633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230751" y="5134736"/>
            <a:ext cx="1297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THANNHAN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64043" y="2743961"/>
            <a:ext cx="114935" cy="838200"/>
          </a:xfrm>
          <a:custGeom>
            <a:avLst/>
            <a:gdLst/>
            <a:ahLst/>
            <a:cxnLst/>
            <a:rect l="l" t="t" r="r" b="b"/>
            <a:pathLst>
              <a:path w="114934" h="838200">
                <a:moveTo>
                  <a:pt x="74993" y="0"/>
                </a:moveTo>
                <a:lnTo>
                  <a:pt x="36842" y="0"/>
                </a:lnTo>
                <a:lnTo>
                  <a:pt x="37109" y="152653"/>
                </a:lnTo>
                <a:lnTo>
                  <a:pt x="75272" y="152653"/>
                </a:lnTo>
                <a:lnTo>
                  <a:pt x="74993" y="0"/>
                </a:lnTo>
                <a:close/>
              </a:path>
              <a:path w="114934" h="838200">
                <a:moveTo>
                  <a:pt x="75488" y="267080"/>
                </a:moveTo>
                <a:lnTo>
                  <a:pt x="37325" y="267208"/>
                </a:lnTo>
                <a:lnTo>
                  <a:pt x="37604" y="419735"/>
                </a:lnTo>
                <a:lnTo>
                  <a:pt x="75755" y="419735"/>
                </a:lnTo>
                <a:lnTo>
                  <a:pt x="75489" y="267208"/>
                </a:lnTo>
                <a:lnTo>
                  <a:pt x="75488" y="267080"/>
                </a:lnTo>
                <a:close/>
              </a:path>
              <a:path w="114934" h="838200">
                <a:moveTo>
                  <a:pt x="75971" y="534288"/>
                </a:moveTo>
                <a:lnTo>
                  <a:pt x="37807" y="534288"/>
                </a:lnTo>
                <a:lnTo>
                  <a:pt x="38087" y="686942"/>
                </a:lnTo>
                <a:lnTo>
                  <a:pt x="76251" y="686942"/>
                </a:lnTo>
                <a:lnTo>
                  <a:pt x="75971" y="534288"/>
                </a:lnTo>
                <a:close/>
              </a:path>
              <a:path w="114934" h="838200">
                <a:moveTo>
                  <a:pt x="114401" y="723773"/>
                </a:moveTo>
                <a:lnTo>
                  <a:pt x="0" y="723773"/>
                </a:lnTo>
                <a:lnTo>
                  <a:pt x="57442" y="838200"/>
                </a:lnTo>
                <a:lnTo>
                  <a:pt x="114401" y="7237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179314" y="2809367"/>
            <a:ext cx="1470025" cy="2144395"/>
          </a:xfrm>
          <a:custGeom>
            <a:avLst/>
            <a:gdLst/>
            <a:ahLst/>
            <a:cxnLst/>
            <a:rect l="l" t="t" r="r" b="b"/>
            <a:pathLst>
              <a:path w="1470025" h="2144395">
                <a:moveTo>
                  <a:pt x="1438147" y="0"/>
                </a:moveTo>
                <a:lnTo>
                  <a:pt x="1352168" y="126237"/>
                </a:lnTo>
                <a:lnTo>
                  <a:pt x="1383664" y="147700"/>
                </a:lnTo>
                <a:lnTo>
                  <a:pt x="1469643" y="21590"/>
                </a:lnTo>
                <a:lnTo>
                  <a:pt x="1438147" y="0"/>
                </a:lnTo>
                <a:close/>
              </a:path>
              <a:path w="1470025" h="2144395">
                <a:moveTo>
                  <a:pt x="1287652" y="220853"/>
                </a:moveTo>
                <a:lnTo>
                  <a:pt x="1201801" y="346963"/>
                </a:lnTo>
                <a:lnTo>
                  <a:pt x="1233297" y="368427"/>
                </a:lnTo>
                <a:lnTo>
                  <a:pt x="1319276" y="242316"/>
                </a:lnTo>
                <a:lnTo>
                  <a:pt x="1287652" y="220853"/>
                </a:lnTo>
                <a:close/>
              </a:path>
              <a:path w="1470025" h="2144395">
                <a:moveTo>
                  <a:pt x="1137285" y="441579"/>
                </a:moveTo>
                <a:lnTo>
                  <a:pt x="1051306" y="567690"/>
                </a:lnTo>
                <a:lnTo>
                  <a:pt x="1082928" y="589153"/>
                </a:lnTo>
                <a:lnTo>
                  <a:pt x="1168781" y="463042"/>
                </a:lnTo>
                <a:lnTo>
                  <a:pt x="1137285" y="441579"/>
                </a:lnTo>
                <a:close/>
              </a:path>
              <a:path w="1470025" h="2144395">
                <a:moveTo>
                  <a:pt x="986916" y="662305"/>
                </a:moveTo>
                <a:lnTo>
                  <a:pt x="900938" y="788416"/>
                </a:lnTo>
                <a:lnTo>
                  <a:pt x="932434" y="809879"/>
                </a:lnTo>
                <a:lnTo>
                  <a:pt x="1018413" y="683768"/>
                </a:lnTo>
                <a:lnTo>
                  <a:pt x="986916" y="662305"/>
                </a:lnTo>
                <a:close/>
              </a:path>
              <a:path w="1470025" h="2144395">
                <a:moveTo>
                  <a:pt x="836422" y="883031"/>
                </a:moveTo>
                <a:lnTo>
                  <a:pt x="750443" y="1009142"/>
                </a:lnTo>
                <a:lnTo>
                  <a:pt x="782065" y="1030605"/>
                </a:lnTo>
                <a:lnTo>
                  <a:pt x="868045" y="904494"/>
                </a:lnTo>
                <a:lnTo>
                  <a:pt x="836422" y="883031"/>
                </a:lnTo>
                <a:close/>
              </a:path>
              <a:path w="1470025" h="2144395">
                <a:moveTo>
                  <a:pt x="686053" y="1103757"/>
                </a:moveTo>
                <a:lnTo>
                  <a:pt x="600075" y="1229868"/>
                </a:lnTo>
                <a:lnTo>
                  <a:pt x="631571" y="1251331"/>
                </a:lnTo>
                <a:lnTo>
                  <a:pt x="717550" y="1125220"/>
                </a:lnTo>
                <a:lnTo>
                  <a:pt x="686053" y="1103757"/>
                </a:lnTo>
                <a:close/>
              </a:path>
              <a:path w="1470025" h="2144395">
                <a:moveTo>
                  <a:pt x="535559" y="1324483"/>
                </a:moveTo>
                <a:lnTo>
                  <a:pt x="449707" y="1450594"/>
                </a:lnTo>
                <a:lnTo>
                  <a:pt x="481202" y="1472184"/>
                </a:lnTo>
                <a:lnTo>
                  <a:pt x="567182" y="1345946"/>
                </a:lnTo>
                <a:lnTo>
                  <a:pt x="535559" y="1324483"/>
                </a:lnTo>
                <a:close/>
              </a:path>
              <a:path w="1470025" h="2144395">
                <a:moveTo>
                  <a:pt x="385190" y="1545209"/>
                </a:moveTo>
                <a:lnTo>
                  <a:pt x="299212" y="1671320"/>
                </a:lnTo>
                <a:lnTo>
                  <a:pt x="330708" y="1692910"/>
                </a:lnTo>
                <a:lnTo>
                  <a:pt x="416687" y="1566672"/>
                </a:lnTo>
                <a:lnTo>
                  <a:pt x="385190" y="1545209"/>
                </a:lnTo>
                <a:close/>
              </a:path>
              <a:path w="1470025" h="2144395">
                <a:moveTo>
                  <a:pt x="234823" y="1765935"/>
                </a:moveTo>
                <a:lnTo>
                  <a:pt x="148844" y="1892173"/>
                </a:lnTo>
                <a:lnTo>
                  <a:pt x="180339" y="1913636"/>
                </a:lnTo>
                <a:lnTo>
                  <a:pt x="266319" y="1787525"/>
                </a:lnTo>
                <a:lnTo>
                  <a:pt x="234823" y="1765935"/>
                </a:lnTo>
                <a:close/>
              </a:path>
              <a:path w="1470025" h="2144395">
                <a:moveTo>
                  <a:pt x="17145" y="2017522"/>
                </a:moveTo>
                <a:lnTo>
                  <a:pt x="0" y="2144395"/>
                </a:lnTo>
                <a:lnTo>
                  <a:pt x="111760" y="2082038"/>
                </a:lnTo>
                <a:lnTo>
                  <a:pt x="103378" y="2076323"/>
                </a:lnTo>
                <a:lnTo>
                  <a:pt x="69469" y="2076323"/>
                </a:lnTo>
                <a:lnTo>
                  <a:pt x="37973" y="2054860"/>
                </a:lnTo>
                <a:lnTo>
                  <a:pt x="48731" y="2039060"/>
                </a:lnTo>
                <a:lnTo>
                  <a:pt x="17145" y="2017522"/>
                </a:lnTo>
                <a:close/>
              </a:path>
              <a:path w="1470025" h="2144395">
                <a:moveTo>
                  <a:pt x="48731" y="2039060"/>
                </a:moveTo>
                <a:lnTo>
                  <a:pt x="37973" y="2054860"/>
                </a:lnTo>
                <a:lnTo>
                  <a:pt x="69469" y="2076323"/>
                </a:lnTo>
                <a:lnTo>
                  <a:pt x="80221" y="2060532"/>
                </a:lnTo>
                <a:lnTo>
                  <a:pt x="48731" y="2039060"/>
                </a:lnTo>
                <a:close/>
              </a:path>
              <a:path w="1470025" h="2144395">
                <a:moveTo>
                  <a:pt x="80221" y="2060532"/>
                </a:moveTo>
                <a:lnTo>
                  <a:pt x="69469" y="2076323"/>
                </a:lnTo>
                <a:lnTo>
                  <a:pt x="103378" y="2076323"/>
                </a:lnTo>
                <a:lnTo>
                  <a:pt x="80221" y="2060532"/>
                </a:lnTo>
                <a:close/>
              </a:path>
              <a:path w="1470025" h="2144395">
                <a:moveTo>
                  <a:pt x="84327" y="1986788"/>
                </a:moveTo>
                <a:lnTo>
                  <a:pt x="48731" y="2039060"/>
                </a:lnTo>
                <a:lnTo>
                  <a:pt x="80221" y="2060532"/>
                </a:lnTo>
                <a:lnTo>
                  <a:pt x="115824" y="2008251"/>
                </a:lnTo>
                <a:lnTo>
                  <a:pt x="84327" y="1986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37260" y="4419600"/>
            <a:ext cx="3632200" cy="1683385"/>
          </a:xfrm>
          <a:custGeom>
            <a:avLst/>
            <a:gdLst/>
            <a:ahLst/>
            <a:cxnLst/>
            <a:rect l="l" t="t" r="r" b="b"/>
            <a:pathLst>
              <a:path w="3632200" h="1683385">
                <a:moveTo>
                  <a:pt x="44450" y="63500"/>
                </a:moveTo>
                <a:lnTo>
                  <a:pt x="31750" y="63500"/>
                </a:lnTo>
                <a:lnTo>
                  <a:pt x="31750" y="1682788"/>
                </a:lnTo>
                <a:lnTo>
                  <a:pt x="3632200" y="1682788"/>
                </a:lnTo>
                <a:lnTo>
                  <a:pt x="3632200" y="1676438"/>
                </a:lnTo>
                <a:lnTo>
                  <a:pt x="44450" y="1676438"/>
                </a:lnTo>
                <a:lnTo>
                  <a:pt x="38100" y="1670088"/>
                </a:lnTo>
                <a:lnTo>
                  <a:pt x="44450" y="1670088"/>
                </a:lnTo>
                <a:lnTo>
                  <a:pt x="44450" y="63500"/>
                </a:lnTo>
                <a:close/>
              </a:path>
              <a:path w="3632200" h="1683385">
                <a:moveTo>
                  <a:pt x="44450" y="1670088"/>
                </a:moveTo>
                <a:lnTo>
                  <a:pt x="38100" y="1670088"/>
                </a:lnTo>
                <a:lnTo>
                  <a:pt x="44450" y="1676438"/>
                </a:lnTo>
                <a:lnTo>
                  <a:pt x="44450" y="1670088"/>
                </a:lnTo>
                <a:close/>
              </a:path>
              <a:path w="3632200" h="1683385">
                <a:moveTo>
                  <a:pt x="3619500" y="1670088"/>
                </a:moveTo>
                <a:lnTo>
                  <a:pt x="44450" y="1670088"/>
                </a:lnTo>
                <a:lnTo>
                  <a:pt x="44450" y="1676438"/>
                </a:lnTo>
                <a:lnTo>
                  <a:pt x="3619500" y="1676438"/>
                </a:lnTo>
                <a:lnTo>
                  <a:pt x="3619500" y="1670088"/>
                </a:lnTo>
                <a:close/>
              </a:path>
              <a:path w="3632200" h="1683385">
                <a:moveTo>
                  <a:pt x="3632200" y="1447800"/>
                </a:moveTo>
                <a:lnTo>
                  <a:pt x="3619500" y="1447800"/>
                </a:lnTo>
                <a:lnTo>
                  <a:pt x="3619500" y="1676438"/>
                </a:lnTo>
                <a:lnTo>
                  <a:pt x="3625850" y="1670088"/>
                </a:lnTo>
                <a:lnTo>
                  <a:pt x="3632200" y="1670088"/>
                </a:lnTo>
                <a:lnTo>
                  <a:pt x="3632200" y="1447800"/>
                </a:lnTo>
                <a:close/>
              </a:path>
              <a:path w="3632200" h="1683385">
                <a:moveTo>
                  <a:pt x="3632200" y="1670088"/>
                </a:moveTo>
                <a:lnTo>
                  <a:pt x="3625850" y="1670088"/>
                </a:lnTo>
                <a:lnTo>
                  <a:pt x="3619500" y="1676438"/>
                </a:lnTo>
                <a:lnTo>
                  <a:pt x="3632200" y="1676438"/>
                </a:lnTo>
                <a:lnTo>
                  <a:pt x="3632200" y="1670088"/>
                </a:lnTo>
                <a:close/>
              </a:path>
              <a:path w="3632200" h="16833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3632200" h="16833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7753C981-58DB-9141-CE8F-61EE3BC0BA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Chuyển</a:t>
            </a:r>
            <a:r>
              <a:rPr spc="-65" dirty="0"/>
              <a:t> </a:t>
            </a:r>
            <a:r>
              <a:rPr dirty="0"/>
              <a:t>đổi</a:t>
            </a:r>
            <a:r>
              <a:rPr spc="-90" dirty="0"/>
              <a:t> </a:t>
            </a:r>
            <a:r>
              <a:rPr dirty="0"/>
              <a:t>kiểu</a:t>
            </a:r>
            <a:r>
              <a:rPr spc="-90" dirty="0"/>
              <a:t> </a:t>
            </a:r>
            <a:r>
              <a:rPr dirty="0"/>
              <a:t>thực</a:t>
            </a:r>
            <a:r>
              <a:rPr spc="-90" dirty="0"/>
              <a:t> </a:t>
            </a:r>
            <a:r>
              <a:rPr dirty="0"/>
              <a:t>thể</a:t>
            </a:r>
            <a:r>
              <a:rPr spc="-85" dirty="0"/>
              <a:t> </a:t>
            </a:r>
            <a:r>
              <a:rPr spc="-25" dirty="0"/>
              <a:t>yếu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8620" y="1755648"/>
            <a:ext cx="1805939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36307" y="1751076"/>
            <a:ext cx="826135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31564" y="3700271"/>
            <a:ext cx="934719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VATTU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72917" y="1753361"/>
            <a:ext cx="509270" cy="368935"/>
          </a:xfrm>
          <a:custGeom>
            <a:avLst/>
            <a:gdLst/>
            <a:ahLst/>
            <a:cxnLst/>
            <a:rect l="l" t="t" r="r" b="b"/>
            <a:pathLst>
              <a:path w="509270" h="368935">
                <a:moveTo>
                  <a:pt x="0" y="184403"/>
                </a:moveTo>
                <a:lnTo>
                  <a:pt x="254507" y="0"/>
                </a:lnTo>
                <a:lnTo>
                  <a:pt x="509016" y="184403"/>
                </a:lnTo>
                <a:lnTo>
                  <a:pt x="254507" y="368808"/>
                </a:lnTo>
                <a:lnTo>
                  <a:pt x="0" y="184403"/>
                </a:lnTo>
                <a:close/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50642" y="1781302"/>
            <a:ext cx="354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CC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93035" y="1937004"/>
            <a:ext cx="579755" cy="3175"/>
          </a:xfrm>
          <a:custGeom>
            <a:avLst/>
            <a:gdLst/>
            <a:ahLst/>
            <a:cxnLst/>
            <a:rect l="l" t="t" r="r" b="b"/>
            <a:pathLst>
              <a:path w="579755" h="3175">
                <a:moveTo>
                  <a:pt x="0" y="3175"/>
                </a:moveTo>
                <a:lnTo>
                  <a:pt x="579374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326606" y="2752314"/>
            <a:ext cx="536575" cy="952500"/>
            <a:chOff x="4326606" y="2752314"/>
            <a:chExt cx="536575" cy="952500"/>
          </a:xfrm>
        </p:grpSpPr>
        <p:sp>
          <p:nvSpPr>
            <p:cNvPr id="10" name="object 10"/>
            <p:cNvSpPr/>
            <p:nvPr/>
          </p:nvSpPr>
          <p:spPr>
            <a:xfrm>
              <a:off x="4594859" y="3137916"/>
              <a:ext cx="5080" cy="561975"/>
            </a:xfrm>
            <a:custGeom>
              <a:avLst/>
              <a:gdLst/>
              <a:ahLst/>
              <a:cxnLst/>
              <a:rect l="l" t="t" r="r" b="b"/>
              <a:pathLst>
                <a:path w="5079" h="561975">
                  <a:moveTo>
                    <a:pt x="0" y="0"/>
                  </a:moveTo>
                  <a:lnTo>
                    <a:pt x="4825" y="561975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45685" y="2771394"/>
              <a:ext cx="498475" cy="367665"/>
            </a:xfrm>
            <a:custGeom>
              <a:avLst/>
              <a:gdLst/>
              <a:ahLst/>
              <a:cxnLst/>
              <a:rect l="l" t="t" r="r" b="b"/>
              <a:pathLst>
                <a:path w="498475" h="367664">
                  <a:moveTo>
                    <a:pt x="0" y="183641"/>
                  </a:moveTo>
                  <a:lnTo>
                    <a:pt x="249174" y="0"/>
                  </a:lnTo>
                  <a:lnTo>
                    <a:pt x="498348" y="183641"/>
                  </a:lnTo>
                  <a:lnTo>
                    <a:pt x="249174" y="367283"/>
                  </a:lnTo>
                  <a:lnTo>
                    <a:pt x="0" y="183641"/>
                  </a:lnTo>
                  <a:close/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26585" y="1751838"/>
            <a:ext cx="1323340" cy="368935"/>
          </a:xfrm>
          <a:prstGeom prst="rect">
            <a:avLst/>
          </a:prstGeom>
          <a:ln w="38159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latin typeface="Arial"/>
                <a:cs typeface="Arial"/>
              </a:rPr>
              <a:t>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07785" y="1753361"/>
            <a:ext cx="509270" cy="368935"/>
          </a:xfrm>
          <a:custGeom>
            <a:avLst/>
            <a:gdLst/>
            <a:ahLst/>
            <a:cxnLst/>
            <a:rect l="l" t="t" r="r" b="b"/>
            <a:pathLst>
              <a:path w="509270" h="368935">
                <a:moveTo>
                  <a:pt x="0" y="184403"/>
                </a:moveTo>
                <a:lnTo>
                  <a:pt x="254508" y="0"/>
                </a:lnTo>
                <a:lnTo>
                  <a:pt x="509015" y="184403"/>
                </a:lnTo>
                <a:lnTo>
                  <a:pt x="254508" y="368808"/>
                </a:lnTo>
                <a:lnTo>
                  <a:pt x="0" y="184403"/>
                </a:lnTo>
                <a:close/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86398" y="1781302"/>
            <a:ext cx="354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CD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16040" y="1935479"/>
            <a:ext cx="619125" cy="1905"/>
          </a:xfrm>
          <a:custGeom>
            <a:avLst/>
            <a:gdLst/>
            <a:ahLst/>
            <a:cxnLst/>
            <a:rect l="l" t="t" r="r" b="b"/>
            <a:pathLst>
              <a:path w="619125" h="1905">
                <a:moveTo>
                  <a:pt x="0" y="1524"/>
                </a:moveTo>
                <a:lnTo>
                  <a:pt x="619125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52621" y="1939289"/>
            <a:ext cx="457200" cy="1905"/>
          </a:xfrm>
          <a:custGeom>
            <a:avLst/>
            <a:gdLst/>
            <a:ahLst/>
            <a:cxnLst/>
            <a:rect l="l" t="t" r="r" b="b"/>
            <a:pathLst>
              <a:path w="457200" h="1905">
                <a:moveTo>
                  <a:pt x="0" y="0"/>
                </a:moveTo>
                <a:lnTo>
                  <a:pt x="457200" y="1524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66182" y="1939289"/>
            <a:ext cx="457200" cy="1905"/>
          </a:xfrm>
          <a:custGeom>
            <a:avLst/>
            <a:gdLst/>
            <a:ahLst/>
            <a:cxnLst/>
            <a:rect l="l" t="t" r="r" b="b"/>
            <a:pathLst>
              <a:path w="457200" h="1905">
                <a:moveTo>
                  <a:pt x="0" y="0"/>
                </a:moveTo>
                <a:lnTo>
                  <a:pt x="457200" y="1524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95621" y="2143505"/>
            <a:ext cx="1905" cy="471170"/>
          </a:xfrm>
          <a:custGeom>
            <a:avLst/>
            <a:gdLst/>
            <a:ahLst/>
            <a:cxnLst/>
            <a:rect l="l" t="t" r="r" b="b"/>
            <a:pathLst>
              <a:path w="1904" h="471169">
                <a:moveTo>
                  <a:pt x="0" y="470916"/>
                </a:moveTo>
                <a:lnTo>
                  <a:pt x="1524" y="0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76700" y="1051560"/>
            <a:ext cx="1016635" cy="367665"/>
          </a:xfrm>
          <a:custGeom>
            <a:avLst/>
            <a:gdLst/>
            <a:ahLst/>
            <a:cxnLst/>
            <a:rect l="l" t="t" r="r" b="b"/>
            <a:pathLst>
              <a:path w="1016635" h="367665">
                <a:moveTo>
                  <a:pt x="0" y="183641"/>
                </a:moveTo>
                <a:lnTo>
                  <a:pt x="18157" y="134805"/>
                </a:lnTo>
                <a:lnTo>
                  <a:pt x="69398" y="90932"/>
                </a:lnTo>
                <a:lnTo>
                  <a:pt x="105910" y="71402"/>
                </a:lnTo>
                <a:lnTo>
                  <a:pt x="148875" y="53768"/>
                </a:lnTo>
                <a:lnTo>
                  <a:pt x="197688" y="38248"/>
                </a:lnTo>
                <a:lnTo>
                  <a:pt x="251742" y="25061"/>
                </a:lnTo>
                <a:lnTo>
                  <a:pt x="310431" y="14424"/>
                </a:lnTo>
                <a:lnTo>
                  <a:pt x="373150" y="6556"/>
                </a:lnTo>
                <a:lnTo>
                  <a:pt x="439293" y="1675"/>
                </a:lnTo>
                <a:lnTo>
                  <a:pt x="508253" y="0"/>
                </a:lnTo>
                <a:lnTo>
                  <a:pt x="577214" y="1675"/>
                </a:lnTo>
                <a:lnTo>
                  <a:pt x="643357" y="6556"/>
                </a:lnTo>
                <a:lnTo>
                  <a:pt x="706076" y="14424"/>
                </a:lnTo>
                <a:lnTo>
                  <a:pt x="764765" y="25061"/>
                </a:lnTo>
                <a:lnTo>
                  <a:pt x="818819" y="38248"/>
                </a:lnTo>
                <a:lnTo>
                  <a:pt x="867632" y="53768"/>
                </a:lnTo>
                <a:lnTo>
                  <a:pt x="910597" y="71402"/>
                </a:lnTo>
                <a:lnTo>
                  <a:pt x="947109" y="90932"/>
                </a:lnTo>
                <a:lnTo>
                  <a:pt x="998350" y="134805"/>
                </a:lnTo>
                <a:lnTo>
                  <a:pt x="1016508" y="183641"/>
                </a:lnTo>
                <a:lnTo>
                  <a:pt x="1011867" y="208571"/>
                </a:lnTo>
                <a:lnTo>
                  <a:pt x="976562" y="255144"/>
                </a:lnTo>
                <a:lnTo>
                  <a:pt x="910597" y="295881"/>
                </a:lnTo>
                <a:lnTo>
                  <a:pt x="867632" y="313515"/>
                </a:lnTo>
                <a:lnTo>
                  <a:pt x="818819" y="329035"/>
                </a:lnTo>
                <a:lnTo>
                  <a:pt x="764765" y="342222"/>
                </a:lnTo>
                <a:lnTo>
                  <a:pt x="706076" y="352859"/>
                </a:lnTo>
                <a:lnTo>
                  <a:pt x="643357" y="360727"/>
                </a:lnTo>
                <a:lnTo>
                  <a:pt x="577214" y="365608"/>
                </a:lnTo>
                <a:lnTo>
                  <a:pt x="508253" y="367284"/>
                </a:lnTo>
                <a:lnTo>
                  <a:pt x="439293" y="365608"/>
                </a:lnTo>
                <a:lnTo>
                  <a:pt x="373150" y="360727"/>
                </a:lnTo>
                <a:lnTo>
                  <a:pt x="310431" y="352859"/>
                </a:lnTo>
                <a:lnTo>
                  <a:pt x="251742" y="342222"/>
                </a:lnTo>
                <a:lnTo>
                  <a:pt x="197688" y="329035"/>
                </a:lnTo>
                <a:lnTo>
                  <a:pt x="148875" y="313515"/>
                </a:lnTo>
                <a:lnTo>
                  <a:pt x="105910" y="295881"/>
                </a:lnTo>
                <a:lnTo>
                  <a:pt x="69398" y="276351"/>
                </a:lnTo>
                <a:lnTo>
                  <a:pt x="18157" y="232478"/>
                </a:lnTo>
                <a:lnTo>
                  <a:pt x="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155694" y="1079372"/>
            <a:ext cx="8616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Soluong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84191" y="1418844"/>
            <a:ext cx="3175" cy="332105"/>
          </a:xfrm>
          <a:custGeom>
            <a:avLst/>
            <a:gdLst/>
            <a:ahLst/>
            <a:cxnLst/>
            <a:rect l="l" t="t" r="r" b="b"/>
            <a:pathLst>
              <a:path w="3175" h="332105">
                <a:moveTo>
                  <a:pt x="0" y="0"/>
                </a:moveTo>
                <a:lnTo>
                  <a:pt x="3175" y="33185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387854" y="1631645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69434" y="3308985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44161" y="2318130"/>
            <a:ext cx="422909" cy="781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Arial"/>
              <a:cs typeface="Arial"/>
            </a:endParaRPr>
          </a:p>
          <a:p>
            <a:pPr marL="92710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CV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63690" y="1631645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23234" y="1631645"/>
            <a:ext cx="172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12689" y="1631645"/>
            <a:ext cx="172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4004" y="1094232"/>
            <a:ext cx="992505" cy="367665"/>
          </a:xfrm>
          <a:custGeom>
            <a:avLst/>
            <a:gdLst/>
            <a:ahLst/>
            <a:cxnLst/>
            <a:rect l="l" t="t" r="r" b="b"/>
            <a:pathLst>
              <a:path w="992505" h="367665">
                <a:moveTo>
                  <a:pt x="0" y="183641"/>
                </a:moveTo>
                <a:lnTo>
                  <a:pt x="17720" y="134805"/>
                </a:lnTo>
                <a:lnTo>
                  <a:pt x="67727" y="90932"/>
                </a:lnTo>
                <a:lnTo>
                  <a:pt x="103361" y="71402"/>
                </a:lnTo>
                <a:lnTo>
                  <a:pt x="145294" y="53768"/>
                </a:lnTo>
                <a:lnTo>
                  <a:pt x="192934" y="38248"/>
                </a:lnTo>
                <a:lnTo>
                  <a:pt x="245691" y="25061"/>
                </a:lnTo>
                <a:lnTo>
                  <a:pt x="302973" y="14424"/>
                </a:lnTo>
                <a:lnTo>
                  <a:pt x="364190" y="6556"/>
                </a:lnTo>
                <a:lnTo>
                  <a:pt x="428749" y="1675"/>
                </a:lnTo>
                <a:lnTo>
                  <a:pt x="496061" y="0"/>
                </a:lnTo>
                <a:lnTo>
                  <a:pt x="563368" y="1675"/>
                </a:lnTo>
                <a:lnTo>
                  <a:pt x="627925" y="6556"/>
                </a:lnTo>
                <a:lnTo>
                  <a:pt x="689139" y="14424"/>
                </a:lnTo>
                <a:lnTo>
                  <a:pt x="746421" y="25061"/>
                </a:lnTo>
                <a:lnTo>
                  <a:pt x="799178" y="38248"/>
                </a:lnTo>
                <a:lnTo>
                  <a:pt x="846820" y="53768"/>
                </a:lnTo>
                <a:lnTo>
                  <a:pt x="888754" y="71402"/>
                </a:lnTo>
                <a:lnTo>
                  <a:pt x="924390" y="90932"/>
                </a:lnTo>
                <a:lnTo>
                  <a:pt x="974402" y="134805"/>
                </a:lnTo>
                <a:lnTo>
                  <a:pt x="992123" y="183641"/>
                </a:lnTo>
                <a:lnTo>
                  <a:pt x="987594" y="208571"/>
                </a:lnTo>
                <a:lnTo>
                  <a:pt x="953136" y="255144"/>
                </a:lnTo>
                <a:lnTo>
                  <a:pt x="888754" y="295881"/>
                </a:lnTo>
                <a:lnTo>
                  <a:pt x="846820" y="313515"/>
                </a:lnTo>
                <a:lnTo>
                  <a:pt x="799178" y="329035"/>
                </a:lnTo>
                <a:lnTo>
                  <a:pt x="746421" y="342222"/>
                </a:lnTo>
                <a:lnTo>
                  <a:pt x="689139" y="352859"/>
                </a:lnTo>
                <a:lnTo>
                  <a:pt x="627925" y="360727"/>
                </a:lnTo>
                <a:lnTo>
                  <a:pt x="563368" y="365608"/>
                </a:lnTo>
                <a:lnTo>
                  <a:pt x="496061" y="367283"/>
                </a:lnTo>
                <a:lnTo>
                  <a:pt x="428749" y="365608"/>
                </a:lnTo>
                <a:lnTo>
                  <a:pt x="364190" y="360727"/>
                </a:lnTo>
                <a:lnTo>
                  <a:pt x="302973" y="352859"/>
                </a:lnTo>
                <a:lnTo>
                  <a:pt x="245691" y="342222"/>
                </a:lnTo>
                <a:lnTo>
                  <a:pt x="192934" y="329035"/>
                </a:lnTo>
                <a:lnTo>
                  <a:pt x="145294" y="313515"/>
                </a:lnTo>
                <a:lnTo>
                  <a:pt x="103361" y="295881"/>
                </a:lnTo>
                <a:lnTo>
                  <a:pt x="67727" y="276351"/>
                </a:lnTo>
                <a:lnTo>
                  <a:pt x="17720" y="232478"/>
                </a:lnTo>
                <a:lnTo>
                  <a:pt x="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72134" y="1122426"/>
            <a:ext cx="837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MaNCC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289303" y="1461516"/>
            <a:ext cx="1905" cy="294005"/>
          </a:xfrm>
          <a:custGeom>
            <a:avLst/>
            <a:gdLst/>
            <a:ahLst/>
            <a:cxnLst/>
            <a:rect l="l" t="t" r="r" b="b"/>
            <a:pathLst>
              <a:path w="1905" h="294005">
                <a:moveTo>
                  <a:pt x="0" y="0"/>
                </a:moveTo>
                <a:lnTo>
                  <a:pt x="1651" y="293624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039356" y="1080516"/>
            <a:ext cx="814069" cy="368935"/>
          </a:xfrm>
          <a:custGeom>
            <a:avLst/>
            <a:gdLst/>
            <a:ahLst/>
            <a:cxnLst/>
            <a:rect l="l" t="t" r="r" b="b"/>
            <a:pathLst>
              <a:path w="814070" h="368934">
                <a:moveTo>
                  <a:pt x="0" y="184404"/>
                </a:moveTo>
                <a:lnTo>
                  <a:pt x="20738" y="126114"/>
                </a:lnTo>
                <a:lnTo>
                  <a:pt x="78492" y="75492"/>
                </a:lnTo>
                <a:lnTo>
                  <a:pt x="119157" y="54006"/>
                </a:lnTo>
                <a:lnTo>
                  <a:pt x="166567" y="35576"/>
                </a:lnTo>
                <a:lnTo>
                  <a:pt x="219883" y="20580"/>
                </a:lnTo>
                <a:lnTo>
                  <a:pt x="278270" y="9400"/>
                </a:lnTo>
                <a:lnTo>
                  <a:pt x="340890" y="2413"/>
                </a:lnTo>
                <a:lnTo>
                  <a:pt x="406908" y="0"/>
                </a:lnTo>
                <a:lnTo>
                  <a:pt x="472925" y="2413"/>
                </a:lnTo>
                <a:lnTo>
                  <a:pt x="535545" y="9400"/>
                </a:lnTo>
                <a:lnTo>
                  <a:pt x="593932" y="20580"/>
                </a:lnTo>
                <a:lnTo>
                  <a:pt x="647248" y="35576"/>
                </a:lnTo>
                <a:lnTo>
                  <a:pt x="694658" y="54006"/>
                </a:lnTo>
                <a:lnTo>
                  <a:pt x="735323" y="75492"/>
                </a:lnTo>
                <a:lnTo>
                  <a:pt x="768409" y="99655"/>
                </a:lnTo>
                <a:lnTo>
                  <a:pt x="808491" y="154490"/>
                </a:lnTo>
                <a:lnTo>
                  <a:pt x="813816" y="184404"/>
                </a:lnTo>
                <a:lnTo>
                  <a:pt x="808491" y="214317"/>
                </a:lnTo>
                <a:lnTo>
                  <a:pt x="768409" y="269152"/>
                </a:lnTo>
                <a:lnTo>
                  <a:pt x="735323" y="293315"/>
                </a:lnTo>
                <a:lnTo>
                  <a:pt x="694658" y="314801"/>
                </a:lnTo>
                <a:lnTo>
                  <a:pt x="647248" y="333231"/>
                </a:lnTo>
                <a:lnTo>
                  <a:pt x="593932" y="348227"/>
                </a:lnTo>
                <a:lnTo>
                  <a:pt x="535545" y="359407"/>
                </a:lnTo>
                <a:lnTo>
                  <a:pt x="472925" y="366394"/>
                </a:lnTo>
                <a:lnTo>
                  <a:pt x="406908" y="368808"/>
                </a:lnTo>
                <a:lnTo>
                  <a:pt x="340890" y="366394"/>
                </a:lnTo>
                <a:lnTo>
                  <a:pt x="278270" y="359407"/>
                </a:lnTo>
                <a:lnTo>
                  <a:pt x="219883" y="348227"/>
                </a:lnTo>
                <a:lnTo>
                  <a:pt x="166567" y="333231"/>
                </a:lnTo>
                <a:lnTo>
                  <a:pt x="119157" y="314801"/>
                </a:lnTo>
                <a:lnTo>
                  <a:pt x="78492" y="293315"/>
                </a:lnTo>
                <a:lnTo>
                  <a:pt x="45406" y="269152"/>
                </a:lnTo>
                <a:lnTo>
                  <a:pt x="5324" y="214317"/>
                </a:lnTo>
                <a:lnTo>
                  <a:pt x="0" y="184404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118095" y="1109598"/>
            <a:ext cx="659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MaDA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46264" y="1449324"/>
            <a:ext cx="3175" cy="301625"/>
          </a:xfrm>
          <a:custGeom>
            <a:avLst/>
            <a:gdLst/>
            <a:ahLst/>
            <a:cxnLst/>
            <a:rect l="l" t="t" r="r" b="b"/>
            <a:pathLst>
              <a:path w="3175" h="301625">
                <a:moveTo>
                  <a:pt x="0" y="0"/>
                </a:moveTo>
                <a:lnTo>
                  <a:pt x="3175" y="301625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564123" y="3703320"/>
            <a:ext cx="792480" cy="368935"/>
          </a:xfrm>
          <a:custGeom>
            <a:avLst/>
            <a:gdLst/>
            <a:ahLst/>
            <a:cxnLst/>
            <a:rect l="l" t="t" r="r" b="b"/>
            <a:pathLst>
              <a:path w="792479" h="368935">
                <a:moveTo>
                  <a:pt x="0" y="184403"/>
                </a:moveTo>
                <a:lnTo>
                  <a:pt x="20202" y="126114"/>
                </a:lnTo>
                <a:lnTo>
                  <a:pt x="76456" y="75492"/>
                </a:lnTo>
                <a:lnTo>
                  <a:pt x="116062" y="54006"/>
                </a:lnTo>
                <a:lnTo>
                  <a:pt x="162232" y="35576"/>
                </a:lnTo>
                <a:lnTo>
                  <a:pt x="214152" y="20580"/>
                </a:lnTo>
                <a:lnTo>
                  <a:pt x="271003" y="9400"/>
                </a:lnTo>
                <a:lnTo>
                  <a:pt x="331971" y="2413"/>
                </a:lnTo>
                <a:lnTo>
                  <a:pt x="396239" y="0"/>
                </a:lnTo>
                <a:lnTo>
                  <a:pt x="460508" y="2413"/>
                </a:lnTo>
                <a:lnTo>
                  <a:pt x="521476" y="9400"/>
                </a:lnTo>
                <a:lnTo>
                  <a:pt x="578327" y="20580"/>
                </a:lnTo>
                <a:lnTo>
                  <a:pt x="630247" y="35576"/>
                </a:lnTo>
                <a:lnTo>
                  <a:pt x="676417" y="54006"/>
                </a:lnTo>
                <a:lnTo>
                  <a:pt x="716023" y="75492"/>
                </a:lnTo>
                <a:lnTo>
                  <a:pt x="748249" y="99655"/>
                </a:lnTo>
                <a:lnTo>
                  <a:pt x="787293" y="154490"/>
                </a:lnTo>
                <a:lnTo>
                  <a:pt x="792479" y="184403"/>
                </a:lnTo>
                <a:lnTo>
                  <a:pt x="787293" y="214317"/>
                </a:lnTo>
                <a:lnTo>
                  <a:pt x="748249" y="269152"/>
                </a:lnTo>
                <a:lnTo>
                  <a:pt x="716023" y="293315"/>
                </a:lnTo>
                <a:lnTo>
                  <a:pt x="676417" y="314801"/>
                </a:lnTo>
                <a:lnTo>
                  <a:pt x="630247" y="333231"/>
                </a:lnTo>
                <a:lnTo>
                  <a:pt x="578327" y="348227"/>
                </a:lnTo>
                <a:lnTo>
                  <a:pt x="521476" y="359407"/>
                </a:lnTo>
                <a:lnTo>
                  <a:pt x="460508" y="366394"/>
                </a:lnTo>
                <a:lnTo>
                  <a:pt x="396239" y="368807"/>
                </a:lnTo>
                <a:lnTo>
                  <a:pt x="331971" y="366394"/>
                </a:lnTo>
                <a:lnTo>
                  <a:pt x="271003" y="359407"/>
                </a:lnTo>
                <a:lnTo>
                  <a:pt x="214152" y="348227"/>
                </a:lnTo>
                <a:lnTo>
                  <a:pt x="162232" y="333231"/>
                </a:lnTo>
                <a:lnTo>
                  <a:pt x="116062" y="314801"/>
                </a:lnTo>
                <a:lnTo>
                  <a:pt x="76456" y="293315"/>
                </a:lnTo>
                <a:lnTo>
                  <a:pt x="44230" y="269152"/>
                </a:lnTo>
                <a:lnTo>
                  <a:pt x="5186" y="214317"/>
                </a:lnTo>
                <a:lnTo>
                  <a:pt x="0" y="184403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642864" y="3732352"/>
            <a:ext cx="635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MaVT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065776" y="3884676"/>
            <a:ext cx="498475" cy="3175"/>
          </a:xfrm>
          <a:custGeom>
            <a:avLst/>
            <a:gdLst/>
            <a:ahLst/>
            <a:cxnLst/>
            <a:rect l="l" t="t" r="r" b="b"/>
            <a:pathLst>
              <a:path w="498475" h="3175">
                <a:moveTo>
                  <a:pt x="498475" y="3175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378458" y="3338321"/>
            <a:ext cx="1129665" cy="39624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800" b="1" spc="-25" dirty="0"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8824" y="3365449"/>
            <a:ext cx="9829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MaNCC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73011" y="3629152"/>
            <a:ext cx="810895" cy="12700"/>
          </a:xfrm>
          <a:custGeom>
            <a:avLst/>
            <a:gdLst/>
            <a:ahLst/>
            <a:cxnLst/>
            <a:rect l="l" t="t" r="r" b="b"/>
            <a:pathLst>
              <a:path w="810894" h="12700">
                <a:moveTo>
                  <a:pt x="810704" y="0"/>
                </a:moveTo>
                <a:lnTo>
                  <a:pt x="0" y="0"/>
                </a:lnTo>
                <a:lnTo>
                  <a:pt x="0" y="12192"/>
                </a:lnTo>
                <a:lnTo>
                  <a:pt x="810704" y="12192"/>
                </a:lnTo>
                <a:lnTo>
                  <a:pt x="810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58520" y="3000502"/>
            <a:ext cx="1649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81000" y="3337559"/>
            <a:ext cx="2125980" cy="398145"/>
          </a:xfrm>
          <a:custGeom>
            <a:avLst/>
            <a:gdLst/>
            <a:ahLst/>
            <a:cxnLst/>
            <a:rect l="l" t="t" r="r" b="b"/>
            <a:pathLst>
              <a:path w="2125980" h="398145">
                <a:moveTo>
                  <a:pt x="0" y="0"/>
                </a:moveTo>
                <a:lnTo>
                  <a:pt x="2125980" y="1524"/>
                </a:lnTo>
              </a:path>
              <a:path w="2125980" h="398145">
                <a:moveTo>
                  <a:pt x="0" y="396239"/>
                </a:moveTo>
                <a:lnTo>
                  <a:pt x="2125980" y="397763"/>
                </a:lnTo>
              </a:path>
              <a:path w="2125980" h="398145">
                <a:moveTo>
                  <a:pt x="0" y="0"/>
                </a:moveTo>
                <a:lnTo>
                  <a:pt x="1524" y="396239"/>
                </a:lnTo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909565" y="5700521"/>
            <a:ext cx="1129030" cy="396240"/>
          </a:xfrm>
          <a:prstGeom prst="rect">
            <a:avLst/>
          </a:prstGeom>
          <a:ln w="15648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800" b="1" spc="-25" dirty="0"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15561" y="5700521"/>
            <a:ext cx="794385" cy="39624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2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MaVT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192651" y="5363362"/>
            <a:ext cx="746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Arial"/>
                <a:cs typeface="Arial"/>
              </a:rPr>
              <a:t>VATTU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849361" y="4405121"/>
            <a:ext cx="1143000" cy="39624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800" b="1" spc="-25" dirty="0"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030973" y="4405121"/>
            <a:ext cx="818515" cy="39624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MaDA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107681" y="4067682"/>
            <a:ext cx="673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240116" y="2362961"/>
            <a:ext cx="114935" cy="533400"/>
          </a:xfrm>
          <a:custGeom>
            <a:avLst/>
            <a:gdLst/>
            <a:ahLst/>
            <a:cxnLst/>
            <a:rect l="l" t="t" r="r" b="b"/>
            <a:pathLst>
              <a:path w="114934" h="533400">
                <a:moveTo>
                  <a:pt x="75095" y="0"/>
                </a:moveTo>
                <a:lnTo>
                  <a:pt x="36995" y="0"/>
                </a:lnTo>
                <a:lnTo>
                  <a:pt x="37376" y="152653"/>
                </a:lnTo>
                <a:lnTo>
                  <a:pt x="75603" y="152653"/>
                </a:lnTo>
                <a:lnTo>
                  <a:pt x="75095" y="0"/>
                </a:lnTo>
                <a:close/>
              </a:path>
              <a:path w="114934" h="533400">
                <a:moveTo>
                  <a:pt x="76362" y="418845"/>
                </a:moveTo>
                <a:lnTo>
                  <a:pt x="0" y="419100"/>
                </a:lnTo>
                <a:lnTo>
                  <a:pt x="57569" y="533400"/>
                </a:lnTo>
                <a:lnTo>
                  <a:pt x="113898" y="419862"/>
                </a:lnTo>
                <a:lnTo>
                  <a:pt x="38138" y="419862"/>
                </a:lnTo>
                <a:lnTo>
                  <a:pt x="38136" y="419100"/>
                </a:lnTo>
                <a:lnTo>
                  <a:pt x="76362" y="419100"/>
                </a:lnTo>
                <a:lnTo>
                  <a:pt x="76362" y="418845"/>
                </a:lnTo>
                <a:close/>
              </a:path>
              <a:path w="114934" h="533400">
                <a:moveTo>
                  <a:pt x="75857" y="267080"/>
                </a:moveTo>
                <a:lnTo>
                  <a:pt x="37757" y="267208"/>
                </a:lnTo>
                <a:lnTo>
                  <a:pt x="38135" y="418845"/>
                </a:lnTo>
                <a:lnTo>
                  <a:pt x="38138" y="419862"/>
                </a:lnTo>
                <a:lnTo>
                  <a:pt x="76365" y="419862"/>
                </a:lnTo>
                <a:lnTo>
                  <a:pt x="76362" y="419100"/>
                </a:lnTo>
                <a:lnTo>
                  <a:pt x="0" y="419100"/>
                </a:lnTo>
                <a:lnTo>
                  <a:pt x="76362" y="418845"/>
                </a:lnTo>
                <a:lnTo>
                  <a:pt x="75857" y="267208"/>
                </a:lnTo>
                <a:lnTo>
                  <a:pt x="75857" y="267080"/>
                </a:lnTo>
                <a:close/>
              </a:path>
              <a:path w="114934" h="533400">
                <a:moveTo>
                  <a:pt x="114402" y="418845"/>
                </a:moveTo>
                <a:lnTo>
                  <a:pt x="76362" y="418845"/>
                </a:lnTo>
                <a:lnTo>
                  <a:pt x="76365" y="419862"/>
                </a:lnTo>
                <a:lnTo>
                  <a:pt x="113898" y="419862"/>
                </a:lnTo>
                <a:lnTo>
                  <a:pt x="114276" y="419100"/>
                </a:lnTo>
                <a:lnTo>
                  <a:pt x="114402" y="4188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516882" y="4267961"/>
            <a:ext cx="114935" cy="990600"/>
          </a:xfrm>
          <a:custGeom>
            <a:avLst/>
            <a:gdLst/>
            <a:ahLst/>
            <a:cxnLst/>
            <a:rect l="l" t="t" r="r" b="b"/>
            <a:pathLst>
              <a:path w="114935" h="990600">
                <a:moveTo>
                  <a:pt x="74929" y="0"/>
                </a:moveTo>
                <a:lnTo>
                  <a:pt x="36829" y="0"/>
                </a:lnTo>
                <a:lnTo>
                  <a:pt x="37083" y="152654"/>
                </a:lnTo>
                <a:lnTo>
                  <a:pt x="75183" y="152654"/>
                </a:lnTo>
                <a:lnTo>
                  <a:pt x="74929" y="0"/>
                </a:lnTo>
                <a:close/>
              </a:path>
              <a:path w="114935" h="990600">
                <a:moveTo>
                  <a:pt x="75311" y="267207"/>
                </a:moveTo>
                <a:lnTo>
                  <a:pt x="37210" y="267207"/>
                </a:lnTo>
                <a:lnTo>
                  <a:pt x="37464" y="419735"/>
                </a:lnTo>
                <a:lnTo>
                  <a:pt x="75564" y="419735"/>
                </a:lnTo>
                <a:lnTo>
                  <a:pt x="75311" y="267207"/>
                </a:lnTo>
                <a:close/>
              </a:path>
              <a:path w="114935" h="990600">
                <a:moveTo>
                  <a:pt x="75819" y="534288"/>
                </a:moveTo>
                <a:lnTo>
                  <a:pt x="37591" y="534288"/>
                </a:lnTo>
                <a:lnTo>
                  <a:pt x="37845" y="686815"/>
                </a:lnTo>
                <a:lnTo>
                  <a:pt x="37845" y="686943"/>
                </a:lnTo>
                <a:lnTo>
                  <a:pt x="76072" y="686815"/>
                </a:lnTo>
                <a:lnTo>
                  <a:pt x="75819" y="534288"/>
                </a:lnTo>
                <a:close/>
              </a:path>
              <a:path w="114935" h="990600">
                <a:moveTo>
                  <a:pt x="38175" y="876173"/>
                </a:moveTo>
                <a:lnTo>
                  <a:pt x="0" y="876173"/>
                </a:lnTo>
                <a:lnTo>
                  <a:pt x="57403" y="990600"/>
                </a:lnTo>
                <a:lnTo>
                  <a:pt x="104881" y="895223"/>
                </a:lnTo>
                <a:lnTo>
                  <a:pt x="38226" y="895223"/>
                </a:lnTo>
                <a:lnTo>
                  <a:pt x="38175" y="876173"/>
                </a:lnTo>
                <a:close/>
              </a:path>
              <a:path w="114935" h="990600">
                <a:moveTo>
                  <a:pt x="76200" y="801369"/>
                </a:moveTo>
                <a:lnTo>
                  <a:pt x="37972" y="801369"/>
                </a:lnTo>
                <a:lnTo>
                  <a:pt x="38175" y="876173"/>
                </a:lnTo>
                <a:lnTo>
                  <a:pt x="38226" y="895223"/>
                </a:lnTo>
                <a:lnTo>
                  <a:pt x="76326" y="895223"/>
                </a:lnTo>
                <a:lnTo>
                  <a:pt x="76200" y="801369"/>
                </a:lnTo>
                <a:close/>
              </a:path>
              <a:path w="114935" h="990600">
                <a:moveTo>
                  <a:pt x="114363" y="876173"/>
                </a:moveTo>
                <a:lnTo>
                  <a:pt x="76301" y="876173"/>
                </a:lnTo>
                <a:lnTo>
                  <a:pt x="76326" y="895223"/>
                </a:lnTo>
                <a:lnTo>
                  <a:pt x="104881" y="895223"/>
                </a:lnTo>
                <a:lnTo>
                  <a:pt x="114363" y="8761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412481" y="2362961"/>
            <a:ext cx="114935" cy="1600200"/>
          </a:xfrm>
          <a:custGeom>
            <a:avLst/>
            <a:gdLst/>
            <a:ahLst/>
            <a:cxnLst/>
            <a:rect l="l" t="t" r="r" b="b"/>
            <a:pathLst>
              <a:path w="114934" h="1600200">
                <a:moveTo>
                  <a:pt x="74929" y="0"/>
                </a:moveTo>
                <a:lnTo>
                  <a:pt x="36829" y="0"/>
                </a:lnTo>
                <a:lnTo>
                  <a:pt x="36957" y="152653"/>
                </a:lnTo>
                <a:lnTo>
                  <a:pt x="75057" y="152653"/>
                </a:lnTo>
                <a:lnTo>
                  <a:pt x="74929" y="0"/>
                </a:lnTo>
                <a:close/>
              </a:path>
              <a:path w="114934" h="1600200">
                <a:moveTo>
                  <a:pt x="75184" y="267080"/>
                </a:moveTo>
                <a:lnTo>
                  <a:pt x="37084" y="267080"/>
                </a:lnTo>
                <a:lnTo>
                  <a:pt x="37211" y="419735"/>
                </a:lnTo>
                <a:lnTo>
                  <a:pt x="75311" y="419735"/>
                </a:lnTo>
                <a:lnTo>
                  <a:pt x="75184" y="267080"/>
                </a:lnTo>
                <a:close/>
              </a:path>
              <a:path w="114934" h="1600200">
                <a:moveTo>
                  <a:pt x="75438" y="534288"/>
                </a:moveTo>
                <a:lnTo>
                  <a:pt x="37338" y="534288"/>
                </a:lnTo>
                <a:lnTo>
                  <a:pt x="37465" y="686942"/>
                </a:lnTo>
                <a:lnTo>
                  <a:pt x="75565" y="686942"/>
                </a:lnTo>
                <a:lnTo>
                  <a:pt x="75438" y="534288"/>
                </a:lnTo>
                <a:close/>
              </a:path>
              <a:path w="114934" h="1600200">
                <a:moveTo>
                  <a:pt x="75692" y="801370"/>
                </a:moveTo>
                <a:lnTo>
                  <a:pt x="37592" y="801370"/>
                </a:lnTo>
                <a:lnTo>
                  <a:pt x="37719" y="954024"/>
                </a:lnTo>
                <a:lnTo>
                  <a:pt x="75819" y="954024"/>
                </a:lnTo>
                <a:lnTo>
                  <a:pt x="75692" y="801370"/>
                </a:lnTo>
                <a:close/>
              </a:path>
              <a:path w="114934" h="1600200">
                <a:moveTo>
                  <a:pt x="75946" y="1068451"/>
                </a:moveTo>
                <a:lnTo>
                  <a:pt x="37846" y="1068451"/>
                </a:lnTo>
                <a:lnTo>
                  <a:pt x="37973" y="1221104"/>
                </a:lnTo>
                <a:lnTo>
                  <a:pt x="76073" y="1221104"/>
                </a:lnTo>
                <a:lnTo>
                  <a:pt x="75946" y="1068451"/>
                </a:lnTo>
                <a:close/>
              </a:path>
              <a:path w="114934" h="1600200">
                <a:moveTo>
                  <a:pt x="38224" y="1485773"/>
                </a:moveTo>
                <a:lnTo>
                  <a:pt x="0" y="1485773"/>
                </a:lnTo>
                <a:lnTo>
                  <a:pt x="57403" y="1600200"/>
                </a:lnTo>
                <a:lnTo>
                  <a:pt x="113223" y="1488313"/>
                </a:lnTo>
                <a:lnTo>
                  <a:pt x="38226" y="1488313"/>
                </a:lnTo>
                <a:lnTo>
                  <a:pt x="38224" y="1485773"/>
                </a:lnTo>
                <a:close/>
              </a:path>
              <a:path w="114934" h="1600200">
                <a:moveTo>
                  <a:pt x="76200" y="1335658"/>
                </a:moveTo>
                <a:lnTo>
                  <a:pt x="38100" y="1335658"/>
                </a:lnTo>
                <a:lnTo>
                  <a:pt x="38226" y="1488313"/>
                </a:lnTo>
                <a:lnTo>
                  <a:pt x="76327" y="1488313"/>
                </a:lnTo>
                <a:lnTo>
                  <a:pt x="76200" y="1335658"/>
                </a:lnTo>
                <a:close/>
              </a:path>
              <a:path w="114934" h="1600200">
                <a:moveTo>
                  <a:pt x="114490" y="1485773"/>
                </a:moveTo>
                <a:lnTo>
                  <a:pt x="76324" y="1485773"/>
                </a:lnTo>
                <a:lnTo>
                  <a:pt x="76327" y="1488313"/>
                </a:lnTo>
                <a:lnTo>
                  <a:pt x="113223" y="1488313"/>
                </a:lnTo>
                <a:lnTo>
                  <a:pt x="114490" y="14857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374699" y="4870499"/>
          <a:ext cx="370204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MaNCC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MaVT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Soluong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object 52"/>
          <p:cNvSpPr txBox="1"/>
          <p:nvPr/>
        </p:nvSpPr>
        <p:spPr>
          <a:xfrm>
            <a:off x="458520" y="4524578"/>
            <a:ext cx="1167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218107" y="2351532"/>
            <a:ext cx="2912745" cy="2096770"/>
          </a:xfrm>
          <a:custGeom>
            <a:avLst/>
            <a:gdLst/>
            <a:ahLst/>
            <a:cxnLst/>
            <a:rect l="l" t="t" r="r" b="b"/>
            <a:pathLst>
              <a:path w="2912745" h="2096770">
                <a:moveTo>
                  <a:pt x="2882214" y="0"/>
                </a:moveTo>
                <a:lnTo>
                  <a:pt x="2852750" y="40131"/>
                </a:lnTo>
                <a:lnTo>
                  <a:pt x="2830906" y="71754"/>
                </a:lnTo>
                <a:lnTo>
                  <a:pt x="2819349" y="89026"/>
                </a:lnTo>
                <a:lnTo>
                  <a:pt x="2807284" y="106933"/>
                </a:lnTo>
                <a:lnTo>
                  <a:pt x="2794965" y="125729"/>
                </a:lnTo>
                <a:lnTo>
                  <a:pt x="2794457" y="126364"/>
                </a:lnTo>
                <a:lnTo>
                  <a:pt x="2826461" y="147319"/>
                </a:lnTo>
                <a:lnTo>
                  <a:pt x="2850972" y="110235"/>
                </a:lnTo>
                <a:lnTo>
                  <a:pt x="2883865" y="62356"/>
                </a:lnTo>
                <a:lnTo>
                  <a:pt x="2912694" y="22859"/>
                </a:lnTo>
                <a:lnTo>
                  <a:pt x="2882214" y="0"/>
                </a:lnTo>
                <a:close/>
              </a:path>
              <a:path w="2912745" h="2096770">
                <a:moveTo>
                  <a:pt x="2732227" y="222630"/>
                </a:moveTo>
                <a:lnTo>
                  <a:pt x="2650312" y="351535"/>
                </a:lnTo>
                <a:lnTo>
                  <a:pt x="2682570" y="371982"/>
                </a:lnTo>
                <a:lnTo>
                  <a:pt x="2714320" y="321817"/>
                </a:lnTo>
                <a:lnTo>
                  <a:pt x="2764358" y="243204"/>
                </a:lnTo>
                <a:lnTo>
                  <a:pt x="2732227" y="222630"/>
                </a:lnTo>
                <a:close/>
              </a:path>
              <a:path w="2912745" h="2096770">
                <a:moveTo>
                  <a:pt x="2588844" y="448055"/>
                </a:moveTo>
                <a:lnTo>
                  <a:pt x="2583637" y="456310"/>
                </a:lnTo>
                <a:lnTo>
                  <a:pt x="2548458" y="511047"/>
                </a:lnTo>
                <a:lnTo>
                  <a:pt x="2512390" y="566673"/>
                </a:lnTo>
                <a:lnTo>
                  <a:pt x="2506167" y="576198"/>
                </a:lnTo>
                <a:lnTo>
                  <a:pt x="2538171" y="597026"/>
                </a:lnTo>
                <a:lnTo>
                  <a:pt x="2544394" y="587501"/>
                </a:lnTo>
                <a:lnTo>
                  <a:pt x="2580589" y="531621"/>
                </a:lnTo>
                <a:lnTo>
                  <a:pt x="2620975" y="468629"/>
                </a:lnTo>
                <a:lnTo>
                  <a:pt x="2588844" y="448055"/>
                </a:lnTo>
                <a:close/>
              </a:path>
              <a:path w="2912745" h="2096770">
                <a:moveTo>
                  <a:pt x="2443302" y="671702"/>
                </a:moveTo>
                <a:lnTo>
                  <a:pt x="2437460" y="680719"/>
                </a:lnTo>
                <a:lnTo>
                  <a:pt x="2398725" y="738251"/>
                </a:lnTo>
                <a:lnTo>
                  <a:pt x="2359228" y="796163"/>
                </a:lnTo>
                <a:lnTo>
                  <a:pt x="2358085" y="797813"/>
                </a:lnTo>
                <a:lnTo>
                  <a:pt x="2389454" y="819530"/>
                </a:lnTo>
                <a:lnTo>
                  <a:pt x="2390724" y="817626"/>
                </a:lnTo>
                <a:lnTo>
                  <a:pt x="2430348" y="759587"/>
                </a:lnTo>
                <a:lnTo>
                  <a:pt x="2469210" y="701801"/>
                </a:lnTo>
                <a:lnTo>
                  <a:pt x="2475179" y="692784"/>
                </a:lnTo>
                <a:lnTo>
                  <a:pt x="2443302" y="671702"/>
                </a:lnTo>
                <a:close/>
              </a:path>
              <a:path w="2912745" h="2096770">
                <a:moveTo>
                  <a:pt x="2292426" y="891413"/>
                </a:moveTo>
                <a:lnTo>
                  <a:pt x="2278710" y="910843"/>
                </a:lnTo>
                <a:lnTo>
                  <a:pt x="2237562" y="967231"/>
                </a:lnTo>
                <a:lnTo>
                  <a:pt x="2202637" y="1014221"/>
                </a:lnTo>
                <a:lnTo>
                  <a:pt x="2233244" y="1036954"/>
                </a:lnTo>
                <a:lnTo>
                  <a:pt x="2268423" y="989710"/>
                </a:lnTo>
                <a:lnTo>
                  <a:pt x="2309825" y="932814"/>
                </a:lnTo>
                <a:lnTo>
                  <a:pt x="2323541" y="913383"/>
                </a:lnTo>
                <a:lnTo>
                  <a:pt x="2292426" y="891413"/>
                </a:lnTo>
                <a:close/>
              </a:path>
              <a:path w="2912745" h="2096770">
                <a:moveTo>
                  <a:pt x="2132914" y="1104264"/>
                </a:moveTo>
                <a:lnTo>
                  <a:pt x="2112340" y="1130172"/>
                </a:lnTo>
                <a:lnTo>
                  <a:pt x="2070176" y="1181353"/>
                </a:lnTo>
                <a:lnTo>
                  <a:pt x="2036013" y="1221231"/>
                </a:lnTo>
                <a:lnTo>
                  <a:pt x="2064969" y="1246123"/>
                </a:lnTo>
                <a:lnTo>
                  <a:pt x="2099640" y="1205610"/>
                </a:lnTo>
                <a:lnTo>
                  <a:pt x="2142185" y="1153921"/>
                </a:lnTo>
                <a:lnTo>
                  <a:pt x="2162759" y="1128014"/>
                </a:lnTo>
                <a:lnTo>
                  <a:pt x="2132914" y="1104264"/>
                </a:lnTo>
                <a:close/>
              </a:path>
              <a:path w="2912745" h="2096770">
                <a:moveTo>
                  <a:pt x="1959813" y="1305305"/>
                </a:moveTo>
                <a:lnTo>
                  <a:pt x="1922475" y="1343659"/>
                </a:lnTo>
                <a:lnTo>
                  <a:pt x="1880692" y="1384045"/>
                </a:lnTo>
                <a:lnTo>
                  <a:pt x="1851482" y="1410461"/>
                </a:lnTo>
                <a:lnTo>
                  <a:pt x="1876755" y="1439036"/>
                </a:lnTo>
                <a:lnTo>
                  <a:pt x="1906981" y="1411731"/>
                </a:lnTo>
                <a:lnTo>
                  <a:pt x="1949653" y="1370456"/>
                </a:lnTo>
                <a:lnTo>
                  <a:pt x="1987372" y="1331721"/>
                </a:lnTo>
                <a:lnTo>
                  <a:pt x="1959813" y="1305305"/>
                </a:lnTo>
                <a:close/>
              </a:path>
              <a:path w="2912745" h="2096770">
                <a:moveTo>
                  <a:pt x="1763725" y="1480946"/>
                </a:moveTo>
                <a:lnTo>
                  <a:pt x="1717243" y="1512442"/>
                </a:lnTo>
                <a:lnTo>
                  <a:pt x="1675587" y="1536318"/>
                </a:lnTo>
                <a:lnTo>
                  <a:pt x="1635328" y="1556511"/>
                </a:lnTo>
                <a:lnTo>
                  <a:pt x="1651838" y="1590928"/>
                </a:lnTo>
                <a:lnTo>
                  <a:pt x="1694256" y="1569592"/>
                </a:lnTo>
                <a:lnTo>
                  <a:pt x="1737944" y="1544319"/>
                </a:lnTo>
                <a:lnTo>
                  <a:pt x="1779727" y="1516506"/>
                </a:lnTo>
                <a:lnTo>
                  <a:pt x="1786077" y="1511934"/>
                </a:lnTo>
                <a:lnTo>
                  <a:pt x="1763725" y="1480946"/>
                </a:lnTo>
                <a:close/>
              </a:path>
              <a:path w="2912745" h="2096770">
                <a:moveTo>
                  <a:pt x="1531061" y="1598294"/>
                </a:moveTo>
                <a:lnTo>
                  <a:pt x="1517599" y="1602993"/>
                </a:lnTo>
                <a:lnTo>
                  <a:pt x="1469593" y="1617598"/>
                </a:lnTo>
                <a:lnTo>
                  <a:pt x="1420571" y="1630425"/>
                </a:lnTo>
                <a:lnTo>
                  <a:pt x="1386154" y="1638045"/>
                </a:lnTo>
                <a:lnTo>
                  <a:pt x="1394409" y="1675256"/>
                </a:lnTo>
                <a:lnTo>
                  <a:pt x="1430350" y="1667382"/>
                </a:lnTo>
                <a:lnTo>
                  <a:pt x="1480769" y="1654047"/>
                </a:lnTo>
                <a:lnTo>
                  <a:pt x="1530299" y="1638934"/>
                </a:lnTo>
                <a:lnTo>
                  <a:pt x="1543634" y="1634235"/>
                </a:lnTo>
                <a:lnTo>
                  <a:pt x="1531061" y="1598294"/>
                </a:lnTo>
                <a:close/>
              </a:path>
              <a:path w="2912745" h="2096770">
                <a:moveTo>
                  <a:pt x="1274648" y="1658492"/>
                </a:moveTo>
                <a:lnTo>
                  <a:pt x="1268806" y="1659381"/>
                </a:lnTo>
                <a:lnTo>
                  <a:pt x="1217117" y="1666239"/>
                </a:lnTo>
                <a:lnTo>
                  <a:pt x="1165174" y="1671954"/>
                </a:lnTo>
                <a:lnTo>
                  <a:pt x="1124407" y="1675637"/>
                </a:lnTo>
                <a:lnTo>
                  <a:pt x="1127709" y="1713610"/>
                </a:lnTo>
                <a:lnTo>
                  <a:pt x="1169365" y="1709927"/>
                </a:lnTo>
                <a:lnTo>
                  <a:pt x="1222197" y="1704085"/>
                </a:lnTo>
                <a:lnTo>
                  <a:pt x="1274775" y="1697100"/>
                </a:lnTo>
                <a:lnTo>
                  <a:pt x="1280744" y="1696084"/>
                </a:lnTo>
                <a:lnTo>
                  <a:pt x="1274648" y="1658492"/>
                </a:lnTo>
                <a:close/>
              </a:path>
              <a:path w="2912745" h="2096770">
                <a:moveTo>
                  <a:pt x="1010742" y="1683257"/>
                </a:moveTo>
                <a:lnTo>
                  <a:pt x="1008583" y="1683384"/>
                </a:lnTo>
                <a:lnTo>
                  <a:pt x="956767" y="1685670"/>
                </a:lnTo>
                <a:lnTo>
                  <a:pt x="858850" y="1688464"/>
                </a:lnTo>
                <a:lnTo>
                  <a:pt x="859617" y="1721357"/>
                </a:lnTo>
                <a:lnTo>
                  <a:pt x="859739" y="1726564"/>
                </a:lnTo>
                <a:lnTo>
                  <a:pt x="958418" y="1723770"/>
                </a:lnTo>
                <a:lnTo>
                  <a:pt x="1010742" y="1721484"/>
                </a:lnTo>
                <a:lnTo>
                  <a:pt x="1012901" y="1721357"/>
                </a:lnTo>
                <a:lnTo>
                  <a:pt x="1010749" y="1683384"/>
                </a:lnTo>
                <a:lnTo>
                  <a:pt x="1010742" y="1683257"/>
                </a:lnTo>
                <a:close/>
              </a:path>
              <a:path w="2912745" h="2096770">
                <a:moveTo>
                  <a:pt x="744550" y="1690369"/>
                </a:moveTo>
                <a:lnTo>
                  <a:pt x="612724" y="1692655"/>
                </a:lnTo>
                <a:lnTo>
                  <a:pt x="591642" y="1693290"/>
                </a:lnTo>
                <a:lnTo>
                  <a:pt x="592701" y="1728596"/>
                </a:lnTo>
                <a:lnTo>
                  <a:pt x="592785" y="1731390"/>
                </a:lnTo>
                <a:lnTo>
                  <a:pt x="613613" y="1730755"/>
                </a:lnTo>
                <a:lnTo>
                  <a:pt x="745058" y="1728596"/>
                </a:lnTo>
                <a:lnTo>
                  <a:pt x="744589" y="1693290"/>
                </a:lnTo>
                <a:lnTo>
                  <a:pt x="744550" y="1690369"/>
                </a:lnTo>
                <a:close/>
              </a:path>
              <a:path w="2912745" h="2096770">
                <a:moveTo>
                  <a:pt x="476453" y="1698497"/>
                </a:moveTo>
                <a:lnTo>
                  <a:pt x="405206" y="1704847"/>
                </a:lnTo>
                <a:lnTo>
                  <a:pt x="351866" y="1712467"/>
                </a:lnTo>
                <a:lnTo>
                  <a:pt x="322656" y="1718436"/>
                </a:lnTo>
                <a:lnTo>
                  <a:pt x="330657" y="1755774"/>
                </a:lnTo>
                <a:lnTo>
                  <a:pt x="342214" y="1753234"/>
                </a:lnTo>
                <a:lnTo>
                  <a:pt x="358089" y="1750186"/>
                </a:lnTo>
                <a:lnTo>
                  <a:pt x="374345" y="1747519"/>
                </a:lnTo>
                <a:lnTo>
                  <a:pt x="409016" y="1742820"/>
                </a:lnTo>
                <a:lnTo>
                  <a:pt x="446100" y="1739010"/>
                </a:lnTo>
                <a:lnTo>
                  <a:pt x="479247" y="1736597"/>
                </a:lnTo>
                <a:lnTo>
                  <a:pt x="476453" y="1698497"/>
                </a:lnTo>
                <a:close/>
              </a:path>
              <a:path w="2912745" h="2096770">
                <a:moveTo>
                  <a:pt x="210642" y="1757552"/>
                </a:moveTo>
                <a:lnTo>
                  <a:pt x="161493" y="1784349"/>
                </a:lnTo>
                <a:lnTo>
                  <a:pt x="128854" y="1808352"/>
                </a:lnTo>
                <a:lnTo>
                  <a:pt x="91262" y="1846579"/>
                </a:lnTo>
                <a:lnTo>
                  <a:pt x="84150" y="1855977"/>
                </a:lnTo>
                <a:lnTo>
                  <a:pt x="114884" y="1878710"/>
                </a:lnTo>
                <a:lnTo>
                  <a:pt x="120345" y="1871217"/>
                </a:lnTo>
                <a:lnTo>
                  <a:pt x="129616" y="1860168"/>
                </a:lnTo>
                <a:lnTo>
                  <a:pt x="166065" y="1827656"/>
                </a:lnTo>
                <a:lnTo>
                  <a:pt x="198196" y="1806701"/>
                </a:lnTo>
                <a:lnTo>
                  <a:pt x="226898" y="1791969"/>
                </a:lnTo>
                <a:lnTo>
                  <a:pt x="210642" y="1757552"/>
                </a:lnTo>
                <a:close/>
              </a:path>
              <a:path w="2912745" h="2096770">
                <a:moveTo>
                  <a:pt x="0" y="1971674"/>
                </a:moveTo>
                <a:lnTo>
                  <a:pt x="29184" y="2096261"/>
                </a:lnTo>
                <a:lnTo>
                  <a:pt x="103358" y="2007615"/>
                </a:lnTo>
                <a:lnTo>
                  <a:pt x="69926" y="2007615"/>
                </a:lnTo>
                <a:lnTo>
                  <a:pt x="32638" y="1999360"/>
                </a:lnTo>
                <a:lnTo>
                  <a:pt x="36835" y="1980415"/>
                </a:lnTo>
                <a:lnTo>
                  <a:pt x="0" y="1971674"/>
                </a:lnTo>
                <a:close/>
              </a:path>
              <a:path w="2912745" h="2096770">
                <a:moveTo>
                  <a:pt x="36835" y="1980415"/>
                </a:moveTo>
                <a:lnTo>
                  <a:pt x="32638" y="1999360"/>
                </a:lnTo>
                <a:lnTo>
                  <a:pt x="69926" y="2007615"/>
                </a:lnTo>
                <a:lnTo>
                  <a:pt x="73946" y="1989221"/>
                </a:lnTo>
                <a:lnTo>
                  <a:pt x="36835" y="1980415"/>
                </a:lnTo>
                <a:close/>
              </a:path>
              <a:path w="2912745" h="2096770">
                <a:moveTo>
                  <a:pt x="73946" y="1989221"/>
                </a:moveTo>
                <a:lnTo>
                  <a:pt x="69926" y="2007615"/>
                </a:lnTo>
                <a:lnTo>
                  <a:pt x="103358" y="2007615"/>
                </a:lnTo>
                <a:lnTo>
                  <a:pt x="111328" y="1998090"/>
                </a:lnTo>
                <a:lnTo>
                  <a:pt x="73946" y="1989221"/>
                </a:lnTo>
                <a:close/>
              </a:path>
              <a:path w="2912745" h="2096770">
                <a:moveTo>
                  <a:pt x="38976" y="1969261"/>
                </a:moveTo>
                <a:lnTo>
                  <a:pt x="37477" y="1977516"/>
                </a:lnTo>
                <a:lnTo>
                  <a:pt x="36835" y="1980415"/>
                </a:lnTo>
                <a:lnTo>
                  <a:pt x="73946" y="1989221"/>
                </a:lnTo>
                <a:lnTo>
                  <a:pt x="75006" y="1984374"/>
                </a:lnTo>
                <a:lnTo>
                  <a:pt x="76530" y="1976246"/>
                </a:lnTo>
                <a:lnTo>
                  <a:pt x="38976" y="19692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81000" y="3695700"/>
            <a:ext cx="498475" cy="1370330"/>
          </a:xfrm>
          <a:custGeom>
            <a:avLst/>
            <a:gdLst/>
            <a:ahLst/>
            <a:cxnLst/>
            <a:rect l="l" t="t" r="r" b="b"/>
            <a:pathLst>
              <a:path w="498475" h="1370329">
                <a:moveTo>
                  <a:pt x="242887" y="1357376"/>
                </a:moveTo>
                <a:lnTo>
                  <a:pt x="0" y="1357376"/>
                </a:lnTo>
                <a:lnTo>
                  <a:pt x="0" y="1370076"/>
                </a:lnTo>
                <a:lnTo>
                  <a:pt x="255587" y="1370076"/>
                </a:lnTo>
                <a:lnTo>
                  <a:pt x="255587" y="1363726"/>
                </a:lnTo>
                <a:lnTo>
                  <a:pt x="242887" y="1363726"/>
                </a:lnTo>
                <a:lnTo>
                  <a:pt x="242887" y="1357376"/>
                </a:lnTo>
                <a:close/>
              </a:path>
              <a:path w="498475" h="1370329">
                <a:moveTo>
                  <a:pt x="422275" y="31750"/>
                </a:moveTo>
                <a:lnTo>
                  <a:pt x="242887" y="31750"/>
                </a:lnTo>
                <a:lnTo>
                  <a:pt x="242887" y="1363726"/>
                </a:lnTo>
                <a:lnTo>
                  <a:pt x="249237" y="1357376"/>
                </a:lnTo>
                <a:lnTo>
                  <a:pt x="255587" y="1357376"/>
                </a:lnTo>
                <a:lnTo>
                  <a:pt x="255587" y="44450"/>
                </a:lnTo>
                <a:lnTo>
                  <a:pt x="249237" y="44450"/>
                </a:lnTo>
                <a:lnTo>
                  <a:pt x="255587" y="38100"/>
                </a:lnTo>
                <a:lnTo>
                  <a:pt x="422275" y="38100"/>
                </a:lnTo>
                <a:lnTo>
                  <a:pt x="422275" y="31750"/>
                </a:lnTo>
                <a:close/>
              </a:path>
              <a:path w="498475" h="1370329">
                <a:moveTo>
                  <a:pt x="255587" y="1357376"/>
                </a:moveTo>
                <a:lnTo>
                  <a:pt x="249237" y="1357376"/>
                </a:lnTo>
                <a:lnTo>
                  <a:pt x="242887" y="1363726"/>
                </a:lnTo>
                <a:lnTo>
                  <a:pt x="255587" y="1363726"/>
                </a:lnTo>
                <a:lnTo>
                  <a:pt x="255587" y="1357376"/>
                </a:lnTo>
                <a:close/>
              </a:path>
              <a:path w="498475" h="1370329">
                <a:moveTo>
                  <a:pt x="422275" y="0"/>
                </a:moveTo>
                <a:lnTo>
                  <a:pt x="422275" y="76200"/>
                </a:lnTo>
                <a:lnTo>
                  <a:pt x="485775" y="44450"/>
                </a:lnTo>
                <a:lnTo>
                  <a:pt x="434975" y="44450"/>
                </a:lnTo>
                <a:lnTo>
                  <a:pt x="434975" y="31750"/>
                </a:lnTo>
                <a:lnTo>
                  <a:pt x="485775" y="31750"/>
                </a:lnTo>
                <a:lnTo>
                  <a:pt x="422275" y="0"/>
                </a:lnTo>
                <a:close/>
              </a:path>
              <a:path w="498475" h="1370329">
                <a:moveTo>
                  <a:pt x="255587" y="38100"/>
                </a:moveTo>
                <a:lnTo>
                  <a:pt x="249237" y="44450"/>
                </a:lnTo>
                <a:lnTo>
                  <a:pt x="255587" y="44450"/>
                </a:lnTo>
                <a:lnTo>
                  <a:pt x="255587" y="38100"/>
                </a:lnTo>
                <a:close/>
              </a:path>
              <a:path w="498475" h="1370329">
                <a:moveTo>
                  <a:pt x="422275" y="38100"/>
                </a:moveTo>
                <a:lnTo>
                  <a:pt x="255587" y="38100"/>
                </a:lnTo>
                <a:lnTo>
                  <a:pt x="255587" y="44450"/>
                </a:lnTo>
                <a:lnTo>
                  <a:pt x="422275" y="44450"/>
                </a:lnTo>
                <a:lnTo>
                  <a:pt x="422275" y="38100"/>
                </a:lnTo>
                <a:close/>
              </a:path>
              <a:path w="498475" h="1370329">
                <a:moveTo>
                  <a:pt x="485775" y="31750"/>
                </a:moveTo>
                <a:lnTo>
                  <a:pt x="434975" y="31750"/>
                </a:lnTo>
                <a:lnTo>
                  <a:pt x="434975" y="44450"/>
                </a:lnTo>
                <a:lnTo>
                  <a:pt x="485775" y="44450"/>
                </a:lnTo>
                <a:lnTo>
                  <a:pt x="498475" y="38100"/>
                </a:lnTo>
                <a:lnTo>
                  <a:pt x="48577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86509" y="4459934"/>
            <a:ext cx="5241925" cy="319405"/>
          </a:xfrm>
          <a:custGeom>
            <a:avLst/>
            <a:gdLst/>
            <a:ahLst/>
            <a:cxnLst/>
            <a:rect l="l" t="t" r="r" b="b"/>
            <a:pathLst>
              <a:path w="5241925" h="319404">
                <a:moveTo>
                  <a:pt x="2614549" y="306324"/>
                </a:moveTo>
                <a:lnTo>
                  <a:pt x="0" y="306324"/>
                </a:lnTo>
                <a:lnTo>
                  <a:pt x="0" y="319024"/>
                </a:lnTo>
                <a:lnTo>
                  <a:pt x="2627249" y="319024"/>
                </a:lnTo>
                <a:lnTo>
                  <a:pt x="2627249" y="312674"/>
                </a:lnTo>
                <a:lnTo>
                  <a:pt x="2614549" y="312674"/>
                </a:lnTo>
                <a:lnTo>
                  <a:pt x="2614549" y="306324"/>
                </a:lnTo>
                <a:close/>
              </a:path>
              <a:path w="5241925" h="319404">
                <a:moveTo>
                  <a:pt x="5165725" y="31750"/>
                </a:moveTo>
                <a:lnTo>
                  <a:pt x="2614549" y="31750"/>
                </a:lnTo>
                <a:lnTo>
                  <a:pt x="2614549" y="312674"/>
                </a:lnTo>
                <a:lnTo>
                  <a:pt x="2620899" y="306324"/>
                </a:lnTo>
                <a:lnTo>
                  <a:pt x="2627249" y="306324"/>
                </a:lnTo>
                <a:lnTo>
                  <a:pt x="2627249" y="44450"/>
                </a:lnTo>
                <a:lnTo>
                  <a:pt x="2620899" y="44450"/>
                </a:lnTo>
                <a:lnTo>
                  <a:pt x="2627249" y="38100"/>
                </a:lnTo>
                <a:lnTo>
                  <a:pt x="5165725" y="38100"/>
                </a:lnTo>
                <a:lnTo>
                  <a:pt x="5165725" y="31750"/>
                </a:lnTo>
                <a:close/>
              </a:path>
              <a:path w="5241925" h="319404">
                <a:moveTo>
                  <a:pt x="2627249" y="306324"/>
                </a:moveTo>
                <a:lnTo>
                  <a:pt x="2620899" y="306324"/>
                </a:lnTo>
                <a:lnTo>
                  <a:pt x="2614549" y="312674"/>
                </a:lnTo>
                <a:lnTo>
                  <a:pt x="2627249" y="312674"/>
                </a:lnTo>
                <a:lnTo>
                  <a:pt x="2627249" y="306324"/>
                </a:lnTo>
                <a:close/>
              </a:path>
              <a:path w="5241925" h="319404">
                <a:moveTo>
                  <a:pt x="5165725" y="0"/>
                </a:moveTo>
                <a:lnTo>
                  <a:pt x="5165725" y="76200"/>
                </a:lnTo>
                <a:lnTo>
                  <a:pt x="5229225" y="44450"/>
                </a:lnTo>
                <a:lnTo>
                  <a:pt x="5178425" y="44450"/>
                </a:lnTo>
                <a:lnTo>
                  <a:pt x="5178425" y="31750"/>
                </a:lnTo>
                <a:lnTo>
                  <a:pt x="5229225" y="31750"/>
                </a:lnTo>
                <a:lnTo>
                  <a:pt x="5165725" y="0"/>
                </a:lnTo>
                <a:close/>
              </a:path>
              <a:path w="5241925" h="319404">
                <a:moveTo>
                  <a:pt x="2627249" y="38100"/>
                </a:moveTo>
                <a:lnTo>
                  <a:pt x="2620899" y="44450"/>
                </a:lnTo>
                <a:lnTo>
                  <a:pt x="2627249" y="44450"/>
                </a:lnTo>
                <a:lnTo>
                  <a:pt x="2627249" y="38100"/>
                </a:lnTo>
                <a:close/>
              </a:path>
              <a:path w="5241925" h="319404">
                <a:moveTo>
                  <a:pt x="5165725" y="38100"/>
                </a:moveTo>
                <a:lnTo>
                  <a:pt x="2627249" y="38100"/>
                </a:lnTo>
                <a:lnTo>
                  <a:pt x="2627249" y="44450"/>
                </a:lnTo>
                <a:lnTo>
                  <a:pt x="5165725" y="44450"/>
                </a:lnTo>
                <a:lnTo>
                  <a:pt x="5165725" y="38100"/>
                </a:lnTo>
                <a:close/>
              </a:path>
              <a:path w="5241925" h="319404">
                <a:moveTo>
                  <a:pt x="5229225" y="31750"/>
                </a:moveTo>
                <a:lnTo>
                  <a:pt x="5178425" y="31750"/>
                </a:lnTo>
                <a:lnTo>
                  <a:pt x="5178425" y="44450"/>
                </a:lnTo>
                <a:lnTo>
                  <a:pt x="5229225" y="44450"/>
                </a:lnTo>
                <a:lnTo>
                  <a:pt x="5241925" y="38100"/>
                </a:lnTo>
                <a:lnTo>
                  <a:pt x="52292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709700" y="5236209"/>
            <a:ext cx="2405482" cy="700405"/>
          </a:xfrm>
          <a:custGeom>
            <a:avLst/>
            <a:gdLst/>
            <a:ahLst/>
            <a:cxnLst/>
            <a:rect l="l" t="t" r="r" b="b"/>
            <a:pathLst>
              <a:path w="1487804" h="700404">
                <a:moveTo>
                  <a:pt x="1411224" y="623887"/>
                </a:moveTo>
                <a:lnTo>
                  <a:pt x="1411224" y="700087"/>
                </a:lnTo>
                <a:lnTo>
                  <a:pt x="1474724" y="668337"/>
                </a:lnTo>
                <a:lnTo>
                  <a:pt x="1423924" y="668337"/>
                </a:lnTo>
                <a:lnTo>
                  <a:pt x="1423924" y="655637"/>
                </a:lnTo>
                <a:lnTo>
                  <a:pt x="1474724" y="655637"/>
                </a:lnTo>
                <a:lnTo>
                  <a:pt x="1411224" y="623887"/>
                </a:lnTo>
                <a:close/>
              </a:path>
              <a:path w="1487804" h="700404">
                <a:moveTo>
                  <a:pt x="737362" y="6349"/>
                </a:moveTo>
                <a:lnTo>
                  <a:pt x="737362" y="668337"/>
                </a:lnTo>
                <a:lnTo>
                  <a:pt x="1411224" y="668337"/>
                </a:lnTo>
                <a:lnTo>
                  <a:pt x="1411224" y="661987"/>
                </a:lnTo>
                <a:lnTo>
                  <a:pt x="750062" y="661987"/>
                </a:lnTo>
                <a:lnTo>
                  <a:pt x="743712" y="655637"/>
                </a:lnTo>
                <a:lnTo>
                  <a:pt x="750062" y="655637"/>
                </a:lnTo>
                <a:lnTo>
                  <a:pt x="750062" y="12699"/>
                </a:lnTo>
                <a:lnTo>
                  <a:pt x="743712" y="12699"/>
                </a:lnTo>
                <a:lnTo>
                  <a:pt x="737362" y="6349"/>
                </a:lnTo>
                <a:close/>
              </a:path>
              <a:path w="1487804" h="700404">
                <a:moveTo>
                  <a:pt x="1474724" y="655637"/>
                </a:moveTo>
                <a:lnTo>
                  <a:pt x="1423924" y="655637"/>
                </a:lnTo>
                <a:lnTo>
                  <a:pt x="1423924" y="668337"/>
                </a:lnTo>
                <a:lnTo>
                  <a:pt x="1474724" y="668337"/>
                </a:lnTo>
                <a:lnTo>
                  <a:pt x="1487424" y="661987"/>
                </a:lnTo>
                <a:lnTo>
                  <a:pt x="1474724" y="655637"/>
                </a:lnTo>
                <a:close/>
              </a:path>
              <a:path w="1487804" h="700404">
                <a:moveTo>
                  <a:pt x="750062" y="655637"/>
                </a:moveTo>
                <a:lnTo>
                  <a:pt x="743712" y="655637"/>
                </a:lnTo>
                <a:lnTo>
                  <a:pt x="750062" y="661987"/>
                </a:lnTo>
                <a:lnTo>
                  <a:pt x="750062" y="655637"/>
                </a:lnTo>
                <a:close/>
              </a:path>
              <a:path w="1487804" h="700404">
                <a:moveTo>
                  <a:pt x="1411224" y="655637"/>
                </a:moveTo>
                <a:lnTo>
                  <a:pt x="750062" y="655637"/>
                </a:lnTo>
                <a:lnTo>
                  <a:pt x="750062" y="661987"/>
                </a:lnTo>
                <a:lnTo>
                  <a:pt x="1411224" y="661987"/>
                </a:lnTo>
                <a:lnTo>
                  <a:pt x="1411224" y="655637"/>
                </a:lnTo>
                <a:close/>
              </a:path>
              <a:path w="1487804" h="700404">
                <a:moveTo>
                  <a:pt x="750062" y="0"/>
                </a:moveTo>
                <a:lnTo>
                  <a:pt x="0" y="0"/>
                </a:lnTo>
                <a:lnTo>
                  <a:pt x="0" y="12699"/>
                </a:lnTo>
                <a:lnTo>
                  <a:pt x="737362" y="12699"/>
                </a:lnTo>
                <a:lnTo>
                  <a:pt x="737362" y="6349"/>
                </a:lnTo>
                <a:lnTo>
                  <a:pt x="750062" y="6349"/>
                </a:lnTo>
                <a:lnTo>
                  <a:pt x="750062" y="0"/>
                </a:lnTo>
                <a:close/>
              </a:path>
              <a:path w="1487804" h="700404">
                <a:moveTo>
                  <a:pt x="750062" y="6349"/>
                </a:moveTo>
                <a:lnTo>
                  <a:pt x="737362" y="6349"/>
                </a:lnTo>
                <a:lnTo>
                  <a:pt x="743712" y="12699"/>
                </a:lnTo>
                <a:lnTo>
                  <a:pt x="750062" y="12699"/>
                </a:lnTo>
                <a:lnTo>
                  <a:pt x="750062" y="6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23555A1F-0B14-9CBB-CA22-9919D7D273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Chuyển</a:t>
            </a:r>
            <a:r>
              <a:rPr spc="-60" dirty="0"/>
              <a:t> </a:t>
            </a:r>
            <a:r>
              <a:rPr dirty="0"/>
              <a:t>đổi</a:t>
            </a:r>
            <a:r>
              <a:rPr spc="-85" dirty="0"/>
              <a:t> </a:t>
            </a:r>
            <a:r>
              <a:rPr dirty="0"/>
              <a:t>kiểu</a:t>
            </a:r>
            <a:r>
              <a:rPr spc="-85" dirty="0"/>
              <a:t> </a:t>
            </a:r>
            <a:r>
              <a:rPr dirty="0"/>
              <a:t>liên</a:t>
            </a:r>
            <a:r>
              <a:rPr spc="-70" dirty="0"/>
              <a:t> </a:t>
            </a:r>
            <a:r>
              <a:rPr dirty="0"/>
              <a:t>kết</a:t>
            </a:r>
            <a:r>
              <a:rPr spc="-75" dirty="0"/>
              <a:t> </a:t>
            </a:r>
            <a:r>
              <a:rPr spc="-25" dirty="0"/>
              <a:t>1:1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7099" y="3483659"/>
          <a:ext cx="3161029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10920" y="3152597"/>
            <a:ext cx="12058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6675" y="1374647"/>
            <a:ext cx="13614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87895" y="1374647"/>
            <a:ext cx="1489075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28871" y="1374647"/>
            <a:ext cx="1120140" cy="368935"/>
          </a:xfrm>
          <a:custGeom>
            <a:avLst/>
            <a:gdLst/>
            <a:ahLst/>
            <a:cxnLst/>
            <a:rect l="l" t="t" r="r" b="b"/>
            <a:pathLst>
              <a:path w="1120139" h="368935">
                <a:moveTo>
                  <a:pt x="0" y="184403"/>
                </a:moveTo>
                <a:lnTo>
                  <a:pt x="560069" y="0"/>
                </a:lnTo>
                <a:lnTo>
                  <a:pt x="1120139" y="184403"/>
                </a:lnTo>
                <a:lnTo>
                  <a:pt x="560069" y="368807"/>
                </a:lnTo>
                <a:lnTo>
                  <a:pt x="0" y="184403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15485" y="1403350"/>
            <a:ext cx="948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QUANLY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97607" y="1559052"/>
            <a:ext cx="1732280" cy="1905"/>
          </a:xfrm>
          <a:custGeom>
            <a:avLst/>
            <a:gdLst/>
            <a:ahLst/>
            <a:cxnLst/>
            <a:rect l="l" t="t" r="r" b="b"/>
            <a:pathLst>
              <a:path w="1732279" h="1905">
                <a:moveTo>
                  <a:pt x="0" y="0"/>
                </a:moveTo>
                <a:lnTo>
                  <a:pt x="1732026" y="165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95573" y="122168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28259" y="122168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92682" y="1905761"/>
            <a:ext cx="114935" cy="1143000"/>
          </a:xfrm>
          <a:custGeom>
            <a:avLst/>
            <a:gdLst/>
            <a:ahLst/>
            <a:cxnLst/>
            <a:rect l="l" t="t" r="r" b="b"/>
            <a:pathLst>
              <a:path w="114934" h="1143000">
                <a:moveTo>
                  <a:pt x="74930" y="0"/>
                </a:moveTo>
                <a:lnTo>
                  <a:pt x="36830" y="0"/>
                </a:lnTo>
                <a:lnTo>
                  <a:pt x="36956" y="152653"/>
                </a:lnTo>
                <a:lnTo>
                  <a:pt x="75184" y="152653"/>
                </a:lnTo>
                <a:lnTo>
                  <a:pt x="74930" y="0"/>
                </a:lnTo>
                <a:close/>
              </a:path>
              <a:path w="114934" h="1143000">
                <a:moveTo>
                  <a:pt x="75311" y="267080"/>
                </a:moveTo>
                <a:lnTo>
                  <a:pt x="37211" y="267080"/>
                </a:lnTo>
                <a:lnTo>
                  <a:pt x="37337" y="419735"/>
                </a:lnTo>
                <a:lnTo>
                  <a:pt x="75565" y="419735"/>
                </a:lnTo>
                <a:lnTo>
                  <a:pt x="75311" y="267080"/>
                </a:lnTo>
                <a:close/>
              </a:path>
              <a:path w="114934" h="1143000">
                <a:moveTo>
                  <a:pt x="75692" y="534288"/>
                </a:moveTo>
                <a:lnTo>
                  <a:pt x="37465" y="534288"/>
                </a:lnTo>
                <a:lnTo>
                  <a:pt x="37718" y="686942"/>
                </a:lnTo>
                <a:lnTo>
                  <a:pt x="75819" y="686942"/>
                </a:lnTo>
                <a:lnTo>
                  <a:pt x="75692" y="534288"/>
                </a:lnTo>
                <a:close/>
              </a:path>
              <a:path w="114934" h="1143000">
                <a:moveTo>
                  <a:pt x="76073" y="801370"/>
                </a:moveTo>
                <a:lnTo>
                  <a:pt x="37846" y="801370"/>
                </a:lnTo>
                <a:lnTo>
                  <a:pt x="38100" y="954024"/>
                </a:lnTo>
                <a:lnTo>
                  <a:pt x="76200" y="954024"/>
                </a:lnTo>
                <a:lnTo>
                  <a:pt x="76073" y="801370"/>
                </a:lnTo>
                <a:close/>
              </a:path>
              <a:path w="114934" h="1143000">
                <a:moveTo>
                  <a:pt x="114490" y="1028573"/>
                </a:moveTo>
                <a:lnTo>
                  <a:pt x="0" y="1028573"/>
                </a:lnTo>
                <a:lnTo>
                  <a:pt x="57404" y="1143000"/>
                </a:lnTo>
                <a:lnTo>
                  <a:pt x="114490" y="10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5460174" y="1534350"/>
            <a:ext cx="1800860" cy="1075055"/>
            <a:chOff x="5460174" y="1534350"/>
            <a:chExt cx="1800860" cy="1075055"/>
          </a:xfrm>
        </p:grpSpPr>
        <p:sp>
          <p:nvSpPr>
            <p:cNvPr id="14" name="object 14"/>
            <p:cNvSpPr/>
            <p:nvPr/>
          </p:nvSpPr>
          <p:spPr>
            <a:xfrm>
              <a:off x="5479541" y="1553718"/>
              <a:ext cx="1309370" cy="1905"/>
            </a:xfrm>
            <a:custGeom>
              <a:avLst/>
              <a:gdLst/>
              <a:ahLst/>
              <a:cxnLst/>
              <a:rect l="l" t="t" r="r" b="b"/>
              <a:pathLst>
                <a:path w="1309370" h="1905">
                  <a:moveTo>
                    <a:pt x="0" y="0"/>
                  </a:moveTo>
                  <a:lnTo>
                    <a:pt x="1309115" y="1524"/>
                  </a:lnTo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52615" y="2237232"/>
              <a:ext cx="803275" cy="367665"/>
            </a:xfrm>
            <a:custGeom>
              <a:avLst/>
              <a:gdLst/>
              <a:ahLst/>
              <a:cxnLst/>
              <a:rect l="l" t="t" r="r" b="b"/>
              <a:pathLst>
                <a:path w="803275" h="367664">
                  <a:moveTo>
                    <a:pt x="0" y="183641"/>
                  </a:moveTo>
                  <a:lnTo>
                    <a:pt x="20476" y="125577"/>
                  </a:lnTo>
                  <a:lnTo>
                    <a:pt x="77492" y="75163"/>
                  </a:lnTo>
                  <a:lnTo>
                    <a:pt x="117633" y="53768"/>
                  </a:lnTo>
                  <a:lnTo>
                    <a:pt x="164427" y="35417"/>
                  </a:lnTo>
                  <a:lnTo>
                    <a:pt x="217045" y="20488"/>
                  </a:lnTo>
                  <a:lnTo>
                    <a:pt x="274661" y="9357"/>
                  </a:lnTo>
                  <a:lnTo>
                    <a:pt x="336446" y="2402"/>
                  </a:lnTo>
                  <a:lnTo>
                    <a:pt x="401574" y="0"/>
                  </a:lnTo>
                  <a:lnTo>
                    <a:pt x="466701" y="2402"/>
                  </a:lnTo>
                  <a:lnTo>
                    <a:pt x="528486" y="9357"/>
                  </a:lnTo>
                  <a:lnTo>
                    <a:pt x="586102" y="20488"/>
                  </a:lnTo>
                  <a:lnTo>
                    <a:pt x="638720" y="35417"/>
                  </a:lnTo>
                  <a:lnTo>
                    <a:pt x="685514" y="53768"/>
                  </a:lnTo>
                  <a:lnTo>
                    <a:pt x="725655" y="75163"/>
                  </a:lnTo>
                  <a:lnTo>
                    <a:pt x="758317" y="99225"/>
                  </a:lnTo>
                  <a:lnTo>
                    <a:pt x="797890" y="153842"/>
                  </a:lnTo>
                  <a:lnTo>
                    <a:pt x="803148" y="183641"/>
                  </a:lnTo>
                  <a:lnTo>
                    <a:pt x="797890" y="213441"/>
                  </a:lnTo>
                  <a:lnTo>
                    <a:pt x="758317" y="268058"/>
                  </a:lnTo>
                  <a:lnTo>
                    <a:pt x="725655" y="292120"/>
                  </a:lnTo>
                  <a:lnTo>
                    <a:pt x="685514" y="313515"/>
                  </a:lnTo>
                  <a:lnTo>
                    <a:pt x="638720" y="331866"/>
                  </a:lnTo>
                  <a:lnTo>
                    <a:pt x="586102" y="346795"/>
                  </a:lnTo>
                  <a:lnTo>
                    <a:pt x="528486" y="357926"/>
                  </a:lnTo>
                  <a:lnTo>
                    <a:pt x="466701" y="364881"/>
                  </a:lnTo>
                  <a:lnTo>
                    <a:pt x="401574" y="367283"/>
                  </a:lnTo>
                  <a:lnTo>
                    <a:pt x="336446" y="364881"/>
                  </a:lnTo>
                  <a:lnTo>
                    <a:pt x="274661" y="357926"/>
                  </a:lnTo>
                  <a:lnTo>
                    <a:pt x="217045" y="346795"/>
                  </a:lnTo>
                  <a:lnTo>
                    <a:pt x="164427" y="331866"/>
                  </a:lnTo>
                  <a:lnTo>
                    <a:pt x="117633" y="313515"/>
                  </a:lnTo>
                  <a:lnTo>
                    <a:pt x="77492" y="292120"/>
                  </a:lnTo>
                  <a:lnTo>
                    <a:pt x="44830" y="268058"/>
                  </a:lnTo>
                  <a:lnTo>
                    <a:pt x="5257" y="213441"/>
                  </a:lnTo>
                  <a:lnTo>
                    <a:pt x="0" y="183641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32244" y="2265679"/>
            <a:ext cx="64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MaPB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54952" y="1743455"/>
            <a:ext cx="1835150" cy="861060"/>
          </a:xfrm>
          <a:custGeom>
            <a:avLst/>
            <a:gdLst/>
            <a:ahLst/>
            <a:cxnLst/>
            <a:rect l="l" t="t" r="r" b="b"/>
            <a:pathLst>
              <a:path w="1835150" h="861060">
                <a:moveTo>
                  <a:pt x="0" y="493776"/>
                </a:moveTo>
                <a:lnTo>
                  <a:pt x="677926" y="0"/>
                </a:lnTo>
              </a:path>
              <a:path w="1835150" h="861060">
                <a:moveTo>
                  <a:pt x="954024" y="677418"/>
                </a:moveTo>
                <a:lnTo>
                  <a:pt x="972674" y="624361"/>
                </a:lnTo>
                <a:lnTo>
                  <a:pt x="1024991" y="577400"/>
                </a:lnTo>
                <a:lnTo>
                  <a:pt x="1062069" y="556914"/>
                </a:lnTo>
                <a:lnTo>
                  <a:pt x="1105518" y="538803"/>
                </a:lnTo>
                <a:lnTo>
                  <a:pt x="1154656" y="523349"/>
                </a:lnTo>
                <a:lnTo>
                  <a:pt x="1208801" y="510835"/>
                </a:lnTo>
                <a:lnTo>
                  <a:pt x="1267271" y="501547"/>
                </a:lnTo>
                <a:lnTo>
                  <a:pt x="1329384" y="495766"/>
                </a:lnTo>
                <a:lnTo>
                  <a:pt x="1394459" y="493776"/>
                </a:lnTo>
                <a:lnTo>
                  <a:pt x="1459535" y="495766"/>
                </a:lnTo>
                <a:lnTo>
                  <a:pt x="1521648" y="501547"/>
                </a:lnTo>
                <a:lnTo>
                  <a:pt x="1580118" y="510835"/>
                </a:lnTo>
                <a:lnTo>
                  <a:pt x="1634263" y="523349"/>
                </a:lnTo>
                <a:lnTo>
                  <a:pt x="1683401" y="538803"/>
                </a:lnTo>
                <a:lnTo>
                  <a:pt x="1726850" y="556914"/>
                </a:lnTo>
                <a:lnTo>
                  <a:pt x="1763928" y="577400"/>
                </a:lnTo>
                <a:lnTo>
                  <a:pt x="1816245" y="624361"/>
                </a:lnTo>
                <a:lnTo>
                  <a:pt x="1834896" y="677418"/>
                </a:lnTo>
                <a:lnTo>
                  <a:pt x="1830119" y="704566"/>
                </a:lnTo>
                <a:lnTo>
                  <a:pt x="1793954" y="754858"/>
                </a:lnTo>
                <a:lnTo>
                  <a:pt x="1726850" y="797921"/>
                </a:lnTo>
                <a:lnTo>
                  <a:pt x="1683401" y="816032"/>
                </a:lnTo>
                <a:lnTo>
                  <a:pt x="1634263" y="831486"/>
                </a:lnTo>
                <a:lnTo>
                  <a:pt x="1580118" y="844000"/>
                </a:lnTo>
                <a:lnTo>
                  <a:pt x="1521648" y="853288"/>
                </a:lnTo>
                <a:lnTo>
                  <a:pt x="1459535" y="859069"/>
                </a:lnTo>
                <a:lnTo>
                  <a:pt x="1394459" y="861060"/>
                </a:lnTo>
                <a:lnTo>
                  <a:pt x="1329384" y="859069"/>
                </a:lnTo>
                <a:lnTo>
                  <a:pt x="1267271" y="853288"/>
                </a:lnTo>
                <a:lnTo>
                  <a:pt x="1208801" y="844000"/>
                </a:lnTo>
                <a:lnTo>
                  <a:pt x="1154656" y="831486"/>
                </a:lnTo>
                <a:lnTo>
                  <a:pt x="1105518" y="816032"/>
                </a:lnTo>
                <a:lnTo>
                  <a:pt x="1062069" y="797921"/>
                </a:lnTo>
                <a:lnTo>
                  <a:pt x="1024991" y="777435"/>
                </a:lnTo>
                <a:lnTo>
                  <a:pt x="972674" y="730474"/>
                </a:lnTo>
                <a:lnTo>
                  <a:pt x="954024" y="677418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902320" y="2265679"/>
            <a:ext cx="699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Arial"/>
                <a:cs typeface="Arial"/>
              </a:rPr>
              <a:t>TenPB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94605" y="1687820"/>
            <a:ext cx="669588" cy="605174"/>
          </a:xfrm>
          <a:custGeom>
            <a:avLst/>
            <a:gdLst/>
            <a:ahLst/>
            <a:cxnLst/>
            <a:rect l="l" t="t" r="r" b="b"/>
            <a:pathLst>
              <a:path w="716279" h="494030">
                <a:moveTo>
                  <a:pt x="715899" y="493776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24655" y="2270760"/>
            <a:ext cx="1533525" cy="367665"/>
          </a:xfrm>
          <a:custGeom>
            <a:avLst/>
            <a:gdLst/>
            <a:ahLst/>
            <a:cxnLst/>
            <a:rect l="l" t="t" r="r" b="b"/>
            <a:pathLst>
              <a:path w="1533525" h="367664">
                <a:moveTo>
                  <a:pt x="0" y="183641"/>
                </a:moveTo>
                <a:lnTo>
                  <a:pt x="30614" y="132069"/>
                </a:lnTo>
                <a:lnTo>
                  <a:pt x="82365" y="100716"/>
                </a:lnTo>
                <a:lnTo>
                  <a:pt x="156191" y="72500"/>
                </a:lnTo>
                <a:lnTo>
                  <a:pt x="200581" y="59762"/>
                </a:lnTo>
                <a:lnTo>
                  <a:pt x="249526" y="48038"/>
                </a:lnTo>
                <a:lnTo>
                  <a:pt x="302706" y="37406"/>
                </a:lnTo>
                <a:lnTo>
                  <a:pt x="359799" y="27942"/>
                </a:lnTo>
                <a:lnTo>
                  <a:pt x="420486" y="19724"/>
                </a:lnTo>
                <a:lnTo>
                  <a:pt x="484444" y="12828"/>
                </a:lnTo>
                <a:lnTo>
                  <a:pt x="551352" y="7331"/>
                </a:lnTo>
                <a:lnTo>
                  <a:pt x="620891" y="3309"/>
                </a:lnTo>
                <a:lnTo>
                  <a:pt x="692737" y="840"/>
                </a:lnTo>
                <a:lnTo>
                  <a:pt x="766572" y="0"/>
                </a:lnTo>
                <a:lnTo>
                  <a:pt x="840406" y="840"/>
                </a:lnTo>
                <a:lnTo>
                  <a:pt x="912252" y="3309"/>
                </a:lnTo>
                <a:lnTo>
                  <a:pt x="981791" y="7331"/>
                </a:lnTo>
                <a:lnTo>
                  <a:pt x="1048699" y="12828"/>
                </a:lnTo>
                <a:lnTo>
                  <a:pt x="1112657" y="19724"/>
                </a:lnTo>
                <a:lnTo>
                  <a:pt x="1173344" y="27942"/>
                </a:lnTo>
                <a:lnTo>
                  <a:pt x="1230437" y="37406"/>
                </a:lnTo>
                <a:lnTo>
                  <a:pt x="1283617" y="48038"/>
                </a:lnTo>
                <a:lnTo>
                  <a:pt x="1332562" y="59762"/>
                </a:lnTo>
                <a:lnTo>
                  <a:pt x="1376952" y="72500"/>
                </a:lnTo>
                <a:lnTo>
                  <a:pt x="1416464" y="86177"/>
                </a:lnTo>
                <a:lnTo>
                  <a:pt x="1479574" y="116039"/>
                </a:lnTo>
                <a:lnTo>
                  <a:pt x="1519323" y="148731"/>
                </a:lnTo>
                <a:lnTo>
                  <a:pt x="1533144" y="183641"/>
                </a:lnTo>
                <a:lnTo>
                  <a:pt x="1529635" y="201335"/>
                </a:lnTo>
                <a:lnTo>
                  <a:pt x="1502529" y="235214"/>
                </a:lnTo>
                <a:lnTo>
                  <a:pt x="1450778" y="266567"/>
                </a:lnTo>
                <a:lnTo>
                  <a:pt x="1376952" y="294783"/>
                </a:lnTo>
                <a:lnTo>
                  <a:pt x="1332562" y="307521"/>
                </a:lnTo>
                <a:lnTo>
                  <a:pt x="1283617" y="319245"/>
                </a:lnTo>
                <a:lnTo>
                  <a:pt x="1230437" y="329877"/>
                </a:lnTo>
                <a:lnTo>
                  <a:pt x="1173344" y="339341"/>
                </a:lnTo>
                <a:lnTo>
                  <a:pt x="1112657" y="347559"/>
                </a:lnTo>
                <a:lnTo>
                  <a:pt x="1048699" y="354455"/>
                </a:lnTo>
                <a:lnTo>
                  <a:pt x="981791" y="359952"/>
                </a:lnTo>
                <a:lnTo>
                  <a:pt x="912252" y="363974"/>
                </a:lnTo>
                <a:lnTo>
                  <a:pt x="840406" y="366443"/>
                </a:lnTo>
                <a:lnTo>
                  <a:pt x="766572" y="367284"/>
                </a:lnTo>
                <a:lnTo>
                  <a:pt x="692737" y="366443"/>
                </a:lnTo>
                <a:lnTo>
                  <a:pt x="620891" y="363974"/>
                </a:lnTo>
                <a:lnTo>
                  <a:pt x="551352" y="359952"/>
                </a:lnTo>
                <a:lnTo>
                  <a:pt x="484444" y="354455"/>
                </a:lnTo>
                <a:lnTo>
                  <a:pt x="420486" y="347559"/>
                </a:lnTo>
                <a:lnTo>
                  <a:pt x="359799" y="339341"/>
                </a:lnTo>
                <a:lnTo>
                  <a:pt x="302706" y="329877"/>
                </a:lnTo>
                <a:lnTo>
                  <a:pt x="249526" y="319245"/>
                </a:lnTo>
                <a:lnTo>
                  <a:pt x="200581" y="307521"/>
                </a:lnTo>
                <a:lnTo>
                  <a:pt x="156191" y="294783"/>
                </a:lnTo>
                <a:lnTo>
                  <a:pt x="116679" y="281106"/>
                </a:lnTo>
                <a:lnTo>
                  <a:pt x="53569" y="251244"/>
                </a:lnTo>
                <a:lnTo>
                  <a:pt x="13820" y="218552"/>
                </a:lnTo>
                <a:lnTo>
                  <a:pt x="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803141" y="2298953"/>
            <a:ext cx="1380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NgayNhChuc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488179" y="1743455"/>
            <a:ext cx="1905" cy="527050"/>
          </a:xfrm>
          <a:custGeom>
            <a:avLst/>
            <a:gdLst/>
            <a:ahLst/>
            <a:cxnLst/>
            <a:rect l="l" t="t" r="r" b="b"/>
            <a:pathLst>
              <a:path w="1904" h="527050">
                <a:moveTo>
                  <a:pt x="1524" y="527050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4401108" y="4870499"/>
          <a:ext cx="443293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6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NgayNhChuc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object 26"/>
          <p:cNvSpPr/>
          <p:nvPr/>
        </p:nvSpPr>
        <p:spPr>
          <a:xfrm>
            <a:off x="4536947" y="5169027"/>
            <a:ext cx="622300" cy="12700"/>
          </a:xfrm>
          <a:custGeom>
            <a:avLst/>
            <a:gdLst/>
            <a:ahLst/>
            <a:cxnLst/>
            <a:rect l="l" t="t" r="r" b="b"/>
            <a:pathLst>
              <a:path w="622300" h="12700">
                <a:moveTo>
                  <a:pt x="621791" y="0"/>
                </a:moveTo>
                <a:lnTo>
                  <a:pt x="0" y="0"/>
                </a:lnTo>
                <a:lnTo>
                  <a:pt x="0" y="12192"/>
                </a:lnTo>
                <a:lnTo>
                  <a:pt x="621791" y="12192"/>
                </a:lnTo>
                <a:lnTo>
                  <a:pt x="6217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484878" y="4524578"/>
            <a:ext cx="1334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172200" y="1066800"/>
            <a:ext cx="2819400" cy="2133600"/>
          </a:xfrm>
          <a:custGeom>
            <a:avLst/>
            <a:gdLst/>
            <a:ahLst/>
            <a:cxnLst/>
            <a:rect l="l" t="t" r="r" b="b"/>
            <a:pathLst>
              <a:path w="2819400" h="2133600">
                <a:moveTo>
                  <a:pt x="0" y="1066800"/>
                </a:moveTo>
                <a:lnTo>
                  <a:pt x="1018" y="1025881"/>
                </a:lnTo>
                <a:lnTo>
                  <a:pt x="4047" y="985353"/>
                </a:lnTo>
                <a:lnTo>
                  <a:pt x="9052" y="945241"/>
                </a:lnTo>
                <a:lnTo>
                  <a:pt x="15996" y="905574"/>
                </a:lnTo>
                <a:lnTo>
                  <a:pt x="24841" y="866380"/>
                </a:lnTo>
                <a:lnTo>
                  <a:pt x="35553" y="827685"/>
                </a:lnTo>
                <a:lnTo>
                  <a:pt x="48093" y="789518"/>
                </a:lnTo>
                <a:lnTo>
                  <a:pt x="62426" y="751907"/>
                </a:lnTo>
                <a:lnTo>
                  <a:pt x="78515" y="714878"/>
                </a:lnTo>
                <a:lnTo>
                  <a:pt x="96324" y="678459"/>
                </a:lnTo>
                <a:lnTo>
                  <a:pt x="115816" y="642679"/>
                </a:lnTo>
                <a:lnTo>
                  <a:pt x="136954" y="607565"/>
                </a:lnTo>
                <a:lnTo>
                  <a:pt x="159703" y="573144"/>
                </a:lnTo>
                <a:lnTo>
                  <a:pt x="184024" y="539444"/>
                </a:lnTo>
                <a:lnTo>
                  <a:pt x="209883" y="506493"/>
                </a:lnTo>
                <a:lnTo>
                  <a:pt x="237243" y="474318"/>
                </a:lnTo>
                <a:lnTo>
                  <a:pt x="266066" y="442947"/>
                </a:lnTo>
                <a:lnTo>
                  <a:pt x="296317" y="412408"/>
                </a:lnTo>
                <a:lnTo>
                  <a:pt x="327958" y="382727"/>
                </a:lnTo>
                <a:lnTo>
                  <a:pt x="360954" y="353934"/>
                </a:lnTo>
                <a:lnTo>
                  <a:pt x="395268" y="326055"/>
                </a:lnTo>
                <a:lnTo>
                  <a:pt x="430864" y="299118"/>
                </a:lnTo>
                <a:lnTo>
                  <a:pt x="467704" y="273151"/>
                </a:lnTo>
                <a:lnTo>
                  <a:pt x="505753" y="248181"/>
                </a:lnTo>
                <a:lnTo>
                  <a:pt x="544973" y="224236"/>
                </a:lnTo>
                <a:lnTo>
                  <a:pt x="585329" y="201344"/>
                </a:lnTo>
                <a:lnTo>
                  <a:pt x="626784" y="179532"/>
                </a:lnTo>
                <a:lnTo>
                  <a:pt x="669301" y="158828"/>
                </a:lnTo>
                <a:lnTo>
                  <a:pt x="712843" y="139259"/>
                </a:lnTo>
                <a:lnTo>
                  <a:pt x="757375" y="120854"/>
                </a:lnTo>
                <a:lnTo>
                  <a:pt x="802860" y="103639"/>
                </a:lnTo>
                <a:lnTo>
                  <a:pt x="849261" y="87643"/>
                </a:lnTo>
                <a:lnTo>
                  <a:pt x="896542" y="72893"/>
                </a:lnTo>
                <a:lnTo>
                  <a:pt x="944665" y="59416"/>
                </a:lnTo>
                <a:lnTo>
                  <a:pt x="993596" y="47240"/>
                </a:lnTo>
                <a:lnTo>
                  <a:pt x="1043297" y="36394"/>
                </a:lnTo>
                <a:lnTo>
                  <a:pt x="1093731" y="26904"/>
                </a:lnTo>
                <a:lnTo>
                  <a:pt x="1144863" y="18798"/>
                </a:lnTo>
                <a:lnTo>
                  <a:pt x="1196655" y="12104"/>
                </a:lnTo>
                <a:lnTo>
                  <a:pt x="1249071" y="6850"/>
                </a:lnTo>
                <a:lnTo>
                  <a:pt x="1302075" y="3063"/>
                </a:lnTo>
                <a:lnTo>
                  <a:pt x="1355630" y="770"/>
                </a:lnTo>
                <a:lnTo>
                  <a:pt x="1409700" y="0"/>
                </a:lnTo>
                <a:lnTo>
                  <a:pt x="1463769" y="770"/>
                </a:lnTo>
                <a:lnTo>
                  <a:pt x="1517324" y="3063"/>
                </a:lnTo>
                <a:lnTo>
                  <a:pt x="1570328" y="6850"/>
                </a:lnTo>
                <a:lnTo>
                  <a:pt x="1622744" y="12104"/>
                </a:lnTo>
                <a:lnTo>
                  <a:pt x="1674536" y="18798"/>
                </a:lnTo>
                <a:lnTo>
                  <a:pt x="1725668" y="26904"/>
                </a:lnTo>
                <a:lnTo>
                  <a:pt x="1776102" y="36394"/>
                </a:lnTo>
                <a:lnTo>
                  <a:pt x="1825803" y="47240"/>
                </a:lnTo>
                <a:lnTo>
                  <a:pt x="1874734" y="59416"/>
                </a:lnTo>
                <a:lnTo>
                  <a:pt x="1922857" y="72893"/>
                </a:lnTo>
                <a:lnTo>
                  <a:pt x="1970138" y="87643"/>
                </a:lnTo>
                <a:lnTo>
                  <a:pt x="2016539" y="103639"/>
                </a:lnTo>
                <a:lnTo>
                  <a:pt x="2062024" y="120854"/>
                </a:lnTo>
                <a:lnTo>
                  <a:pt x="2106556" y="139259"/>
                </a:lnTo>
                <a:lnTo>
                  <a:pt x="2150098" y="158828"/>
                </a:lnTo>
                <a:lnTo>
                  <a:pt x="2192615" y="179532"/>
                </a:lnTo>
                <a:lnTo>
                  <a:pt x="2234070" y="201344"/>
                </a:lnTo>
                <a:lnTo>
                  <a:pt x="2274426" y="224236"/>
                </a:lnTo>
                <a:lnTo>
                  <a:pt x="2313646" y="248181"/>
                </a:lnTo>
                <a:lnTo>
                  <a:pt x="2351695" y="273151"/>
                </a:lnTo>
                <a:lnTo>
                  <a:pt x="2388535" y="299118"/>
                </a:lnTo>
                <a:lnTo>
                  <a:pt x="2424131" y="326055"/>
                </a:lnTo>
                <a:lnTo>
                  <a:pt x="2458445" y="353934"/>
                </a:lnTo>
                <a:lnTo>
                  <a:pt x="2491441" y="382727"/>
                </a:lnTo>
                <a:lnTo>
                  <a:pt x="2523082" y="412408"/>
                </a:lnTo>
                <a:lnTo>
                  <a:pt x="2553333" y="442947"/>
                </a:lnTo>
                <a:lnTo>
                  <a:pt x="2582156" y="474318"/>
                </a:lnTo>
                <a:lnTo>
                  <a:pt x="2609516" y="506493"/>
                </a:lnTo>
                <a:lnTo>
                  <a:pt x="2635375" y="539444"/>
                </a:lnTo>
                <a:lnTo>
                  <a:pt x="2659696" y="573144"/>
                </a:lnTo>
                <a:lnTo>
                  <a:pt x="2682445" y="607565"/>
                </a:lnTo>
                <a:lnTo>
                  <a:pt x="2703583" y="642679"/>
                </a:lnTo>
                <a:lnTo>
                  <a:pt x="2723075" y="678459"/>
                </a:lnTo>
                <a:lnTo>
                  <a:pt x="2740884" y="714878"/>
                </a:lnTo>
                <a:lnTo>
                  <a:pt x="2756973" y="751907"/>
                </a:lnTo>
                <a:lnTo>
                  <a:pt x="2771306" y="789518"/>
                </a:lnTo>
                <a:lnTo>
                  <a:pt x="2783846" y="827685"/>
                </a:lnTo>
                <a:lnTo>
                  <a:pt x="2794558" y="866380"/>
                </a:lnTo>
                <a:lnTo>
                  <a:pt x="2803403" y="905574"/>
                </a:lnTo>
                <a:lnTo>
                  <a:pt x="2810347" y="945241"/>
                </a:lnTo>
                <a:lnTo>
                  <a:pt x="2815352" y="985353"/>
                </a:lnTo>
                <a:lnTo>
                  <a:pt x="2818381" y="1025881"/>
                </a:lnTo>
                <a:lnTo>
                  <a:pt x="2819400" y="1066800"/>
                </a:lnTo>
                <a:lnTo>
                  <a:pt x="2818381" y="1107718"/>
                </a:lnTo>
                <a:lnTo>
                  <a:pt x="2815352" y="1148246"/>
                </a:lnTo>
                <a:lnTo>
                  <a:pt x="2810347" y="1188358"/>
                </a:lnTo>
                <a:lnTo>
                  <a:pt x="2803403" y="1228025"/>
                </a:lnTo>
                <a:lnTo>
                  <a:pt x="2794558" y="1267219"/>
                </a:lnTo>
                <a:lnTo>
                  <a:pt x="2783846" y="1305914"/>
                </a:lnTo>
                <a:lnTo>
                  <a:pt x="2771306" y="1344081"/>
                </a:lnTo>
                <a:lnTo>
                  <a:pt x="2756973" y="1381692"/>
                </a:lnTo>
                <a:lnTo>
                  <a:pt x="2740884" y="1418721"/>
                </a:lnTo>
                <a:lnTo>
                  <a:pt x="2723075" y="1455140"/>
                </a:lnTo>
                <a:lnTo>
                  <a:pt x="2703583" y="1490920"/>
                </a:lnTo>
                <a:lnTo>
                  <a:pt x="2682445" y="1526034"/>
                </a:lnTo>
                <a:lnTo>
                  <a:pt x="2659696" y="1560455"/>
                </a:lnTo>
                <a:lnTo>
                  <a:pt x="2635375" y="1594155"/>
                </a:lnTo>
                <a:lnTo>
                  <a:pt x="2609516" y="1627106"/>
                </a:lnTo>
                <a:lnTo>
                  <a:pt x="2582156" y="1659281"/>
                </a:lnTo>
                <a:lnTo>
                  <a:pt x="2553333" y="1690652"/>
                </a:lnTo>
                <a:lnTo>
                  <a:pt x="2523082" y="1721191"/>
                </a:lnTo>
                <a:lnTo>
                  <a:pt x="2491441" y="1750872"/>
                </a:lnTo>
                <a:lnTo>
                  <a:pt x="2458445" y="1779665"/>
                </a:lnTo>
                <a:lnTo>
                  <a:pt x="2424131" y="1807544"/>
                </a:lnTo>
                <a:lnTo>
                  <a:pt x="2388535" y="1834481"/>
                </a:lnTo>
                <a:lnTo>
                  <a:pt x="2351695" y="1860448"/>
                </a:lnTo>
                <a:lnTo>
                  <a:pt x="2313646" y="1885418"/>
                </a:lnTo>
                <a:lnTo>
                  <a:pt x="2274426" y="1909363"/>
                </a:lnTo>
                <a:lnTo>
                  <a:pt x="2234070" y="1932255"/>
                </a:lnTo>
                <a:lnTo>
                  <a:pt x="2192615" y="1954067"/>
                </a:lnTo>
                <a:lnTo>
                  <a:pt x="2150098" y="1974771"/>
                </a:lnTo>
                <a:lnTo>
                  <a:pt x="2106556" y="1994340"/>
                </a:lnTo>
                <a:lnTo>
                  <a:pt x="2062024" y="2012745"/>
                </a:lnTo>
                <a:lnTo>
                  <a:pt x="2016539" y="2029960"/>
                </a:lnTo>
                <a:lnTo>
                  <a:pt x="1970138" y="2045956"/>
                </a:lnTo>
                <a:lnTo>
                  <a:pt x="1922857" y="2060706"/>
                </a:lnTo>
                <a:lnTo>
                  <a:pt x="1874734" y="2074183"/>
                </a:lnTo>
                <a:lnTo>
                  <a:pt x="1825803" y="2086359"/>
                </a:lnTo>
                <a:lnTo>
                  <a:pt x="1776102" y="2097205"/>
                </a:lnTo>
                <a:lnTo>
                  <a:pt x="1725668" y="2106695"/>
                </a:lnTo>
                <a:lnTo>
                  <a:pt x="1674536" y="2114801"/>
                </a:lnTo>
                <a:lnTo>
                  <a:pt x="1622744" y="2121495"/>
                </a:lnTo>
                <a:lnTo>
                  <a:pt x="1570328" y="2126749"/>
                </a:lnTo>
                <a:lnTo>
                  <a:pt x="1517324" y="2130536"/>
                </a:lnTo>
                <a:lnTo>
                  <a:pt x="1463769" y="2132829"/>
                </a:lnTo>
                <a:lnTo>
                  <a:pt x="1409700" y="2133600"/>
                </a:lnTo>
                <a:lnTo>
                  <a:pt x="1355630" y="2132829"/>
                </a:lnTo>
                <a:lnTo>
                  <a:pt x="1302075" y="2130536"/>
                </a:lnTo>
                <a:lnTo>
                  <a:pt x="1249071" y="2126749"/>
                </a:lnTo>
                <a:lnTo>
                  <a:pt x="1196655" y="2121495"/>
                </a:lnTo>
                <a:lnTo>
                  <a:pt x="1144863" y="2114801"/>
                </a:lnTo>
                <a:lnTo>
                  <a:pt x="1093731" y="2106695"/>
                </a:lnTo>
                <a:lnTo>
                  <a:pt x="1043297" y="2097205"/>
                </a:lnTo>
                <a:lnTo>
                  <a:pt x="993596" y="2086359"/>
                </a:lnTo>
                <a:lnTo>
                  <a:pt x="944665" y="2074183"/>
                </a:lnTo>
                <a:lnTo>
                  <a:pt x="896542" y="2060706"/>
                </a:lnTo>
                <a:lnTo>
                  <a:pt x="849261" y="2045956"/>
                </a:lnTo>
                <a:lnTo>
                  <a:pt x="802860" y="2029960"/>
                </a:lnTo>
                <a:lnTo>
                  <a:pt x="757375" y="2012745"/>
                </a:lnTo>
                <a:lnTo>
                  <a:pt x="712843" y="1994340"/>
                </a:lnTo>
                <a:lnTo>
                  <a:pt x="669301" y="1974771"/>
                </a:lnTo>
                <a:lnTo>
                  <a:pt x="626784" y="1954067"/>
                </a:lnTo>
                <a:lnTo>
                  <a:pt x="585329" y="1932255"/>
                </a:lnTo>
                <a:lnTo>
                  <a:pt x="544973" y="1909363"/>
                </a:lnTo>
                <a:lnTo>
                  <a:pt x="505753" y="1885418"/>
                </a:lnTo>
                <a:lnTo>
                  <a:pt x="467704" y="1860448"/>
                </a:lnTo>
                <a:lnTo>
                  <a:pt x="430864" y="1834481"/>
                </a:lnTo>
                <a:lnTo>
                  <a:pt x="395268" y="1807544"/>
                </a:lnTo>
                <a:lnTo>
                  <a:pt x="360954" y="1779665"/>
                </a:lnTo>
                <a:lnTo>
                  <a:pt x="327958" y="1750872"/>
                </a:lnTo>
                <a:lnTo>
                  <a:pt x="296317" y="1721191"/>
                </a:lnTo>
                <a:lnTo>
                  <a:pt x="266066" y="1690652"/>
                </a:lnTo>
                <a:lnTo>
                  <a:pt x="237243" y="1659281"/>
                </a:lnTo>
                <a:lnTo>
                  <a:pt x="209883" y="1627106"/>
                </a:lnTo>
                <a:lnTo>
                  <a:pt x="184024" y="1594155"/>
                </a:lnTo>
                <a:lnTo>
                  <a:pt x="159703" y="1560455"/>
                </a:lnTo>
                <a:lnTo>
                  <a:pt x="136954" y="1526034"/>
                </a:lnTo>
                <a:lnTo>
                  <a:pt x="115816" y="1490920"/>
                </a:lnTo>
                <a:lnTo>
                  <a:pt x="96324" y="1455140"/>
                </a:lnTo>
                <a:lnTo>
                  <a:pt x="78515" y="1418721"/>
                </a:lnTo>
                <a:lnTo>
                  <a:pt x="62426" y="1381692"/>
                </a:lnTo>
                <a:lnTo>
                  <a:pt x="48093" y="1344081"/>
                </a:lnTo>
                <a:lnTo>
                  <a:pt x="35553" y="1305914"/>
                </a:lnTo>
                <a:lnTo>
                  <a:pt x="24841" y="1267219"/>
                </a:lnTo>
                <a:lnTo>
                  <a:pt x="15996" y="1228025"/>
                </a:lnTo>
                <a:lnTo>
                  <a:pt x="9052" y="1188358"/>
                </a:lnTo>
                <a:lnTo>
                  <a:pt x="4047" y="1148246"/>
                </a:lnTo>
                <a:lnTo>
                  <a:pt x="1018" y="1107718"/>
                </a:lnTo>
                <a:lnTo>
                  <a:pt x="0" y="1066800"/>
                </a:lnTo>
                <a:close/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 flipH="1">
            <a:off x="4440174" y="2626866"/>
            <a:ext cx="3092958" cy="2117395"/>
          </a:xfrm>
          <a:custGeom>
            <a:avLst/>
            <a:gdLst/>
            <a:ahLst/>
            <a:cxnLst/>
            <a:rect l="l" t="t" r="r" b="b"/>
            <a:pathLst>
              <a:path w="1369060" h="2545079">
                <a:moveTo>
                  <a:pt x="1330960" y="0"/>
                </a:moveTo>
                <a:lnTo>
                  <a:pt x="1325372" y="48387"/>
                </a:lnTo>
                <a:lnTo>
                  <a:pt x="1323213" y="88011"/>
                </a:lnTo>
                <a:lnTo>
                  <a:pt x="1321815" y="132587"/>
                </a:lnTo>
                <a:lnTo>
                  <a:pt x="1321308" y="154686"/>
                </a:lnTo>
                <a:lnTo>
                  <a:pt x="1359408" y="155575"/>
                </a:lnTo>
                <a:lnTo>
                  <a:pt x="1359915" y="133731"/>
                </a:lnTo>
                <a:lnTo>
                  <a:pt x="1360551" y="111125"/>
                </a:lnTo>
                <a:lnTo>
                  <a:pt x="1362328" y="69976"/>
                </a:lnTo>
                <a:lnTo>
                  <a:pt x="1366520" y="19938"/>
                </a:lnTo>
                <a:lnTo>
                  <a:pt x="1368678" y="5842"/>
                </a:lnTo>
                <a:lnTo>
                  <a:pt x="1330960" y="0"/>
                </a:lnTo>
                <a:close/>
              </a:path>
              <a:path w="1369060" h="2545079">
                <a:moveTo>
                  <a:pt x="1317878" y="268859"/>
                </a:moveTo>
                <a:lnTo>
                  <a:pt x="1316989" y="289560"/>
                </a:lnTo>
                <a:lnTo>
                  <a:pt x="1315593" y="318262"/>
                </a:lnTo>
                <a:lnTo>
                  <a:pt x="1311656" y="377444"/>
                </a:lnTo>
                <a:lnTo>
                  <a:pt x="1307591" y="420116"/>
                </a:lnTo>
                <a:lnTo>
                  <a:pt x="1345691" y="423672"/>
                </a:lnTo>
                <a:lnTo>
                  <a:pt x="1349756" y="379984"/>
                </a:lnTo>
                <a:lnTo>
                  <a:pt x="1353693" y="320167"/>
                </a:lnTo>
                <a:lnTo>
                  <a:pt x="1355216" y="291084"/>
                </a:lnTo>
                <a:lnTo>
                  <a:pt x="1355978" y="270383"/>
                </a:lnTo>
                <a:lnTo>
                  <a:pt x="1317878" y="268859"/>
                </a:lnTo>
                <a:close/>
              </a:path>
              <a:path w="1369060" h="2545079">
                <a:moveTo>
                  <a:pt x="1292733" y="531876"/>
                </a:moveTo>
                <a:lnTo>
                  <a:pt x="1281176" y="590931"/>
                </a:lnTo>
                <a:lnTo>
                  <a:pt x="1265936" y="651256"/>
                </a:lnTo>
                <a:lnTo>
                  <a:pt x="1257808" y="678053"/>
                </a:lnTo>
                <a:lnTo>
                  <a:pt x="1294257" y="689229"/>
                </a:lnTo>
                <a:lnTo>
                  <a:pt x="1311148" y="630047"/>
                </a:lnTo>
                <a:lnTo>
                  <a:pt x="1325118" y="567436"/>
                </a:lnTo>
                <a:lnTo>
                  <a:pt x="1330325" y="538734"/>
                </a:lnTo>
                <a:lnTo>
                  <a:pt x="1292733" y="531876"/>
                </a:lnTo>
                <a:close/>
              </a:path>
              <a:path w="1369060" h="2545079">
                <a:moveTo>
                  <a:pt x="1216660" y="781685"/>
                </a:moveTo>
                <a:lnTo>
                  <a:pt x="1196466" y="820039"/>
                </a:lnTo>
                <a:lnTo>
                  <a:pt x="1163827" y="870585"/>
                </a:lnTo>
                <a:lnTo>
                  <a:pt x="1136396" y="905256"/>
                </a:lnTo>
                <a:lnTo>
                  <a:pt x="1165478" y="929894"/>
                </a:lnTo>
                <a:lnTo>
                  <a:pt x="1195197" y="892175"/>
                </a:lnTo>
                <a:lnTo>
                  <a:pt x="1229995" y="838327"/>
                </a:lnTo>
                <a:lnTo>
                  <a:pt x="1251077" y="798195"/>
                </a:lnTo>
                <a:lnTo>
                  <a:pt x="1216660" y="781685"/>
                </a:lnTo>
                <a:close/>
              </a:path>
              <a:path w="1369060" h="2545079">
                <a:moveTo>
                  <a:pt x="1058672" y="986409"/>
                </a:moveTo>
                <a:lnTo>
                  <a:pt x="1022731" y="1019048"/>
                </a:lnTo>
                <a:lnTo>
                  <a:pt x="964057" y="1068324"/>
                </a:lnTo>
                <a:lnTo>
                  <a:pt x="943863" y="1084326"/>
                </a:lnTo>
                <a:lnTo>
                  <a:pt x="967613" y="1114298"/>
                </a:lnTo>
                <a:lnTo>
                  <a:pt x="1018921" y="1072642"/>
                </a:lnTo>
                <a:lnTo>
                  <a:pt x="1048258" y="1047496"/>
                </a:lnTo>
                <a:lnTo>
                  <a:pt x="1084961" y="1014095"/>
                </a:lnTo>
                <a:lnTo>
                  <a:pt x="1058672" y="986409"/>
                </a:lnTo>
                <a:close/>
              </a:path>
              <a:path w="1369060" h="2545079">
                <a:moveTo>
                  <a:pt x="853566" y="1153414"/>
                </a:moveTo>
                <a:lnTo>
                  <a:pt x="802513" y="1190879"/>
                </a:lnTo>
                <a:lnTo>
                  <a:pt x="730250" y="1243076"/>
                </a:lnTo>
                <a:lnTo>
                  <a:pt x="752475" y="1274064"/>
                </a:lnTo>
                <a:lnTo>
                  <a:pt x="824991" y="1221740"/>
                </a:lnTo>
                <a:lnTo>
                  <a:pt x="876046" y="1184148"/>
                </a:lnTo>
                <a:lnTo>
                  <a:pt x="853566" y="1153414"/>
                </a:lnTo>
                <a:close/>
              </a:path>
              <a:path w="1369060" h="2545079">
                <a:moveTo>
                  <a:pt x="637413" y="1310386"/>
                </a:moveTo>
                <a:lnTo>
                  <a:pt x="598677" y="1338707"/>
                </a:lnTo>
                <a:lnTo>
                  <a:pt x="565403" y="1363599"/>
                </a:lnTo>
                <a:lnTo>
                  <a:pt x="532764" y="1388618"/>
                </a:lnTo>
                <a:lnTo>
                  <a:pt x="514985" y="1402588"/>
                </a:lnTo>
                <a:lnTo>
                  <a:pt x="538607" y="1432560"/>
                </a:lnTo>
                <a:lnTo>
                  <a:pt x="556006" y="1418844"/>
                </a:lnTo>
                <a:lnTo>
                  <a:pt x="588137" y="1394206"/>
                </a:lnTo>
                <a:lnTo>
                  <a:pt x="621157" y="1369568"/>
                </a:lnTo>
                <a:lnTo>
                  <a:pt x="659891" y="1341120"/>
                </a:lnTo>
                <a:lnTo>
                  <a:pt x="637413" y="1310386"/>
                </a:lnTo>
                <a:close/>
              </a:path>
              <a:path w="1369060" h="2545079">
                <a:moveTo>
                  <a:pt x="425958" y="1476248"/>
                </a:moveTo>
                <a:lnTo>
                  <a:pt x="382777" y="1515618"/>
                </a:lnTo>
                <a:lnTo>
                  <a:pt x="331343" y="1567688"/>
                </a:lnTo>
                <a:lnTo>
                  <a:pt x="315849" y="1585214"/>
                </a:lnTo>
                <a:lnTo>
                  <a:pt x="344424" y="1610487"/>
                </a:lnTo>
                <a:lnTo>
                  <a:pt x="358901" y="1593977"/>
                </a:lnTo>
                <a:lnTo>
                  <a:pt x="383032" y="1568704"/>
                </a:lnTo>
                <a:lnTo>
                  <a:pt x="408686" y="1543558"/>
                </a:lnTo>
                <a:lnTo>
                  <a:pt x="435863" y="1518539"/>
                </a:lnTo>
                <a:lnTo>
                  <a:pt x="451231" y="1504950"/>
                </a:lnTo>
                <a:lnTo>
                  <a:pt x="425958" y="1476248"/>
                </a:lnTo>
                <a:close/>
              </a:path>
              <a:path w="1369060" h="2545079">
                <a:moveTo>
                  <a:pt x="245745" y="1679829"/>
                </a:moveTo>
                <a:lnTo>
                  <a:pt x="215519" y="1732280"/>
                </a:lnTo>
                <a:lnTo>
                  <a:pt x="186816" y="1791462"/>
                </a:lnTo>
                <a:lnTo>
                  <a:pt x="175513" y="1818132"/>
                </a:lnTo>
                <a:lnTo>
                  <a:pt x="210565" y="1833118"/>
                </a:lnTo>
                <a:lnTo>
                  <a:pt x="221487" y="1807591"/>
                </a:lnTo>
                <a:lnTo>
                  <a:pt x="234823" y="1778762"/>
                </a:lnTo>
                <a:lnTo>
                  <a:pt x="248920" y="1750568"/>
                </a:lnTo>
                <a:lnTo>
                  <a:pt x="264160" y="1723136"/>
                </a:lnTo>
                <a:lnTo>
                  <a:pt x="278384" y="1699514"/>
                </a:lnTo>
                <a:lnTo>
                  <a:pt x="245745" y="1679829"/>
                </a:lnTo>
                <a:close/>
              </a:path>
              <a:path w="1369060" h="2545079">
                <a:moveTo>
                  <a:pt x="136271" y="1927733"/>
                </a:moveTo>
                <a:lnTo>
                  <a:pt x="121538" y="1977898"/>
                </a:lnTo>
                <a:lnTo>
                  <a:pt x="105537" y="2040890"/>
                </a:lnTo>
                <a:lnTo>
                  <a:pt x="97409" y="2077212"/>
                </a:lnTo>
                <a:lnTo>
                  <a:pt x="134747" y="2084959"/>
                </a:lnTo>
                <a:lnTo>
                  <a:pt x="135636" y="2080768"/>
                </a:lnTo>
                <a:lnTo>
                  <a:pt x="142621" y="2050034"/>
                </a:lnTo>
                <a:lnTo>
                  <a:pt x="150113" y="2019173"/>
                </a:lnTo>
                <a:lnTo>
                  <a:pt x="158242" y="1988312"/>
                </a:lnTo>
                <a:lnTo>
                  <a:pt x="167005" y="1957578"/>
                </a:lnTo>
                <a:lnTo>
                  <a:pt x="172719" y="1938909"/>
                </a:lnTo>
                <a:lnTo>
                  <a:pt x="136271" y="1927733"/>
                </a:lnTo>
                <a:close/>
              </a:path>
              <a:path w="1369060" h="2545079">
                <a:moveTo>
                  <a:pt x="75437" y="2189988"/>
                </a:moveTo>
                <a:lnTo>
                  <a:pt x="74422" y="2195449"/>
                </a:lnTo>
                <a:lnTo>
                  <a:pt x="64516" y="2254631"/>
                </a:lnTo>
                <a:lnTo>
                  <a:pt x="51181" y="2341245"/>
                </a:lnTo>
                <a:lnTo>
                  <a:pt x="88900" y="2346960"/>
                </a:lnTo>
                <a:lnTo>
                  <a:pt x="89281" y="2344674"/>
                </a:lnTo>
                <a:lnTo>
                  <a:pt x="93472" y="2317369"/>
                </a:lnTo>
                <a:lnTo>
                  <a:pt x="97790" y="2289429"/>
                </a:lnTo>
                <a:lnTo>
                  <a:pt x="102235" y="2260854"/>
                </a:lnTo>
                <a:lnTo>
                  <a:pt x="112013" y="2202307"/>
                </a:lnTo>
                <a:lnTo>
                  <a:pt x="112903" y="2196846"/>
                </a:lnTo>
                <a:lnTo>
                  <a:pt x="75437" y="2189988"/>
                </a:lnTo>
                <a:close/>
              </a:path>
              <a:path w="1369060" h="2545079">
                <a:moveTo>
                  <a:pt x="0" y="2421128"/>
                </a:moveTo>
                <a:lnTo>
                  <a:pt x="32512" y="2544953"/>
                </a:lnTo>
                <a:lnTo>
                  <a:pt x="112141" y="2444750"/>
                </a:lnTo>
                <a:lnTo>
                  <a:pt x="0" y="24211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7BC55E30-18E2-EE74-D779-25FDE9ED31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  <p:sp>
        <p:nvSpPr>
          <p:cNvPr id="31" name="object 12">
            <a:extLst>
              <a:ext uri="{FF2B5EF4-FFF2-40B4-BE49-F238E27FC236}">
                <a16:creationId xmlns:a16="http://schemas.microsoft.com/office/drawing/2014/main" id="{54113BBC-4380-0ECB-D839-13759C8A09E7}"/>
              </a:ext>
            </a:extLst>
          </p:cNvPr>
          <p:cNvSpPr/>
          <p:nvPr/>
        </p:nvSpPr>
        <p:spPr>
          <a:xfrm rot="2323418" flipH="1">
            <a:off x="5688346" y="2196386"/>
            <a:ext cx="187839" cy="3005532"/>
          </a:xfrm>
          <a:custGeom>
            <a:avLst/>
            <a:gdLst/>
            <a:ahLst/>
            <a:cxnLst/>
            <a:rect l="l" t="t" r="r" b="b"/>
            <a:pathLst>
              <a:path w="114934" h="1143000">
                <a:moveTo>
                  <a:pt x="74930" y="0"/>
                </a:moveTo>
                <a:lnTo>
                  <a:pt x="36830" y="0"/>
                </a:lnTo>
                <a:lnTo>
                  <a:pt x="36956" y="152653"/>
                </a:lnTo>
                <a:lnTo>
                  <a:pt x="75184" y="152653"/>
                </a:lnTo>
                <a:lnTo>
                  <a:pt x="74930" y="0"/>
                </a:lnTo>
                <a:close/>
              </a:path>
              <a:path w="114934" h="1143000">
                <a:moveTo>
                  <a:pt x="75311" y="267080"/>
                </a:moveTo>
                <a:lnTo>
                  <a:pt x="37211" y="267080"/>
                </a:lnTo>
                <a:lnTo>
                  <a:pt x="37337" y="419735"/>
                </a:lnTo>
                <a:lnTo>
                  <a:pt x="75565" y="419735"/>
                </a:lnTo>
                <a:lnTo>
                  <a:pt x="75311" y="267080"/>
                </a:lnTo>
                <a:close/>
              </a:path>
              <a:path w="114934" h="1143000">
                <a:moveTo>
                  <a:pt x="75692" y="534288"/>
                </a:moveTo>
                <a:lnTo>
                  <a:pt x="37465" y="534288"/>
                </a:lnTo>
                <a:lnTo>
                  <a:pt x="37718" y="686942"/>
                </a:lnTo>
                <a:lnTo>
                  <a:pt x="75819" y="686942"/>
                </a:lnTo>
                <a:lnTo>
                  <a:pt x="75692" y="534288"/>
                </a:lnTo>
                <a:close/>
              </a:path>
              <a:path w="114934" h="1143000">
                <a:moveTo>
                  <a:pt x="76073" y="801370"/>
                </a:moveTo>
                <a:lnTo>
                  <a:pt x="37846" y="801370"/>
                </a:lnTo>
                <a:lnTo>
                  <a:pt x="38100" y="954024"/>
                </a:lnTo>
                <a:lnTo>
                  <a:pt x="76200" y="954024"/>
                </a:lnTo>
                <a:lnTo>
                  <a:pt x="76073" y="801370"/>
                </a:lnTo>
                <a:close/>
              </a:path>
              <a:path w="114934" h="1143000">
                <a:moveTo>
                  <a:pt x="114490" y="1028573"/>
                </a:moveTo>
                <a:lnTo>
                  <a:pt x="0" y="1028573"/>
                </a:lnTo>
                <a:lnTo>
                  <a:pt x="57404" y="1143000"/>
                </a:lnTo>
                <a:lnTo>
                  <a:pt x="114490" y="10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Chuyển</a:t>
            </a:r>
            <a:r>
              <a:rPr spc="-60" dirty="0"/>
              <a:t> </a:t>
            </a:r>
            <a:r>
              <a:rPr dirty="0"/>
              <a:t>đổi</a:t>
            </a:r>
            <a:r>
              <a:rPr spc="-85" dirty="0"/>
              <a:t> </a:t>
            </a:r>
            <a:r>
              <a:rPr dirty="0"/>
              <a:t>kiểu</a:t>
            </a:r>
            <a:r>
              <a:rPr spc="-85" dirty="0"/>
              <a:t> </a:t>
            </a:r>
            <a:r>
              <a:rPr dirty="0"/>
              <a:t>liên</a:t>
            </a:r>
            <a:r>
              <a:rPr spc="-70" dirty="0"/>
              <a:t> </a:t>
            </a:r>
            <a:r>
              <a:rPr dirty="0"/>
              <a:t>kết</a:t>
            </a:r>
            <a:r>
              <a:rPr spc="-75" dirty="0"/>
              <a:t> </a:t>
            </a:r>
            <a:r>
              <a:rPr spc="-25" dirty="0"/>
              <a:t>1:1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4699" y="1578659"/>
          <a:ext cx="5460998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2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QlyPB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NgayNhChuc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58520" y="1247647"/>
            <a:ext cx="1205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17357" y="1600961"/>
            <a:ext cx="946785" cy="38100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315"/>
              </a:spcBef>
            </a:pPr>
            <a:r>
              <a:rPr sz="1800" spc="-10" dirty="0">
                <a:latin typeface="Arial"/>
                <a:cs typeface="Arial"/>
              </a:rPr>
              <a:t>TenPB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34961" y="1600961"/>
            <a:ext cx="882650" cy="38100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15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MaPB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2685" y="1247647"/>
            <a:ext cx="1334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76802" y="1981200"/>
            <a:ext cx="3536950" cy="235585"/>
          </a:xfrm>
          <a:custGeom>
            <a:avLst/>
            <a:gdLst/>
            <a:ahLst/>
            <a:cxnLst/>
            <a:rect l="l" t="t" r="r" b="b"/>
            <a:pathLst>
              <a:path w="3536950" h="235585">
                <a:moveTo>
                  <a:pt x="12700" y="0"/>
                </a:moveTo>
                <a:lnTo>
                  <a:pt x="0" y="0"/>
                </a:lnTo>
                <a:lnTo>
                  <a:pt x="0" y="235076"/>
                </a:lnTo>
                <a:lnTo>
                  <a:pt x="3505200" y="235076"/>
                </a:lnTo>
                <a:lnTo>
                  <a:pt x="3505200" y="228726"/>
                </a:lnTo>
                <a:lnTo>
                  <a:pt x="12700" y="228726"/>
                </a:lnTo>
                <a:lnTo>
                  <a:pt x="6350" y="222376"/>
                </a:lnTo>
                <a:lnTo>
                  <a:pt x="12700" y="222376"/>
                </a:lnTo>
                <a:lnTo>
                  <a:pt x="12700" y="0"/>
                </a:lnTo>
                <a:close/>
              </a:path>
              <a:path w="3536950" h="235585">
                <a:moveTo>
                  <a:pt x="12700" y="222376"/>
                </a:moveTo>
                <a:lnTo>
                  <a:pt x="6350" y="222376"/>
                </a:lnTo>
                <a:lnTo>
                  <a:pt x="12700" y="228726"/>
                </a:lnTo>
                <a:lnTo>
                  <a:pt x="12700" y="222376"/>
                </a:lnTo>
                <a:close/>
              </a:path>
              <a:path w="3536950" h="235585">
                <a:moveTo>
                  <a:pt x="3492500" y="222376"/>
                </a:moveTo>
                <a:lnTo>
                  <a:pt x="12700" y="222376"/>
                </a:lnTo>
                <a:lnTo>
                  <a:pt x="12700" y="228726"/>
                </a:lnTo>
                <a:lnTo>
                  <a:pt x="3492500" y="228726"/>
                </a:lnTo>
                <a:lnTo>
                  <a:pt x="3492500" y="222376"/>
                </a:lnTo>
                <a:close/>
              </a:path>
              <a:path w="3536950" h="235585">
                <a:moveTo>
                  <a:pt x="3505200" y="65024"/>
                </a:moveTo>
                <a:lnTo>
                  <a:pt x="3492500" y="65024"/>
                </a:lnTo>
                <a:lnTo>
                  <a:pt x="3492500" y="228726"/>
                </a:lnTo>
                <a:lnTo>
                  <a:pt x="3498850" y="222376"/>
                </a:lnTo>
                <a:lnTo>
                  <a:pt x="3505200" y="222376"/>
                </a:lnTo>
                <a:lnTo>
                  <a:pt x="3505200" y="65024"/>
                </a:lnTo>
                <a:close/>
              </a:path>
              <a:path w="3536950" h="235585">
                <a:moveTo>
                  <a:pt x="3505200" y="222376"/>
                </a:moveTo>
                <a:lnTo>
                  <a:pt x="3498850" y="222376"/>
                </a:lnTo>
                <a:lnTo>
                  <a:pt x="3492500" y="228726"/>
                </a:lnTo>
                <a:lnTo>
                  <a:pt x="3505200" y="228726"/>
                </a:lnTo>
                <a:lnTo>
                  <a:pt x="3505200" y="222376"/>
                </a:lnTo>
                <a:close/>
              </a:path>
              <a:path w="3536950" h="235585">
                <a:moveTo>
                  <a:pt x="3498850" y="1524"/>
                </a:moveTo>
                <a:lnTo>
                  <a:pt x="3460750" y="77724"/>
                </a:lnTo>
                <a:lnTo>
                  <a:pt x="3492500" y="77724"/>
                </a:lnTo>
                <a:lnTo>
                  <a:pt x="3492500" y="65024"/>
                </a:lnTo>
                <a:lnTo>
                  <a:pt x="3530600" y="65024"/>
                </a:lnTo>
                <a:lnTo>
                  <a:pt x="3498850" y="1524"/>
                </a:lnTo>
                <a:close/>
              </a:path>
              <a:path w="3536950" h="235585">
                <a:moveTo>
                  <a:pt x="3530600" y="65024"/>
                </a:moveTo>
                <a:lnTo>
                  <a:pt x="3505200" y="65024"/>
                </a:lnTo>
                <a:lnTo>
                  <a:pt x="3505200" y="77724"/>
                </a:lnTo>
                <a:lnTo>
                  <a:pt x="3536950" y="77724"/>
                </a:lnTo>
                <a:lnTo>
                  <a:pt x="3530600" y="650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665272" y="2889299"/>
          <a:ext cx="3729989" cy="729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PHONGBAN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Nghiên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cứu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225091" y="4172508"/>
          <a:ext cx="6767193" cy="1840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3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0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QlyPB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NgNhChuc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Tran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1/3/1998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Nguyen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Van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Le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Quang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Nguyen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Thi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6400800" y="3404615"/>
            <a:ext cx="1835150" cy="1343025"/>
          </a:xfrm>
          <a:custGeom>
            <a:avLst/>
            <a:gdLst/>
            <a:ahLst/>
            <a:cxnLst/>
            <a:rect l="l" t="t" r="r" b="b"/>
            <a:pathLst>
              <a:path w="1835150" h="1343025">
                <a:moveTo>
                  <a:pt x="1822450" y="1330325"/>
                </a:moveTo>
                <a:lnTo>
                  <a:pt x="1600200" y="1330325"/>
                </a:lnTo>
                <a:lnTo>
                  <a:pt x="1600200" y="1343025"/>
                </a:lnTo>
                <a:lnTo>
                  <a:pt x="1835150" y="1343025"/>
                </a:lnTo>
                <a:lnTo>
                  <a:pt x="1835150" y="1336675"/>
                </a:lnTo>
                <a:lnTo>
                  <a:pt x="1822450" y="1336675"/>
                </a:lnTo>
                <a:lnTo>
                  <a:pt x="1822450" y="1330325"/>
                </a:lnTo>
                <a:close/>
              </a:path>
              <a:path w="1835150" h="1343025">
                <a:moveTo>
                  <a:pt x="1822450" y="38100"/>
                </a:moveTo>
                <a:lnTo>
                  <a:pt x="1822450" y="1336675"/>
                </a:lnTo>
                <a:lnTo>
                  <a:pt x="1828800" y="1330325"/>
                </a:lnTo>
                <a:lnTo>
                  <a:pt x="1835150" y="1330325"/>
                </a:lnTo>
                <a:lnTo>
                  <a:pt x="1835150" y="44450"/>
                </a:lnTo>
                <a:lnTo>
                  <a:pt x="1828800" y="44450"/>
                </a:lnTo>
                <a:lnTo>
                  <a:pt x="1822450" y="38100"/>
                </a:lnTo>
                <a:close/>
              </a:path>
              <a:path w="1835150" h="1343025">
                <a:moveTo>
                  <a:pt x="1835150" y="1330325"/>
                </a:moveTo>
                <a:lnTo>
                  <a:pt x="1828800" y="1330325"/>
                </a:lnTo>
                <a:lnTo>
                  <a:pt x="1822450" y="1336675"/>
                </a:lnTo>
                <a:lnTo>
                  <a:pt x="1835150" y="1336675"/>
                </a:lnTo>
                <a:lnTo>
                  <a:pt x="1835150" y="1330325"/>
                </a:lnTo>
                <a:close/>
              </a:path>
              <a:path w="1835150" h="1343025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835150" h="1343025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835150" h="1343025">
                <a:moveTo>
                  <a:pt x="183515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822450" y="44450"/>
                </a:lnTo>
                <a:lnTo>
                  <a:pt x="1822450" y="38100"/>
                </a:lnTo>
                <a:lnTo>
                  <a:pt x="1835150" y="38100"/>
                </a:lnTo>
                <a:lnTo>
                  <a:pt x="1835150" y="31750"/>
                </a:lnTo>
                <a:close/>
              </a:path>
              <a:path w="1835150" h="1343025">
                <a:moveTo>
                  <a:pt x="1835150" y="38100"/>
                </a:moveTo>
                <a:lnTo>
                  <a:pt x="1822450" y="38100"/>
                </a:lnTo>
                <a:lnTo>
                  <a:pt x="1828800" y="44450"/>
                </a:lnTo>
                <a:lnTo>
                  <a:pt x="1835150" y="44450"/>
                </a:lnTo>
                <a:lnTo>
                  <a:pt x="18351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5331349-DDFC-DB91-73EE-EDC22C89EF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Chuyển</a:t>
            </a:r>
            <a:r>
              <a:rPr spc="-60" dirty="0"/>
              <a:t> </a:t>
            </a:r>
            <a:r>
              <a:rPr dirty="0"/>
              <a:t>đổi</a:t>
            </a:r>
            <a:r>
              <a:rPr spc="-85" dirty="0"/>
              <a:t> </a:t>
            </a:r>
            <a:r>
              <a:rPr dirty="0"/>
              <a:t>kiểu</a:t>
            </a:r>
            <a:r>
              <a:rPr spc="-85" dirty="0"/>
              <a:t> </a:t>
            </a:r>
            <a:r>
              <a:rPr dirty="0"/>
              <a:t>liên</a:t>
            </a:r>
            <a:r>
              <a:rPr spc="-70" dirty="0"/>
              <a:t> </a:t>
            </a:r>
            <a:r>
              <a:rPr dirty="0"/>
              <a:t>kết</a:t>
            </a:r>
            <a:r>
              <a:rPr spc="-75" dirty="0"/>
              <a:t> </a:t>
            </a:r>
            <a:r>
              <a:rPr spc="-25" dirty="0"/>
              <a:t>1:1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1139" y="1325880"/>
            <a:ext cx="6248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800" spc="-25" dirty="0">
                <a:latin typeface="Arial"/>
                <a:cs typeface="Arial"/>
              </a:rPr>
              <a:t>CLB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0819" y="1325880"/>
            <a:ext cx="650875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800" spc="-25" dirty="0">
                <a:latin typeface="Arial"/>
                <a:cs typeface="Arial"/>
              </a:rPr>
              <a:t>SVD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67911" y="1324355"/>
            <a:ext cx="1004569" cy="367665"/>
          </a:xfrm>
          <a:custGeom>
            <a:avLst/>
            <a:gdLst/>
            <a:ahLst/>
            <a:cxnLst/>
            <a:rect l="l" t="t" r="r" b="b"/>
            <a:pathLst>
              <a:path w="1004570" h="367664">
                <a:moveTo>
                  <a:pt x="0" y="183642"/>
                </a:moveTo>
                <a:lnTo>
                  <a:pt x="502158" y="0"/>
                </a:lnTo>
                <a:lnTo>
                  <a:pt x="1004315" y="183642"/>
                </a:lnTo>
                <a:lnTo>
                  <a:pt x="502158" y="367284"/>
                </a:lnTo>
                <a:lnTo>
                  <a:pt x="0" y="183642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44873" y="1352550"/>
            <a:ext cx="850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SOHUU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95573" y="11714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7278" y="11714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58561" y="1507997"/>
            <a:ext cx="1309370" cy="1905"/>
          </a:xfrm>
          <a:custGeom>
            <a:avLst/>
            <a:gdLst/>
            <a:ahLst/>
            <a:cxnLst/>
            <a:rect l="l" t="t" r="r" b="b"/>
            <a:pathLst>
              <a:path w="1309370" h="1905">
                <a:moveTo>
                  <a:pt x="0" y="0"/>
                </a:moveTo>
                <a:lnTo>
                  <a:pt x="1309115" y="1524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06667" y="1991867"/>
            <a:ext cx="576580" cy="368935"/>
          </a:xfrm>
          <a:custGeom>
            <a:avLst/>
            <a:gdLst/>
            <a:ahLst/>
            <a:cxnLst/>
            <a:rect l="l" t="t" r="r" b="b"/>
            <a:pathLst>
              <a:path w="576579" h="368935">
                <a:moveTo>
                  <a:pt x="0" y="184404"/>
                </a:moveTo>
                <a:lnTo>
                  <a:pt x="22627" y="112621"/>
                </a:lnTo>
                <a:lnTo>
                  <a:pt x="49178" y="81297"/>
                </a:lnTo>
                <a:lnTo>
                  <a:pt x="84343" y="54006"/>
                </a:lnTo>
                <a:lnTo>
                  <a:pt x="126968" y="31490"/>
                </a:lnTo>
                <a:lnTo>
                  <a:pt x="175896" y="14489"/>
                </a:lnTo>
                <a:lnTo>
                  <a:pt x="229971" y="3746"/>
                </a:lnTo>
                <a:lnTo>
                  <a:pt x="288036" y="0"/>
                </a:lnTo>
                <a:lnTo>
                  <a:pt x="346100" y="3746"/>
                </a:lnTo>
                <a:lnTo>
                  <a:pt x="400175" y="14489"/>
                </a:lnTo>
                <a:lnTo>
                  <a:pt x="449103" y="31490"/>
                </a:lnTo>
                <a:lnTo>
                  <a:pt x="491728" y="54006"/>
                </a:lnTo>
                <a:lnTo>
                  <a:pt x="526893" y="81297"/>
                </a:lnTo>
                <a:lnTo>
                  <a:pt x="553444" y="112621"/>
                </a:lnTo>
                <a:lnTo>
                  <a:pt x="570222" y="147237"/>
                </a:lnTo>
                <a:lnTo>
                  <a:pt x="576072" y="184404"/>
                </a:lnTo>
                <a:lnTo>
                  <a:pt x="570222" y="221570"/>
                </a:lnTo>
                <a:lnTo>
                  <a:pt x="553444" y="256186"/>
                </a:lnTo>
                <a:lnTo>
                  <a:pt x="526893" y="287510"/>
                </a:lnTo>
                <a:lnTo>
                  <a:pt x="491728" y="314801"/>
                </a:lnTo>
                <a:lnTo>
                  <a:pt x="449103" y="337317"/>
                </a:lnTo>
                <a:lnTo>
                  <a:pt x="400175" y="354318"/>
                </a:lnTo>
                <a:lnTo>
                  <a:pt x="346100" y="365061"/>
                </a:lnTo>
                <a:lnTo>
                  <a:pt x="288036" y="368808"/>
                </a:lnTo>
                <a:lnTo>
                  <a:pt x="229971" y="365061"/>
                </a:lnTo>
                <a:lnTo>
                  <a:pt x="175896" y="354318"/>
                </a:lnTo>
                <a:lnTo>
                  <a:pt x="126968" y="337317"/>
                </a:lnTo>
                <a:lnTo>
                  <a:pt x="84343" y="314801"/>
                </a:lnTo>
                <a:lnTo>
                  <a:pt x="49178" y="287510"/>
                </a:lnTo>
                <a:lnTo>
                  <a:pt x="22627" y="256186"/>
                </a:lnTo>
                <a:lnTo>
                  <a:pt x="5849" y="221570"/>
                </a:lnTo>
                <a:lnTo>
                  <a:pt x="0" y="184404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00013" y="2020646"/>
            <a:ext cx="395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94703" y="1693164"/>
            <a:ext cx="1539240" cy="668020"/>
          </a:xfrm>
          <a:custGeom>
            <a:avLst/>
            <a:gdLst/>
            <a:ahLst/>
            <a:cxnLst/>
            <a:rect l="l" t="t" r="r" b="b"/>
            <a:pathLst>
              <a:path w="1539240" h="668019">
                <a:moveTo>
                  <a:pt x="0" y="298450"/>
                </a:moveTo>
                <a:lnTo>
                  <a:pt x="492125" y="0"/>
                </a:lnTo>
              </a:path>
              <a:path w="1539240" h="668019">
                <a:moveTo>
                  <a:pt x="685800" y="483108"/>
                </a:moveTo>
                <a:lnTo>
                  <a:pt x="703863" y="429845"/>
                </a:lnTo>
                <a:lnTo>
                  <a:pt x="754536" y="382693"/>
                </a:lnTo>
                <a:lnTo>
                  <a:pt x="790453" y="362121"/>
                </a:lnTo>
                <a:lnTo>
                  <a:pt x="832543" y="343931"/>
                </a:lnTo>
                <a:lnTo>
                  <a:pt x="880148" y="328409"/>
                </a:lnTo>
                <a:lnTo>
                  <a:pt x="932607" y="315841"/>
                </a:lnTo>
                <a:lnTo>
                  <a:pt x="989262" y="306510"/>
                </a:lnTo>
                <a:lnTo>
                  <a:pt x="1049453" y="300703"/>
                </a:lnTo>
                <a:lnTo>
                  <a:pt x="1112520" y="298703"/>
                </a:lnTo>
                <a:lnTo>
                  <a:pt x="1175586" y="300703"/>
                </a:lnTo>
                <a:lnTo>
                  <a:pt x="1235777" y="306510"/>
                </a:lnTo>
                <a:lnTo>
                  <a:pt x="1292432" y="315841"/>
                </a:lnTo>
                <a:lnTo>
                  <a:pt x="1344891" y="328409"/>
                </a:lnTo>
                <a:lnTo>
                  <a:pt x="1392496" y="343931"/>
                </a:lnTo>
                <a:lnTo>
                  <a:pt x="1434586" y="362121"/>
                </a:lnTo>
                <a:lnTo>
                  <a:pt x="1470503" y="382693"/>
                </a:lnTo>
                <a:lnTo>
                  <a:pt x="1521176" y="429845"/>
                </a:lnTo>
                <a:lnTo>
                  <a:pt x="1539240" y="483108"/>
                </a:lnTo>
                <a:lnTo>
                  <a:pt x="1534614" y="510360"/>
                </a:lnTo>
                <a:lnTo>
                  <a:pt x="1499586" y="560852"/>
                </a:lnTo>
                <a:lnTo>
                  <a:pt x="1434586" y="604094"/>
                </a:lnTo>
                <a:lnTo>
                  <a:pt x="1392496" y="622284"/>
                </a:lnTo>
                <a:lnTo>
                  <a:pt x="1344891" y="637806"/>
                </a:lnTo>
                <a:lnTo>
                  <a:pt x="1292432" y="650374"/>
                </a:lnTo>
                <a:lnTo>
                  <a:pt x="1235777" y="659705"/>
                </a:lnTo>
                <a:lnTo>
                  <a:pt x="1175586" y="665512"/>
                </a:lnTo>
                <a:lnTo>
                  <a:pt x="1112520" y="667512"/>
                </a:lnTo>
                <a:lnTo>
                  <a:pt x="1049453" y="665512"/>
                </a:lnTo>
                <a:lnTo>
                  <a:pt x="989262" y="659705"/>
                </a:lnTo>
                <a:lnTo>
                  <a:pt x="932607" y="650374"/>
                </a:lnTo>
                <a:lnTo>
                  <a:pt x="880148" y="637806"/>
                </a:lnTo>
                <a:lnTo>
                  <a:pt x="832543" y="622284"/>
                </a:lnTo>
                <a:lnTo>
                  <a:pt x="790453" y="604094"/>
                </a:lnTo>
                <a:lnTo>
                  <a:pt x="754536" y="583522"/>
                </a:lnTo>
                <a:lnTo>
                  <a:pt x="703863" y="536370"/>
                </a:lnTo>
                <a:lnTo>
                  <a:pt x="685800" y="483108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158608" y="2020646"/>
            <a:ext cx="7010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ThPho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886956" y="1321308"/>
            <a:ext cx="1719580" cy="670560"/>
          </a:xfrm>
          <a:custGeom>
            <a:avLst/>
            <a:gdLst/>
            <a:ahLst/>
            <a:cxnLst/>
            <a:rect l="l" t="t" r="r" b="b"/>
            <a:pathLst>
              <a:path w="1719579" h="670560">
                <a:moveTo>
                  <a:pt x="620649" y="670305"/>
                </a:moveTo>
                <a:lnTo>
                  <a:pt x="0" y="371855"/>
                </a:lnTo>
              </a:path>
              <a:path w="1719579" h="670560">
                <a:moveTo>
                  <a:pt x="891540" y="183641"/>
                </a:moveTo>
                <a:lnTo>
                  <a:pt x="912638" y="125577"/>
                </a:lnTo>
                <a:lnTo>
                  <a:pt x="971385" y="75163"/>
                </a:lnTo>
                <a:lnTo>
                  <a:pt x="1012745" y="53768"/>
                </a:lnTo>
                <a:lnTo>
                  <a:pt x="1060960" y="35417"/>
                </a:lnTo>
                <a:lnTo>
                  <a:pt x="1115175" y="20488"/>
                </a:lnTo>
                <a:lnTo>
                  <a:pt x="1174540" y="9357"/>
                </a:lnTo>
                <a:lnTo>
                  <a:pt x="1238201" y="2402"/>
                </a:lnTo>
                <a:lnTo>
                  <a:pt x="1305305" y="0"/>
                </a:lnTo>
                <a:lnTo>
                  <a:pt x="1372410" y="2402"/>
                </a:lnTo>
                <a:lnTo>
                  <a:pt x="1436071" y="9357"/>
                </a:lnTo>
                <a:lnTo>
                  <a:pt x="1495436" y="20488"/>
                </a:lnTo>
                <a:lnTo>
                  <a:pt x="1549651" y="35417"/>
                </a:lnTo>
                <a:lnTo>
                  <a:pt x="1597866" y="53768"/>
                </a:lnTo>
                <a:lnTo>
                  <a:pt x="1639226" y="75163"/>
                </a:lnTo>
                <a:lnTo>
                  <a:pt x="1672879" y="99225"/>
                </a:lnTo>
                <a:lnTo>
                  <a:pt x="1713655" y="153842"/>
                </a:lnTo>
                <a:lnTo>
                  <a:pt x="1719072" y="183641"/>
                </a:lnTo>
                <a:lnTo>
                  <a:pt x="1713655" y="213441"/>
                </a:lnTo>
                <a:lnTo>
                  <a:pt x="1672879" y="268058"/>
                </a:lnTo>
                <a:lnTo>
                  <a:pt x="1639226" y="292120"/>
                </a:lnTo>
                <a:lnTo>
                  <a:pt x="1597866" y="313515"/>
                </a:lnTo>
                <a:lnTo>
                  <a:pt x="1549651" y="331866"/>
                </a:lnTo>
                <a:lnTo>
                  <a:pt x="1495436" y="346795"/>
                </a:lnTo>
                <a:lnTo>
                  <a:pt x="1436071" y="357926"/>
                </a:lnTo>
                <a:lnTo>
                  <a:pt x="1372410" y="364881"/>
                </a:lnTo>
                <a:lnTo>
                  <a:pt x="1305305" y="367283"/>
                </a:lnTo>
                <a:lnTo>
                  <a:pt x="1238201" y="364881"/>
                </a:lnTo>
                <a:lnTo>
                  <a:pt x="1174540" y="357926"/>
                </a:lnTo>
                <a:lnTo>
                  <a:pt x="1115175" y="346795"/>
                </a:lnTo>
                <a:lnTo>
                  <a:pt x="1060960" y="331866"/>
                </a:lnTo>
                <a:lnTo>
                  <a:pt x="1012745" y="313515"/>
                </a:lnTo>
                <a:lnTo>
                  <a:pt x="971385" y="292120"/>
                </a:lnTo>
                <a:lnTo>
                  <a:pt x="937732" y="268058"/>
                </a:lnTo>
                <a:lnTo>
                  <a:pt x="896956" y="213441"/>
                </a:lnTo>
                <a:lnTo>
                  <a:pt x="89154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48077" y="1507997"/>
            <a:ext cx="1310640" cy="1905"/>
          </a:xfrm>
          <a:custGeom>
            <a:avLst/>
            <a:gdLst/>
            <a:ahLst/>
            <a:cxnLst/>
            <a:rect l="l" t="t" r="r" b="b"/>
            <a:pathLst>
              <a:path w="1310639" h="1905">
                <a:moveTo>
                  <a:pt x="0" y="0"/>
                </a:moveTo>
                <a:lnTo>
                  <a:pt x="1310639" y="1524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01267" y="1994916"/>
            <a:ext cx="576580" cy="368935"/>
          </a:xfrm>
          <a:custGeom>
            <a:avLst/>
            <a:gdLst/>
            <a:ahLst/>
            <a:cxnLst/>
            <a:rect l="l" t="t" r="r" b="b"/>
            <a:pathLst>
              <a:path w="576580" h="368935">
                <a:moveTo>
                  <a:pt x="0" y="184404"/>
                </a:moveTo>
                <a:lnTo>
                  <a:pt x="22634" y="112621"/>
                </a:lnTo>
                <a:lnTo>
                  <a:pt x="49191" y="81297"/>
                </a:lnTo>
                <a:lnTo>
                  <a:pt x="84362" y="54006"/>
                </a:lnTo>
                <a:lnTo>
                  <a:pt x="126991" y="31490"/>
                </a:lnTo>
                <a:lnTo>
                  <a:pt x="175918" y="14489"/>
                </a:lnTo>
                <a:lnTo>
                  <a:pt x="229986" y="3746"/>
                </a:lnTo>
                <a:lnTo>
                  <a:pt x="288035" y="0"/>
                </a:lnTo>
                <a:lnTo>
                  <a:pt x="346100" y="3746"/>
                </a:lnTo>
                <a:lnTo>
                  <a:pt x="400175" y="14489"/>
                </a:lnTo>
                <a:lnTo>
                  <a:pt x="449103" y="31490"/>
                </a:lnTo>
                <a:lnTo>
                  <a:pt x="491728" y="54006"/>
                </a:lnTo>
                <a:lnTo>
                  <a:pt x="526893" y="81297"/>
                </a:lnTo>
                <a:lnTo>
                  <a:pt x="553444" y="112621"/>
                </a:lnTo>
                <a:lnTo>
                  <a:pt x="570222" y="147237"/>
                </a:lnTo>
                <a:lnTo>
                  <a:pt x="576072" y="184404"/>
                </a:lnTo>
                <a:lnTo>
                  <a:pt x="570222" y="221570"/>
                </a:lnTo>
                <a:lnTo>
                  <a:pt x="553444" y="256186"/>
                </a:lnTo>
                <a:lnTo>
                  <a:pt x="526893" y="287510"/>
                </a:lnTo>
                <a:lnTo>
                  <a:pt x="491728" y="314801"/>
                </a:lnTo>
                <a:lnTo>
                  <a:pt x="449103" y="337317"/>
                </a:lnTo>
                <a:lnTo>
                  <a:pt x="400175" y="354318"/>
                </a:lnTo>
                <a:lnTo>
                  <a:pt x="346100" y="365061"/>
                </a:lnTo>
                <a:lnTo>
                  <a:pt x="288035" y="368808"/>
                </a:lnTo>
                <a:lnTo>
                  <a:pt x="229986" y="365061"/>
                </a:lnTo>
                <a:lnTo>
                  <a:pt x="175918" y="354318"/>
                </a:lnTo>
                <a:lnTo>
                  <a:pt x="126991" y="337317"/>
                </a:lnTo>
                <a:lnTo>
                  <a:pt x="84362" y="314801"/>
                </a:lnTo>
                <a:lnTo>
                  <a:pt x="49191" y="287510"/>
                </a:lnTo>
                <a:lnTo>
                  <a:pt x="22634" y="256186"/>
                </a:lnTo>
                <a:lnTo>
                  <a:pt x="5851" y="221570"/>
                </a:lnTo>
                <a:lnTo>
                  <a:pt x="0" y="184404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93724" y="2024253"/>
            <a:ext cx="395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89303" y="1693164"/>
            <a:ext cx="2051685" cy="670560"/>
          </a:xfrm>
          <a:custGeom>
            <a:avLst/>
            <a:gdLst/>
            <a:ahLst/>
            <a:cxnLst/>
            <a:rect l="l" t="t" r="r" b="b"/>
            <a:pathLst>
              <a:path w="2051685" h="670560">
                <a:moveTo>
                  <a:pt x="0" y="301625"/>
                </a:moveTo>
                <a:lnTo>
                  <a:pt x="525526" y="0"/>
                </a:lnTo>
              </a:path>
              <a:path w="2051685" h="670560">
                <a:moveTo>
                  <a:pt x="740664" y="486156"/>
                </a:moveTo>
                <a:lnTo>
                  <a:pt x="755777" y="446593"/>
                </a:lnTo>
                <a:lnTo>
                  <a:pt x="798986" y="409990"/>
                </a:lnTo>
                <a:lnTo>
                  <a:pt x="867095" y="377244"/>
                </a:lnTo>
                <a:lnTo>
                  <a:pt x="909487" y="362600"/>
                </a:lnTo>
                <a:lnTo>
                  <a:pt x="956904" y="349256"/>
                </a:lnTo>
                <a:lnTo>
                  <a:pt x="1008948" y="337328"/>
                </a:lnTo>
                <a:lnTo>
                  <a:pt x="1065219" y="326926"/>
                </a:lnTo>
                <a:lnTo>
                  <a:pt x="1125317" y="318163"/>
                </a:lnTo>
                <a:lnTo>
                  <a:pt x="1188841" y="311152"/>
                </a:lnTo>
                <a:lnTo>
                  <a:pt x="1255394" y="306004"/>
                </a:lnTo>
                <a:lnTo>
                  <a:pt x="1324575" y="302833"/>
                </a:lnTo>
                <a:lnTo>
                  <a:pt x="1395984" y="301751"/>
                </a:lnTo>
                <a:lnTo>
                  <a:pt x="1467392" y="302833"/>
                </a:lnTo>
                <a:lnTo>
                  <a:pt x="1536573" y="306004"/>
                </a:lnTo>
                <a:lnTo>
                  <a:pt x="1603126" y="311152"/>
                </a:lnTo>
                <a:lnTo>
                  <a:pt x="1666650" y="318163"/>
                </a:lnTo>
                <a:lnTo>
                  <a:pt x="1726748" y="326926"/>
                </a:lnTo>
                <a:lnTo>
                  <a:pt x="1783019" y="337328"/>
                </a:lnTo>
                <a:lnTo>
                  <a:pt x="1835063" y="349256"/>
                </a:lnTo>
                <a:lnTo>
                  <a:pt x="1882480" y="362600"/>
                </a:lnTo>
                <a:lnTo>
                  <a:pt x="1924872" y="377244"/>
                </a:lnTo>
                <a:lnTo>
                  <a:pt x="1961839" y="393079"/>
                </a:lnTo>
                <a:lnTo>
                  <a:pt x="2017897" y="427866"/>
                </a:lnTo>
                <a:lnTo>
                  <a:pt x="2047459" y="466061"/>
                </a:lnTo>
                <a:lnTo>
                  <a:pt x="2051304" y="486156"/>
                </a:lnTo>
                <a:lnTo>
                  <a:pt x="2047459" y="506250"/>
                </a:lnTo>
                <a:lnTo>
                  <a:pt x="2017897" y="544445"/>
                </a:lnTo>
                <a:lnTo>
                  <a:pt x="1961839" y="579232"/>
                </a:lnTo>
                <a:lnTo>
                  <a:pt x="1924872" y="595067"/>
                </a:lnTo>
                <a:lnTo>
                  <a:pt x="1882480" y="609711"/>
                </a:lnTo>
                <a:lnTo>
                  <a:pt x="1835063" y="623055"/>
                </a:lnTo>
                <a:lnTo>
                  <a:pt x="1783019" y="634983"/>
                </a:lnTo>
                <a:lnTo>
                  <a:pt x="1726748" y="645385"/>
                </a:lnTo>
                <a:lnTo>
                  <a:pt x="1666650" y="654148"/>
                </a:lnTo>
                <a:lnTo>
                  <a:pt x="1603126" y="661159"/>
                </a:lnTo>
                <a:lnTo>
                  <a:pt x="1536573" y="666307"/>
                </a:lnTo>
                <a:lnTo>
                  <a:pt x="1467392" y="669478"/>
                </a:lnTo>
                <a:lnTo>
                  <a:pt x="1395984" y="670560"/>
                </a:lnTo>
                <a:lnTo>
                  <a:pt x="1324575" y="669478"/>
                </a:lnTo>
                <a:lnTo>
                  <a:pt x="1255394" y="666307"/>
                </a:lnTo>
                <a:lnTo>
                  <a:pt x="1188841" y="661159"/>
                </a:lnTo>
                <a:lnTo>
                  <a:pt x="1125317" y="654148"/>
                </a:lnTo>
                <a:lnTo>
                  <a:pt x="1065219" y="645385"/>
                </a:lnTo>
                <a:lnTo>
                  <a:pt x="1008948" y="634983"/>
                </a:lnTo>
                <a:lnTo>
                  <a:pt x="956904" y="623055"/>
                </a:lnTo>
                <a:lnTo>
                  <a:pt x="909487" y="609711"/>
                </a:lnTo>
                <a:lnTo>
                  <a:pt x="867095" y="595067"/>
                </a:lnTo>
                <a:lnTo>
                  <a:pt x="830128" y="579232"/>
                </a:lnTo>
                <a:lnTo>
                  <a:pt x="774070" y="544445"/>
                </a:lnTo>
                <a:lnTo>
                  <a:pt x="744508" y="506250"/>
                </a:lnTo>
                <a:lnTo>
                  <a:pt x="740664" y="486156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108707" y="2024253"/>
            <a:ext cx="115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NamThLap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15083" y="1693164"/>
            <a:ext cx="871855" cy="301625"/>
          </a:xfrm>
          <a:custGeom>
            <a:avLst/>
            <a:gdLst/>
            <a:ahLst/>
            <a:cxnLst/>
            <a:rect l="l" t="t" r="r" b="b"/>
            <a:pathLst>
              <a:path w="871855" h="301625">
                <a:moveTo>
                  <a:pt x="871474" y="301625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857870" y="1349502"/>
            <a:ext cx="673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Socho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11568" y="1505711"/>
            <a:ext cx="567055" cy="5080"/>
          </a:xfrm>
          <a:custGeom>
            <a:avLst/>
            <a:gdLst/>
            <a:ahLst/>
            <a:cxnLst/>
            <a:rect l="l" t="t" r="r" b="b"/>
            <a:pathLst>
              <a:path w="567054" h="5080">
                <a:moveTo>
                  <a:pt x="566674" y="0"/>
                </a:moveTo>
                <a:lnTo>
                  <a:pt x="0" y="4825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340358" y="4004309"/>
            <a:ext cx="1315720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latin typeface="Arial"/>
                <a:cs typeface="Arial"/>
              </a:rPr>
              <a:t>NamThLap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2762" y="4004309"/>
            <a:ext cx="577850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320"/>
              </a:spcBef>
            </a:pP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9520" y="3667505"/>
            <a:ext cx="469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CLB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6013499" y="3997247"/>
          <a:ext cx="2351403" cy="365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ThPho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Socho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6097904" y="3667505"/>
            <a:ext cx="49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SVD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11748" y="2428925"/>
            <a:ext cx="7769797" cy="3058237"/>
            <a:chOff x="911351" y="2428925"/>
            <a:chExt cx="7162800" cy="3058237"/>
          </a:xfrm>
        </p:grpSpPr>
        <p:sp>
          <p:nvSpPr>
            <p:cNvPr id="29" name="object 29"/>
            <p:cNvSpPr/>
            <p:nvPr/>
          </p:nvSpPr>
          <p:spPr>
            <a:xfrm>
              <a:off x="2102187" y="2428925"/>
              <a:ext cx="4715333" cy="1414806"/>
            </a:xfrm>
            <a:custGeom>
              <a:avLst/>
              <a:gdLst/>
              <a:ahLst/>
              <a:cxnLst/>
              <a:rect l="l" t="t" r="r" b="b"/>
              <a:pathLst>
                <a:path w="5296534" h="1066800">
                  <a:moveTo>
                    <a:pt x="75184" y="152654"/>
                  </a:moveTo>
                  <a:lnTo>
                    <a:pt x="74930" y="0"/>
                  </a:lnTo>
                  <a:lnTo>
                    <a:pt x="36830" y="0"/>
                  </a:lnTo>
                  <a:lnTo>
                    <a:pt x="36957" y="152654"/>
                  </a:lnTo>
                  <a:lnTo>
                    <a:pt x="75184" y="152654"/>
                  </a:lnTo>
                  <a:close/>
                </a:path>
                <a:path w="5296534" h="1066800">
                  <a:moveTo>
                    <a:pt x="75565" y="419735"/>
                  </a:moveTo>
                  <a:lnTo>
                    <a:pt x="75311" y="267208"/>
                  </a:lnTo>
                  <a:lnTo>
                    <a:pt x="37211" y="267208"/>
                  </a:lnTo>
                  <a:lnTo>
                    <a:pt x="37338" y="419735"/>
                  </a:lnTo>
                  <a:lnTo>
                    <a:pt x="75565" y="419735"/>
                  </a:lnTo>
                  <a:close/>
                </a:path>
                <a:path w="5296534" h="1066800">
                  <a:moveTo>
                    <a:pt x="75946" y="686943"/>
                  </a:moveTo>
                  <a:lnTo>
                    <a:pt x="75692" y="534289"/>
                  </a:lnTo>
                  <a:lnTo>
                    <a:pt x="37592" y="534289"/>
                  </a:lnTo>
                  <a:lnTo>
                    <a:pt x="37719" y="686943"/>
                  </a:lnTo>
                  <a:lnTo>
                    <a:pt x="75946" y="686943"/>
                  </a:lnTo>
                  <a:close/>
                </a:path>
                <a:path w="5296534" h="1066800">
                  <a:moveTo>
                    <a:pt x="114363" y="952373"/>
                  </a:moveTo>
                  <a:lnTo>
                    <a:pt x="76314" y="952373"/>
                  </a:lnTo>
                  <a:lnTo>
                    <a:pt x="76073" y="801370"/>
                  </a:lnTo>
                  <a:lnTo>
                    <a:pt x="37973" y="801370"/>
                  </a:lnTo>
                  <a:lnTo>
                    <a:pt x="38087" y="952373"/>
                  </a:lnTo>
                  <a:lnTo>
                    <a:pt x="0" y="952373"/>
                  </a:lnTo>
                  <a:lnTo>
                    <a:pt x="57404" y="1066800"/>
                  </a:lnTo>
                  <a:lnTo>
                    <a:pt x="113538" y="954024"/>
                  </a:lnTo>
                  <a:lnTo>
                    <a:pt x="114363" y="952373"/>
                  </a:lnTo>
                  <a:close/>
                </a:path>
                <a:path w="5296534" h="1066800">
                  <a:moveTo>
                    <a:pt x="5256784" y="152654"/>
                  </a:moveTo>
                  <a:lnTo>
                    <a:pt x="5256530" y="0"/>
                  </a:lnTo>
                  <a:lnTo>
                    <a:pt x="5218430" y="0"/>
                  </a:lnTo>
                  <a:lnTo>
                    <a:pt x="5218557" y="152654"/>
                  </a:lnTo>
                  <a:lnTo>
                    <a:pt x="5256784" y="152654"/>
                  </a:lnTo>
                  <a:close/>
                </a:path>
                <a:path w="5296534" h="1066800">
                  <a:moveTo>
                    <a:pt x="5257165" y="419735"/>
                  </a:moveTo>
                  <a:lnTo>
                    <a:pt x="5256911" y="267208"/>
                  </a:lnTo>
                  <a:lnTo>
                    <a:pt x="5218811" y="267208"/>
                  </a:lnTo>
                  <a:lnTo>
                    <a:pt x="5218938" y="419735"/>
                  </a:lnTo>
                  <a:lnTo>
                    <a:pt x="5257165" y="419735"/>
                  </a:lnTo>
                  <a:close/>
                </a:path>
                <a:path w="5296534" h="1066800">
                  <a:moveTo>
                    <a:pt x="5257546" y="686943"/>
                  </a:moveTo>
                  <a:lnTo>
                    <a:pt x="5257292" y="534289"/>
                  </a:lnTo>
                  <a:lnTo>
                    <a:pt x="5219192" y="534289"/>
                  </a:lnTo>
                  <a:lnTo>
                    <a:pt x="5219319" y="686943"/>
                  </a:lnTo>
                  <a:lnTo>
                    <a:pt x="5257546" y="686943"/>
                  </a:lnTo>
                  <a:close/>
                </a:path>
                <a:path w="5296534" h="1066800">
                  <a:moveTo>
                    <a:pt x="5295963" y="952373"/>
                  </a:moveTo>
                  <a:lnTo>
                    <a:pt x="5257914" y="952373"/>
                  </a:lnTo>
                  <a:lnTo>
                    <a:pt x="5257673" y="801370"/>
                  </a:lnTo>
                  <a:lnTo>
                    <a:pt x="5219573" y="801370"/>
                  </a:lnTo>
                  <a:lnTo>
                    <a:pt x="5219687" y="952373"/>
                  </a:lnTo>
                  <a:lnTo>
                    <a:pt x="5181600" y="952373"/>
                  </a:lnTo>
                  <a:lnTo>
                    <a:pt x="5239004" y="1066800"/>
                  </a:lnTo>
                  <a:lnTo>
                    <a:pt x="5295138" y="954024"/>
                  </a:lnTo>
                  <a:lnTo>
                    <a:pt x="5295963" y="9523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1351" y="2616708"/>
              <a:ext cx="7162800" cy="228600"/>
            </a:xfrm>
            <a:custGeom>
              <a:avLst/>
              <a:gdLst/>
              <a:ahLst/>
              <a:cxnLst/>
              <a:rect l="l" t="t" r="r" b="b"/>
              <a:pathLst>
                <a:path w="7162800" h="228600">
                  <a:moveTo>
                    <a:pt x="7162800" y="0"/>
                  </a:moveTo>
                  <a:lnTo>
                    <a:pt x="7122625" y="41308"/>
                  </a:lnTo>
                  <a:lnTo>
                    <a:pt x="7055864" y="65298"/>
                  </a:lnTo>
                  <a:lnTo>
                    <a:pt x="7012167" y="75908"/>
                  </a:lnTo>
                  <a:lnTo>
                    <a:pt x="6962338" y="85450"/>
                  </a:lnTo>
                  <a:lnTo>
                    <a:pt x="6906936" y="93819"/>
                  </a:lnTo>
                  <a:lnTo>
                    <a:pt x="6846520" y="100906"/>
                  </a:lnTo>
                  <a:lnTo>
                    <a:pt x="6781649" y="106605"/>
                  </a:lnTo>
                  <a:lnTo>
                    <a:pt x="6712883" y="110808"/>
                  </a:lnTo>
                  <a:lnTo>
                    <a:pt x="6640780" y="113409"/>
                  </a:lnTo>
                  <a:lnTo>
                    <a:pt x="6565900" y="114300"/>
                  </a:lnTo>
                  <a:lnTo>
                    <a:pt x="4178300" y="114300"/>
                  </a:lnTo>
                  <a:lnTo>
                    <a:pt x="4103419" y="115190"/>
                  </a:lnTo>
                  <a:lnTo>
                    <a:pt x="4031316" y="117791"/>
                  </a:lnTo>
                  <a:lnTo>
                    <a:pt x="3962550" y="121994"/>
                  </a:lnTo>
                  <a:lnTo>
                    <a:pt x="3897679" y="127693"/>
                  </a:lnTo>
                  <a:lnTo>
                    <a:pt x="3837263" y="134780"/>
                  </a:lnTo>
                  <a:lnTo>
                    <a:pt x="3781861" y="143149"/>
                  </a:lnTo>
                  <a:lnTo>
                    <a:pt x="3732032" y="152691"/>
                  </a:lnTo>
                  <a:lnTo>
                    <a:pt x="3688335" y="163301"/>
                  </a:lnTo>
                  <a:lnTo>
                    <a:pt x="3651329" y="174870"/>
                  </a:lnTo>
                  <a:lnTo>
                    <a:pt x="3599627" y="200458"/>
                  </a:lnTo>
                  <a:lnTo>
                    <a:pt x="3581400" y="228600"/>
                  </a:lnTo>
                  <a:lnTo>
                    <a:pt x="3576749" y="214263"/>
                  </a:lnTo>
                  <a:lnTo>
                    <a:pt x="3541225" y="187291"/>
                  </a:lnTo>
                  <a:lnTo>
                    <a:pt x="3474464" y="163301"/>
                  </a:lnTo>
                  <a:lnTo>
                    <a:pt x="3430767" y="152691"/>
                  </a:lnTo>
                  <a:lnTo>
                    <a:pt x="3380938" y="143149"/>
                  </a:lnTo>
                  <a:lnTo>
                    <a:pt x="3325536" y="134780"/>
                  </a:lnTo>
                  <a:lnTo>
                    <a:pt x="3265120" y="127693"/>
                  </a:lnTo>
                  <a:lnTo>
                    <a:pt x="3200249" y="121994"/>
                  </a:lnTo>
                  <a:lnTo>
                    <a:pt x="3131483" y="117791"/>
                  </a:lnTo>
                  <a:lnTo>
                    <a:pt x="3059380" y="115190"/>
                  </a:lnTo>
                  <a:lnTo>
                    <a:pt x="2984500" y="114300"/>
                  </a:lnTo>
                  <a:lnTo>
                    <a:pt x="596900" y="114300"/>
                  </a:lnTo>
                  <a:lnTo>
                    <a:pt x="522024" y="113409"/>
                  </a:lnTo>
                  <a:lnTo>
                    <a:pt x="449925" y="110808"/>
                  </a:lnTo>
                  <a:lnTo>
                    <a:pt x="381160" y="106605"/>
                  </a:lnTo>
                  <a:lnTo>
                    <a:pt x="316290" y="100906"/>
                  </a:lnTo>
                  <a:lnTo>
                    <a:pt x="255874" y="93819"/>
                  </a:lnTo>
                  <a:lnTo>
                    <a:pt x="200471" y="85450"/>
                  </a:lnTo>
                  <a:lnTo>
                    <a:pt x="150641" y="75908"/>
                  </a:lnTo>
                  <a:lnTo>
                    <a:pt x="106942" y="65298"/>
                  </a:lnTo>
                  <a:lnTo>
                    <a:pt x="69934" y="53729"/>
                  </a:lnTo>
                  <a:lnTo>
                    <a:pt x="18229" y="28141"/>
                  </a:lnTo>
                  <a:lnTo>
                    <a:pt x="4650" y="14336"/>
                  </a:lnTo>
                  <a:lnTo>
                    <a:pt x="0" y="0"/>
                  </a:lnTo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40808" y="3048762"/>
              <a:ext cx="114935" cy="2438400"/>
            </a:xfrm>
            <a:custGeom>
              <a:avLst/>
              <a:gdLst/>
              <a:ahLst/>
              <a:cxnLst/>
              <a:rect l="l" t="t" r="r" b="b"/>
              <a:pathLst>
                <a:path w="114935" h="2438400">
                  <a:moveTo>
                    <a:pt x="74802" y="0"/>
                  </a:moveTo>
                  <a:lnTo>
                    <a:pt x="36702" y="0"/>
                  </a:lnTo>
                  <a:lnTo>
                    <a:pt x="36702" y="152653"/>
                  </a:lnTo>
                  <a:lnTo>
                    <a:pt x="74929" y="152653"/>
                  </a:lnTo>
                  <a:lnTo>
                    <a:pt x="74802" y="0"/>
                  </a:lnTo>
                  <a:close/>
                </a:path>
                <a:path w="114935" h="2438400">
                  <a:moveTo>
                    <a:pt x="75056" y="267080"/>
                  </a:moveTo>
                  <a:lnTo>
                    <a:pt x="36829" y="267080"/>
                  </a:lnTo>
                  <a:lnTo>
                    <a:pt x="36956" y="419735"/>
                  </a:lnTo>
                  <a:lnTo>
                    <a:pt x="75056" y="419735"/>
                  </a:lnTo>
                  <a:lnTo>
                    <a:pt x="75056" y="267080"/>
                  </a:lnTo>
                  <a:close/>
                </a:path>
                <a:path w="114935" h="2438400">
                  <a:moveTo>
                    <a:pt x="75183" y="534288"/>
                  </a:moveTo>
                  <a:lnTo>
                    <a:pt x="36956" y="534288"/>
                  </a:lnTo>
                  <a:lnTo>
                    <a:pt x="37083" y="686943"/>
                  </a:lnTo>
                  <a:lnTo>
                    <a:pt x="75311" y="686815"/>
                  </a:lnTo>
                  <a:lnTo>
                    <a:pt x="75183" y="534288"/>
                  </a:lnTo>
                  <a:close/>
                </a:path>
                <a:path w="114935" h="2438400">
                  <a:moveTo>
                    <a:pt x="75311" y="801369"/>
                  </a:moveTo>
                  <a:lnTo>
                    <a:pt x="37211" y="801369"/>
                  </a:lnTo>
                  <a:lnTo>
                    <a:pt x="37211" y="954024"/>
                  </a:lnTo>
                  <a:lnTo>
                    <a:pt x="75437" y="954024"/>
                  </a:lnTo>
                  <a:lnTo>
                    <a:pt x="75311" y="801369"/>
                  </a:lnTo>
                  <a:close/>
                </a:path>
                <a:path w="114935" h="2438400">
                  <a:moveTo>
                    <a:pt x="75437" y="1068451"/>
                  </a:moveTo>
                  <a:lnTo>
                    <a:pt x="37337" y="1068451"/>
                  </a:lnTo>
                  <a:lnTo>
                    <a:pt x="37464" y="1221105"/>
                  </a:lnTo>
                  <a:lnTo>
                    <a:pt x="75564" y="1221105"/>
                  </a:lnTo>
                  <a:lnTo>
                    <a:pt x="75437" y="1068451"/>
                  </a:lnTo>
                  <a:close/>
                </a:path>
                <a:path w="114935" h="2438400">
                  <a:moveTo>
                    <a:pt x="75692" y="1335658"/>
                  </a:moveTo>
                  <a:lnTo>
                    <a:pt x="37464" y="1335658"/>
                  </a:lnTo>
                  <a:lnTo>
                    <a:pt x="37591" y="1488313"/>
                  </a:lnTo>
                  <a:lnTo>
                    <a:pt x="75819" y="1488313"/>
                  </a:lnTo>
                  <a:lnTo>
                    <a:pt x="75692" y="1335658"/>
                  </a:lnTo>
                  <a:close/>
                </a:path>
                <a:path w="114935" h="2438400">
                  <a:moveTo>
                    <a:pt x="75818" y="1602739"/>
                  </a:moveTo>
                  <a:lnTo>
                    <a:pt x="37718" y="1602739"/>
                  </a:lnTo>
                  <a:lnTo>
                    <a:pt x="37718" y="1755394"/>
                  </a:lnTo>
                  <a:lnTo>
                    <a:pt x="75945" y="1755394"/>
                  </a:lnTo>
                  <a:lnTo>
                    <a:pt x="75818" y="1602739"/>
                  </a:lnTo>
                  <a:close/>
                </a:path>
                <a:path w="114935" h="2438400">
                  <a:moveTo>
                    <a:pt x="75945" y="1869820"/>
                  </a:moveTo>
                  <a:lnTo>
                    <a:pt x="37845" y="1869820"/>
                  </a:lnTo>
                  <a:lnTo>
                    <a:pt x="37973" y="2022475"/>
                  </a:lnTo>
                  <a:lnTo>
                    <a:pt x="76073" y="2022475"/>
                  </a:lnTo>
                  <a:lnTo>
                    <a:pt x="75945" y="1869820"/>
                  </a:lnTo>
                  <a:close/>
                </a:path>
                <a:path w="114935" h="2438400">
                  <a:moveTo>
                    <a:pt x="76200" y="2136902"/>
                  </a:moveTo>
                  <a:lnTo>
                    <a:pt x="37973" y="2137029"/>
                  </a:lnTo>
                  <a:lnTo>
                    <a:pt x="38100" y="2289556"/>
                  </a:lnTo>
                  <a:lnTo>
                    <a:pt x="76200" y="2289556"/>
                  </a:lnTo>
                  <a:lnTo>
                    <a:pt x="76200" y="2136902"/>
                  </a:lnTo>
                  <a:close/>
                </a:path>
                <a:path w="114935" h="2438400">
                  <a:moveTo>
                    <a:pt x="114363" y="2323973"/>
                  </a:moveTo>
                  <a:lnTo>
                    <a:pt x="0" y="2323973"/>
                  </a:lnTo>
                  <a:lnTo>
                    <a:pt x="57276" y="2438400"/>
                  </a:lnTo>
                  <a:lnTo>
                    <a:pt x="114363" y="2323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2203499" y="5647740"/>
          <a:ext cx="511492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9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TenCLB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NamThLap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TenSVD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ThPho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Socho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2287270" y="5318886"/>
            <a:ext cx="106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CLB_SVD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122297" y="4558029"/>
            <a:ext cx="1469483" cy="791974"/>
          </a:xfrm>
          <a:custGeom>
            <a:avLst/>
            <a:gdLst/>
            <a:ahLst/>
            <a:cxnLst/>
            <a:rect l="l" t="t" r="r" b="b"/>
            <a:pathLst>
              <a:path w="850264" h="701039">
                <a:moveTo>
                  <a:pt x="24129" y="0"/>
                </a:moveTo>
                <a:lnTo>
                  <a:pt x="0" y="29464"/>
                </a:lnTo>
                <a:lnTo>
                  <a:pt x="118109" y="126111"/>
                </a:lnTo>
                <a:lnTo>
                  <a:pt x="142239" y="96647"/>
                </a:lnTo>
                <a:lnTo>
                  <a:pt x="24129" y="0"/>
                </a:lnTo>
                <a:close/>
              </a:path>
              <a:path w="850264" h="701039">
                <a:moveTo>
                  <a:pt x="230885" y="169164"/>
                </a:moveTo>
                <a:lnTo>
                  <a:pt x="206755" y="198628"/>
                </a:lnTo>
                <a:lnTo>
                  <a:pt x="324865" y="295275"/>
                </a:lnTo>
                <a:lnTo>
                  <a:pt x="348995" y="265811"/>
                </a:lnTo>
                <a:lnTo>
                  <a:pt x="230885" y="169164"/>
                </a:lnTo>
                <a:close/>
              </a:path>
              <a:path w="850264" h="701039">
                <a:moveTo>
                  <a:pt x="437641" y="338201"/>
                </a:moveTo>
                <a:lnTo>
                  <a:pt x="413511" y="367792"/>
                </a:lnTo>
                <a:lnTo>
                  <a:pt x="531621" y="464439"/>
                </a:lnTo>
                <a:lnTo>
                  <a:pt x="555751" y="434975"/>
                </a:lnTo>
                <a:lnTo>
                  <a:pt x="437641" y="338201"/>
                </a:lnTo>
                <a:close/>
              </a:path>
              <a:path w="850264" h="701039">
                <a:moveTo>
                  <a:pt x="797940" y="583692"/>
                </a:moveTo>
                <a:lnTo>
                  <a:pt x="725423" y="672338"/>
                </a:lnTo>
                <a:lnTo>
                  <a:pt x="850264" y="700532"/>
                </a:lnTo>
                <a:lnTo>
                  <a:pt x="797940" y="583692"/>
                </a:lnTo>
                <a:close/>
              </a:path>
              <a:path w="850264" h="701039">
                <a:moveTo>
                  <a:pt x="644397" y="507365"/>
                </a:moveTo>
                <a:lnTo>
                  <a:pt x="620140" y="536956"/>
                </a:lnTo>
                <a:lnTo>
                  <a:pt x="738377" y="633603"/>
                </a:lnTo>
                <a:lnTo>
                  <a:pt x="762507" y="604012"/>
                </a:lnTo>
                <a:lnTo>
                  <a:pt x="644397" y="507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013500" y="4558028"/>
            <a:ext cx="1013030" cy="974091"/>
          </a:xfrm>
          <a:custGeom>
            <a:avLst/>
            <a:gdLst/>
            <a:ahLst/>
            <a:cxnLst/>
            <a:rect l="l" t="t" r="r" b="b"/>
            <a:pathLst>
              <a:path w="932815" h="777239">
                <a:moveTo>
                  <a:pt x="908304" y="0"/>
                </a:moveTo>
                <a:lnTo>
                  <a:pt x="790702" y="97409"/>
                </a:lnTo>
                <a:lnTo>
                  <a:pt x="815086" y="126746"/>
                </a:lnTo>
                <a:lnTo>
                  <a:pt x="932688" y="29464"/>
                </a:lnTo>
                <a:lnTo>
                  <a:pt x="908304" y="0"/>
                </a:lnTo>
                <a:close/>
              </a:path>
              <a:path w="932815" h="777239">
                <a:moveTo>
                  <a:pt x="702563" y="170307"/>
                </a:moveTo>
                <a:lnTo>
                  <a:pt x="584962" y="267716"/>
                </a:lnTo>
                <a:lnTo>
                  <a:pt x="609345" y="297053"/>
                </a:lnTo>
                <a:lnTo>
                  <a:pt x="726947" y="199771"/>
                </a:lnTo>
                <a:lnTo>
                  <a:pt x="702563" y="170307"/>
                </a:lnTo>
                <a:close/>
              </a:path>
              <a:path w="932815" h="777239">
                <a:moveTo>
                  <a:pt x="496824" y="340741"/>
                </a:moveTo>
                <a:lnTo>
                  <a:pt x="379222" y="438023"/>
                </a:lnTo>
                <a:lnTo>
                  <a:pt x="403606" y="467487"/>
                </a:lnTo>
                <a:lnTo>
                  <a:pt x="521081" y="370078"/>
                </a:lnTo>
                <a:lnTo>
                  <a:pt x="496824" y="340741"/>
                </a:lnTo>
                <a:close/>
              </a:path>
              <a:path w="932815" h="777239">
                <a:moveTo>
                  <a:pt x="291084" y="511048"/>
                </a:moveTo>
                <a:lnTo>
                  <a:pt x="173482" y="608330"/>
                </a:lnTo>
                <a:lnTo>
                  <a:pt x="197738" y="637794"/>
                </a:lnTo>
                <a:lnTo>
                  <a:pt x="315340" y="540385"/>
                </a:lnTo>
                <a:lnTo>
                  <a:pt x="291084" y="511048"/>
                </a:lnTo>
                <a:close/>
              </a:path>
              <a:path w="932815" h="777239">
                <a:moveTo>
                  <a:pt x="51688" y="659638"/>
                </a:moveTo>
                <a:lnTo>
                  <a:pt x="0" y="776732"/>
                </a:lnTo>
                <a:lnTo>
                  <a:pt x="124713" y="747776"/>
                </a:lnTo>
                <a:lnTo>
                  <a:pt x="110508" y="730631"/>
                </a:lnTo>
                <a:lnTo>
                  <a:pt x="85598" y="730631"/>
                </a:lnTo>
                <a:lnTo>
                  <a:pt x="61340" y="701167"/>
                </a:lnTo>
                <a:lnTo>
                  <a:pt x="76011" y="688993"/>
                </a:lnTo>
                <a:lnTo>
                  <a:pt x="51688" y="659638"/>
                </a:lnTo>
                <a:close/>
              </a:path>
              <a:path w="932815" h="777239">
                <a:moveTo>
                  <a:pt x="76011" y="688993"/>
                </a:moveTo>
                <a:lnTo>
                  <a:pt x="61340" y="701167"/>
                </a:lnTo>
                <a:lnTo>
                  <a:pt x="85598" y="730631"/>
                </a:lnTo>
                <a:lnTo>
                  <a:pt x="100391" y="718420"/>
                </a:lnTo>
                <a:lnTo>
                  <a:pt x="76011" y="688993"/>
                </a:lnTo>
                <a:close/>
              </a:path>
              <a:path w="932815" h="777239">
                <a:moveTo>
                  <a:pt x="100391" y="718420"/>
                </a:moveTo>
                <a:lnTo>
                  <a:pt x="85598" y="730631"/>
                </a:lnTo>
                <a:lnTo>
                  <a:pt x="110508" y="730631"/>
                </a:lnTo>
                <a:lnTo>
                  <a:pt x="100391" y="718420"/>
                </a:lnTo>
                <a:close/>
              </a:path>
              <a:path w="932815" h="777239">
                <a:moveTo>
                  <a:pt x="85216" y="681355"/>
                </a:moveTo>
                <a:lnTo>
                  <a:pt x="76011" y="688993"/>
                </a:lnTo>
                <a:lnTo>
                  <a:pt x="100391" y="718420"/>
                </a:lnTo>
                <a:lnTo>
                  <a:pt x="109600" y="710819"/>
                </a:lnTo>
                <a:lnTo>
                  <a:pt x="85216" y="6813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6A75CC62-E554-0079-2299-F81E73954A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Chuyển</a:t>
            </a:r>
            <a:r>
              <a:rPr spc="-60" dirty="0"/>
              <a:t> </a:t>
            </a:r>
            <a:r>
              <a:rPr dirty="0"/>
              <a:t>đổi</a:t>
            </a:r>
            <a:r>
              <a:rPr spc="-85" dirty="0"/>
              <a:t> </a:t>
            </a:r>
            <a:r>
              <a:rPr dirty="0"/>
              <a:t>kiểu</a:t>
            </a:r>
            <a:r>
              <a:rPr spc="-85" dirty="0"/>
              <a:t> </a:t>
            </a:r>
            <a:r>
              <a:rPr dirty="0"/>
              <a:t>liên</a:t>
            </a:r>
            <a:r>
              <a:rPr spc="-70" dirty="0"/>
              <a:t> </a:t>
            </a:r>
            <a:r>
              <a:rPr dirty="0"/>
              <a:t>kết</a:t>
            </a:r>
            <a:r>
              <a:rPr spc="-75" dirty="0"/>
              <a:t> </a:t>
            </a:r>
            <a:r>
              <a:rPr spc="-25" dirty="0"/>
              <a:t>1:1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9219" y="1325880"/>
            <a:ext cx="1260475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latin typeface="Arial"/>
                <a:cs typeface="Arial"/>
              </a:rPr>
              <a:t>SINHVIEN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85204" y="1325880"/>
            <a:ext cx="841375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0"/>
              </a:spcBef>
            </a:pPr>
            <a:r>
              <a:rPr sz="1800" spc="-20" dirty="0">
                <a:latin typeface="Arial"/>
                <a:cs typeface="Arial"/>
              </a:rPr>
              <a:t>DOAN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84676" y="1324355"/>
            <a:ext cx="1362710" cy="367665"/>
          </a:xfrm>
          <a:custGeom>
            <a:avLst/>
            <a:gdLst/>
            <a:ahLst/>
            <a:cxnLst/>
            <a:rect l="l" t="t" r="r" b="b"/>
            <a:pathLst>
              <a:path w="1362710" h="367664">
                <a:moveTo>
                  <a:pt x="0" y="183642"/>
                </a:moveTo>
                <a:lnTo>
                  <a:pt x="681227" y="0"/>
                </a:lnTo>
                <a:lnTo>
                  <a:pt x="1362456" y="183642"/>
                </a:lnTo>
                <a:lnTo>
                  <a:pt x="681227" y="367284"/>
                </a:lnTo>
                <a:lnTo>
                  <a:pt x="0" y="183642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63670" y="1352550"/>
            <a:ext cx="1206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THUCHIEN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0898" y="11714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64733" y="11714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59196" y="1991867"/>
            <a:ext cx="893444" cy="368935"/>
          </a:xfrm>
          <a:custGeom>
            <a:avLst/>
            <a:gdLst/>
            <a:ahLst/>
            <a:cxnLst/>
            <a:rect l="l" t="t" r="r" b="b"/>
            <a:pathLst>
              <a:path w="893445" h="368935">
                <a:moveTo>
                  <a:pt x="0" y="184404"/>
                </a:moveTo>
                <a:lnTo>
                  <a:pt x="18904" y="131141"/>
                </a:lnTo>
                <a:lnTo>
                  <a:pt x="71933" y="83989"/>
                </a:lnTo>
                <a:lnTo>
                  <a:pt x="109519" y="63417"/>
                </a:lnTo>
                <a:lnTo>
                  <a:pt x="153565" y="45227"/>
                </a:lnTo>
                <a:lnTo>
                  <a:pt x="203381" y="29705"/>
                </a:lnTo>
                <a:lnTo>
                  <a:pt x="258276" y="17137"/>
                </a:lnTo>
                <a:lnTo>
                  <a:pt x="317559" y="7806"/>
                </a:lnTo>
                <a:lnTo>
                  <a:pt x="380541" y="1999"/>
                </a:lnTo>
                <a:lnTo>
                  <a:pt x="446531" y="0"/>
                </a:lnTo>
                <a:lnTo>
                  <a:pt x="512522" y="1999"/>
                </a:lnTo>
                <a:lnTo>
                  <a:pt x="575504" y="7806"/>
                </a:lnTo>
                <a:lnTo>
                  <a:pt x="634787" y="17137"/>
                </a:lnTo>
                <a:lnTo>
                  <a:pt x="689682" y="29705"/>
                </a:lnTo>
                <a:lnTo>
                  <a:pt x="739498" y="45227"/>
                </a:lnTo>
                <a:lnTo>
                  <a:pt x="783544" y="63417"/>
                </a:lnTo>
                <a:lnTo>
                  <a:pt x="821130" y="83989"/>
                </a:lnTo>
                <a:lnTo>
                  <a:pt x="874159" y="131141"/>
                </a:lnTo>
                <a:lnTo>
                  <a:pt x="893063" y="184404"/>
                </a:lnTo>
                <a:lnTo>
                  <a:pt x="888222" y="211656"/>
                </a:lnTo>
                <a:lnTo>
                  <a:pt x="851565" y="262148"/>
                </a:lnTo>
                <a:lnTo>
                  <a:pt x="783544" y="305390"/>
                </a:lnTo>
                <a:lnTo>
                  <a:pt x="739498" y="323580"/>
                </a:lnTo>
                <a:lnTo>
                  <a:pt x="689682" y="339102"/>
                </a:lnTo>
                <a:lnTo>
                  <a:pt x="634787" y="351670"/>
                </a:lnTo>
                <a:lnTo>
                  <a:pt x="575504" y="361001"/>
                </a:lnTo>
                <a:lnTo>
                  <a:pt x="512522" y="366808"/>
                </a:lnTo>
                <a:lnTo>
                  <a:pt x="446531" y="368808"/>
                </a:lnTo>
                <a:lnTo>
                  <a:pt x="380541" y="366808"/>
                </a:lnTo>
                <a:lnTo>
                  <a:pt x="317559" y="361001"/>
                </a:lnTo>
                <a:lnTo>
                  <a:pt x="258276" y="351670"/>
                </a:lnTo>
                <a:lnTo>
                  <a:pt x="203381" y="339102"/>
                </a:lnTo>
                <a:lnTo>
                  <a:pt x="153565" y="323580"/>
                </a:lnTo>
                <a:lnTo>
                  <a:pt x="109519" y="305390"/>
                </a:lnTo>
                <a:lnTo>
                  <a:pt x="71933" y="284818"/>
                </a:lnTo>
                <a:lnTo>
                  <a:pt x="18904" y="237666"/>
                </a:lnTo>
                <a:lnTo>
                  <a:pt x="0" y="184404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51016" y="2020646"/>
            <a:ext cx="7124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TenDA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05728" y="1693164"/>
            <a:ext cx="2091055" cy="668020"/>
          </a:xfrm>
          <a:custGeom>
            <a:avLst/>
            <a:gdLst/>
            <a:ahLst/>
            <a:cxnLst/>
            <a:rect l="l" t="t" r="r" b="b"/>
            <a:pathLst>
              <a:path w="2091054" h="668019">
                <a:moveTo>
                  <a:pt x="0" y="298450"/>
                </a:moveTo>
                <a:lnTo>
                  <a:pt x="800100" y="0"/>
                </a:lnTo>
              </a:path>
              <a:path w="2091054" h="668019">
                <a:moveTo>
                  <a:pt x="1159764" y="483108"/>
                </a:moveTo>
                <a:lnTo>
                  <a:pt x="1179472" y="429845"/>
                </a:lnTo>
                <a:lnTo>
                  <a:pt x="1234761" y="382693"/>
                </a:lnTo>
                <a:lnTo>
                  <a:pt x="1273949" y="362121"/>
                </a:lnTo>
                <a:lnTo>
                  <a:pt x="1319873" y="343931"/>
                </a:lnTo>
                <a:lnTo>
                  <a:pt x="1371813" y="328409"/>
                </a:lnTo>
                <a:lnTo>
                  <a:pt x="1429050" y="315841"/>
                </a:lnTo>
                <a:lnTo>
                  <a:pt x="1490864" y="306510"/>
                </a:lnTo>
                <a:lnTo>
                  <a:pt x="1556536" y="300703"/>
                </a:lnTo>
                <a:lnTo>
                  <a:pt x="1625346" y="298703"/>
                </a:lnTo>
                <a:lnTo>
                  <a:pt x="1694155" y="300703"/>
                </a:lnTo>
                <a:lnTo>
                  <a:pt x="1759827" y="306510"/>
                </a:lnTo>
                <a:lnTo>
                  <a:pt x="1821641" y="315841"/>
                </a:lnTo>
                <a:lnTo>
                  <a:pt x="1878878" y="328409"/>
                </a:lnTo>
                <a:lnTo>
                  <a:pt x="1930818" y="343931"/>
                </a:lnTo>
                <a:lnTo>
                  <a:pt x="1976742" y="362121"/>
                </a:lnTo>
                <a:lnTo>
                  <a:pt x="2015930" y="382693"/>
                </a:lnTo>
                <a:lnTo>
                  <a:pt x="2047662" y="405363"/>
                </a:lnTo>
                <a:lnTo>
                  <a:pt x="2085880" y="455855"/>
                </a:lnTo>
                <a:lnTo>
                  <a:pt x="2090927" y="483108"/>
                </a:lnTo>
                <a:lnTo>
                  <a:pt x="2085880" y="510360"/>
                </a:lnTo>
                <a:lnTo>
                  <a:pt x="2047662" y="560852"/>
                </a:lnTo>
                <a:lnTo>
                  <a:pt x="2015930" y="583522"/>
                </a:lnTo>
                <a:lnTo>
                  <a:pt x="1976742" y="604094"/>
                </a:lnTo>
                <a:lnTo>
                  <a:pt x="1930818" y="622284"/>
                </a:lnTo>
                <a:lnTo>
                  <a:pt x="1878878" y="637806"/>
                </a:lnTo>
                <a:lnTo>
                  <a:pt x="1821641" y="650374"/>
                </a:lnTo>
                <a:lnTo>
                  <a:pt x="1759827" y="659705"/>
                </a:lnTo>
                <a:lnTo>
                  <a:pt x="1694155" y="665512"/>
                </a:lnTo>
                <a:lnTo>
                  <a:pt x="1625346" y="667512"/>
                </a:lnTo>
                <a:lnTo>
                  <a:pt x="1556536" y="665512"/>
                </a:lnTo>
                <a:lnTo>
                  <a:pt x="1490864" y="659705"/>
                </a:lnTo>
                <a:lnTo>
                  <a:pt x="1429050" y="650374"/>
                </a:lnTo>
                <a:lnTo>
                  <a:pt x="1371813" y="637806"/>
                </a:lnTo>
                <a:lnTo>
                  <a:pt x="1319873" y="622284"/>
                </a:lnTo>
                <a:lnTo>
                  <a:pt x="1273949" y="604094"/>
                </a:lnTo>
                <a:lnTo>
                  <a:pt x="1234761" y="583522"/>
                </a:lnTo>
                <a:lnTo>
                  <a:pt x="1203029" y="560852"/>
                </a:lnTo>
                <a:lnTo>
                  <a:pt x="1164811" y="510360"/>
                </a:lnTo>
                <a:lnTo>
                  <a:pt x="1159764" y="483108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445756" y="2020646"/>
            <a:ext cx="7759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ThGian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05828" y="1693164"/>
            <a:ext cx="825500" cy="298450"/>
          </a:xfrm>
          <a:custGeom>
            <a:avLst/>
            <a:gdLst/>
            <a:ahLst/>
            <a:cxnLst/>
            <a:rect l="l" t="t" r="r" b="b"/>
            <a:pathLst>
              <a:path w="825500" h="298450">
                <a:moveTo>
                  <a:pt x="825500" y="298450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10867" y="1994916"/>
            <a:ext cx="803275" cy="368935"/>
          </a:xfrm>
          <a:custGeom>
            <a:avLst/>
            <a:gdLst/>
            <a:ahLst/>
            <a:cxnLst/>
            <a:rect l="l" t="t" r="r" b="b"/>
            <a:pathLst>
              <a:path w="803275" h="368935">
                <a:moveTo>
                  <a:pt x="0" y="184404"/>
                </a:moveTo>
                <a:lnTo>
                  <a:pt x="20476" y="126114"/>
                </a:lnTo>
                <a:lnTo>
                  <a:pt x="77492" y="75492"/>
                </a:lnTo>
                <a:lnTo>
                  <a:pt x="117633" y="54006"/>
                </a:lnTo>
                <a:lnTo>
                  <a:pt x="164427" y="35576"/>
                </a:lnTo>
                <a:lnTo>
                  <a:pt x="217045" y="20580"/>
                </a:lnTo>
                <a:lnTo>
                  <a:pt x="274661" y="9400"/>
                </a:lnTo>
                <a:lnTo>
                  <a:pt x="336446" y="2413"/>
                </a:lnTo>
                <a:lnTo>
                  <a:pt x="401574" y="0"/>
                </a:lnTo>
                <a:lnTo>
                  <a:pt x="466701" y="2413"/>
                </a:lnTo>
                <a:lnTo>
                  <a:pt x="528486" y="9400"/>
                </a:lnTo>
                <a:lnTo>
                  <a:pt x="586102" y="20580"/>
                </a:lnTo>
                <a:lnTo>
                  <a:pt x="638720" y="35576"/>
                </a:lnTo>
                <a:lnTo>
                  <a:pt x="685514" y="54006"/>
                </a:lnTo>
                <a:lnTo>
                  <a:pt x="725655" y="75492"/>
                </a:lnTo>
                <a:lnTo>
                  <a:pt x="758317" y="99655"/>
                </a:lnTo>
                <a:lnTo>
                  <a:pt x="797890" y="154490"/>
                </a:lnTo>
                <a:lnTo>
                  <a:pt x="803148" y="184404"/>
                </a:lnTo>
                <a:lnTo>
                  <a:pt x="797890" y="214317"/>
                </a:lnTo>
                <a:lnTo>
                  <a:pt x="758317" y="269152"/>
                </a:lnTo>
                <a:lnTo>
                  <a:pt x="725655" y="293315"/>
                </a:lnTo>
                <a:lnTo>
                  <a:pt x="685514" y="314801"/>
                </a:lnTo>
                <a:lnTo>
                  <a:pt x="638720" y="333231"/>
                </a:lnTo>
                <a:lnTo>
                  <a:pt x="586102" y="348227"/>
                </a:lnTo>
                <a:lnTo>
                  <a:pt x="528486" y="359407"/>
                </a:lnTo>
                <a:lnTo>
                  <a:pt x="466701" y="366394"/>
                </a:lnTo>
                <a:lnTo>
                  <a:pt x="401574" y="368808"/>
                </a:lnTo>
                <a:lnTo>
                  <a:pt x="336446" y="366394"/>
                </a:lnTo>
                <a:lnTo>
                  <a:pt x="274661" y="359407"/>
                </a:lnTo>
                <a:lnTo>
                  <a:pt x="217045" y="348227"/>
                </a:lnTo>
                <a:lnTo>
                  <a:pt x="164427" y="333231"/>
                </a:lnTo>
                <a:lnTo>
                  <a:pt x="117633" y="314801"/>
                </a:lnTo>
                <a:lnTo>
                  <a:pt x="77492" y="293315"/>
                </a:lnTo>
                <a:lnTo>
                  <a:pt x="44830" y="269152"/>
                </a:lnTo>
                <a:lnTo>
                  <a:pt x="5257" y="214317"/>
                </a:lnTo>
                <a:lnTo>
                  <a:pt x="0" y="184404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689607" y="2024253"/>
            <a:ext cx="64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MaSV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10155" y="1693164"/>
            <a:ext cx="3175" cy="301625"/>
          </a:xfrm>
          <a:custGeom>
            <a:avLst/>
            <a:gdLst/>
            <a:ahLst/>
            <a:cxnLst/>
            <a:rect l="l" t="t" r="r" b="b"/>
            <a:pathLst>
              <a:path w="3175" h="301625">
                <a:moveTo>
                  <a:pt x="3175" y="301625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639567" y="1508760"/>
            <a:ext cx="3945890" cy="1905"/>
          </a:xfrm>
          <a:custGeom>
            <a:avLst/>
            <a:gdLst/>
            <a:ahLst/>
            <a:cxnLst/>
            <a:rect l="l" t="t" r="r" b="b"/>
            <a:pathLst>
              <a:path w="3945890" h="1905">
                <a:moveTo>
                  <a:pt x="0" y="1650"/>
                </a:moveTo>
                <a:lnTo>
                  <a:pt x="1246123" y="0"/>
                </a:lnTo>
              </a:path>
              <a:path w="3945890" h="1905">
                <a:moveTo>
                  <a:pt x="3945762" y="1650"/>
                </a:moveTo>
                <a:lnTo>
                  <a:pt x="2607564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03224" y="3551173"/>
            <a:ext cx="151003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 marR="248285" indent="-2540">
              <a:lnSpc>
                <a:spcPct val="133100"/>
              </a:lnSpc>
              <a:spcBef>
                <a:spcPts val="100"/>
              </a:spcBef>
              <a:tabLst>
                <a:tab pos="1061085" algn="l"/>
              </a:tabLst>
            </a:pPr>
            <a:r>
              <a:rPr sz="1800" spc="-10" dirty="0">
                <a:latin typeface="Arial"/>
                <a:cs typeface="Arial"/>
              </a:rPr>
              <a:t>SINHVIEN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MaSV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69073" y="3902202"/>
            <a:ext cx="932815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ThGian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80023" y="3931157"/>
            <a:ext cx="882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TenDA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50685" y="3565905"/>
            <a:ext cx="686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DOAN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72200" y="3901440"/>
            <a:ext cx="1828800" cy="367665"/>
          </a:xfrm>
          <a:custGeom>
            <a:avLst/>
            <a:gdLst/>
            <a:ahLst/>
            <a:cxnLst/>
            <a:rect l="l" t="t" r="r" b="b"/>
            <a:pathLst>
              <a:path w="1828800" h="367664">
                <a:moveTo>
                  <a:pt x="0" y="0"/>
                </a:moveTo>
                <a:lnTo>
                  <a:pt x="1828800" y="1524"/>
                </a:lnTo>
              </a:path>
              <a:path w="1828800" h="367664">
                <a:moveTo>
                  <a:pt x="0" y="365760"/>
                </a:moveTo>
                <a:lnTo>
                  <a:pt x="1828800" y="367284"/>
                </a:lnTo>
              </a:path>
              <a:path w="1828800" h="367664">
                <a:moveTo>
                  <a:pt x="0" y="0"/>
                </a:moveTo>
                <a:lnTo>
                  <a:pt x="1524" y="365760"/>
                </a:lnTo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39798" y="2667761"/>
            <a:ext cx="114935" cy="914400"/>
          </a:xfrm>
          <a:custGeom>
            <a:avLst/>
            <a:gdLst/>
            <a:ahLst/>
            <a:cxnLst/>
            <a:rect l="l" t="t" r="r" b="b"/>
            <a:pathLst>
              <a:path w="114935" h="914400">
                <a:moveTo>
                  <a:pt x="74929" y="0"/>
                </a:moveTo>
                <a:lnTo>
                  <a:pt x="36829" y="0"/>
                </a:lnTo>
                <a:lnTo>
                  <a:pt x="37083" y="152653"/>
                </a:lnTo>
                <a:lnTo>
                  <a:pt x="75183" y="152653"/>
                </a:lnTo>
                <a:lnTo>
                  <a:pt x="74929" y="0"/>
                </a:lnTo>
                <a:close/>
              </a:path>
              <a:path w="114935" h="914400">
                <a:moveTo>
                  <a:pt x="75437" y="267080"/>
                </a:moveTo>
                <a:lnTo>
                  <a:pt x="37210" y="267208"/>
                </a:lnTo>
                <a:lnTo>
                  <a:pt x="37464" y="419735"/>
                </a:lnTo>
                <a:lnTo>
                  <a:pt x="75691" y="419735"/>
                </a:lnTo>
                <a:lnTo>
                  <a:pt x="75438" y="267208"/>
                </a:lnTo>
                <a:lnTo>
                  <a:pt x="75437" y="267080"/>
                </a:lnTo>
                <a:close/>
              </a:path>
              <a:path w="114935" h="914400">
                <a:moveTo>
                  <a:pt x="75819" y="534288"/>
                </a:moveTo>
                <a:lnTo>
                  <a:pt x="37718" y="534288"/>
                </a:lnTo>
                <a:lnTo>
                  <a:pt x="37972" y="686942"/>
                </a:lnTo>
                <a:lnTo>
                  <a:pt x="76073" y="686942"/>
                </a:lnTo>
                <a:lnTo>
                  <a:pt x="75819" y="534288"/>
                </a:lnTo>
                <a:close/>
              </a:path>
              <a:path w="114935" h="914400">
                <a:moveTo>
                  <a:pt x="114363" y="799973"/>
                </a:moveTo>
                <a:lnTo>
                  <a:pt x="0" y="799973"/>
                </a:lnTo>
                <a:lnTo>
                  <a:pt x="57403" y="914400"/>
                </a:lnTo>
                <a:lnTo>
                  <a:pt x="104881" y="819023"/>
                </a:lnTo>
                <a:lnTo>
                  <a:pt x="38226" y="819023"/>
                </a:lnTo>
                <a:lnTo>
                  <a:pt x="38100" y="801370"/>
                </a:lnTo>
                <a:lnTo>
                  <a:pt x="113668" y="801370"/>
                </a:lnTo>
                <a:lnTo>
                  <a:pt x="114363" y="799973"/>
                </a:lnTo>
                <a:close/>
              </a:path>
              <a:path w="114935" h="914400">
                <a:moveTo>
                  <a:pt x="76326" y="801370"/>
                </a:moveTo>
                <a:lnTo>
                  <a:pt x="38100" y="801370"/>
                </a:lnTo>
                <a:lnTo>
                  <a:pt x="38226" y="819023"/>
                </a:lnTo>
                <a:lnTo>
                  <a:pt x="76326" y="819023"/>
                </a:lnTo>
                <a:lnTo>
                  <a:pt x="76326" y="801370"/>
                </a:lnTo>
                <a:close/>
              </a:path>
              <a:path w="114935" h="914400">
                <a:moveTo>
                  <a:pt x="113668" y="801370"/>
                </a:moveTo>
                <a:lnTo>
                  <a:pt x="76326" y="801370"/>
                </a:lnTo>
                <a:lnTo>
                  <a:pt x="76326" y="819023"/>
                </a:lnTo>
                <a:lnTo>
                  <a:pt x="104881" y="819023"/>
                </a:lnTo>
                <a:lnTo>
                  <a:pt x="113668" y="801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1289099" y="3971340"/>
            <a:ext cx="2292985" cy="1872614"/>
            <a:chOff x="1289099" y="3971340"/>
            <a:chExt cx="2292985" cy="1872614"/>
          </a:xfrm>
        </p:grpSpPr>
        <p:sp>
          <p:nvSpPr>
            <p:cNvPr id="25" name="object 25"/>
            <p:cNvSpPr/>
            <p:nvPr/>
          </p:nvSpPr>
          <p:spPr>
            <a:xfrm>
              <a:off x="1295400" y="3977640"/>
              <a:ext cx="1525905" cy="367665"/>
            </a:xfrm>
            <a:custGeom>
              <a:avLst/>
              <a:gdLst/>
              <a:ahLst/>
              <a:cxnLst/>
              <a:rect l="l" t="t" r="r" b="b"/>
              <a:pathLst>
                <a:path w="1525905" h="367664">
                  <a:moveTo>
                    <a:pt x="0" y="0"/>
                  </a:moveTo>
                  <a:lnTo>
                    <a:pt x="1524000" y="1524"/>
                  </a:lnTo>
                </a:path>
                <a:path w="1525905" h="367664">
                  <a:moveTo>
                    <a:pt x="0" y="365760"/>
                  </a:moveTo>
                  <a:lnTo>
                    <a:pt x="1524000" y="367284"/>
                  </a:lnTo>
                </a:path>
                <a:path w="1525905" h="367664">
                  <a:moveTo>
                    <a:pt x="0" y="0"/>
                  </a:moveTo>
                  <a:lnTo>
                    <a:pt x="1524" y="365760"/>
                  </a:lnTo>
                </a:path>
                <a:path w="1525905" h="367664">
                  <a:moveTo>
                    <a:pt x="806195" y="0"/>
                  </a:moveTo>
                  <a:lnTo>
                    <a:pt x="807719" y="365760"/>
                  </a:lnTo>
                </a:path>
                <a:path w="1525905" h="367664">
                  <a:moveTo>
                    <a:pt x="1524000" y="0"/>
                  </a:moveTo>
                  <a:lnTo>
                    <a:pt x="1525524" y="365760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99260" y="4305300"/>
              <a:ext cx="1882775" cy="1538605"/>
            </a:xfrm>
            <a:custGeom>
              <a:avLst/>
              <a:gdLst/>
              <a:ahLst/>
              <a:cxnLst/>
              <a:rect l="l" t="t" r="r" b="b"/>
              <a:pathLst>
                <a:path w="1882775" h="1538604">
                  <a:moveTo>
                    <a:pt x="934973" y="38100"/>
                  </a:moveTo>
                  <a:lnTo>
                    <a:pt x="934973" y="1538287"/>
                  </a:lnTo>
                  <a:lnTo>
                    <a:pt x="1882775" y="1538287"/>
                  </a:lnTo>
                  <a:lnTo>
                    <a:pt x="1882775" y="1531937"/>
                  </a:lnTo>
                  <a:lnTo>
                    <a:pt x="947673" y="1531937"/>
                  </a:lnTo>
                  <a:lnTo>
                    <a:pt x="941323" y="1525587"/>
                  </a:lnTo>
                  <a:lnTo>
                    <a:pt x="947673" y="1525587"/>
                  </a:lnTo>
                  <a:lnTo>
                    <a:pt x="947673" y="44450"/>
                  </a:lnTo>
                  <a:lnTo>
                    <a:pt x="941323" y="44450"/>
                  </a:lnTo>
                  <a:lnTo>
                    <a:pt x="934973" y="38100"/>
                  </a:lnTo>
                  <a:close/>
                </a:path>
                <a:path w="1882775" h="1538604">
                  <a:moveTo>
                    <a:pt x="947673" y="1525587"/>
                  </a:moveTo>
                  <a:lnTo>
                    <a:pt x="941323" y="1525587"/>
                  </a:lnTo>
                  <a:lnTo>
                    <a:pt x="947673" y="1531937"/>
                  </a:lnTo>
                  <a:lnTo>
                    <a:pt x="947673" y="1525587"/>
                  </a:lnTo>
                  <a:close/>
                </a:path>
                <a:path w="1882775" h="1538604">
                  <a:moveTo>
                    <a:pt x="1882775" y="1525587"/>
                  </a:moveTo>
                  <a:lnTo>
                    <a:pt x="947673" y="1525587"/>
                  </a:lnTo>
                  <a:lnTo>
                    <a:pt x="947673" y="1531937"/>
                  </a:lnTo>
                  <a:lnTo>
                    <a:pt x="1882775" y="1531937"/>
                  </a:lnTo>
                  <a:lnTo>
                    <a:pt x="1882775" y="1525587"/>
                  </a:lnTo>
                  <a:close/>
                </a:path>
                <a:path w="1882775" h="1538604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882775" h="1538604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882775" h="1538604">
                  <a:moveTo>
                    <a:pt x="947673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934973" y="44450"/>
                  </a:lnTo>
                  <a:lnTo>
                    <a:pt x="934973" y="38100"/>
                  </a:lnTo>
                  <a:lnTo>
                    <a:pt x="947673" y="38100"/>
                  </a:lnTo>
                  <a:lnTo>
                    <a:pt x="947673" y="31750"/>
                  </a:lnTo>
                  <a:close/>
                </a:path>
                <a:path w="1882775" h="1538604">
                  <a:moveTo>
                    <a:pt x="947673" y="38100"/>
                  </a:moveTo>
                  <a:lnTo>
                    <a:pt x="934973" y="38100"/>
                  </a:lnTo>
                  <a:lnTo>
                    <a:pt x="941323" y="44450"/>
                  </a:lnTo>
                  <a:lnTo>
                    <a:pt x="947673" y="44450"/>
                  </a:lnTo>
                  <a:lnTo>
                    <a:pt x="94767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6955281" y="2591561"/>
            <a:ext cx="114935" cy="914400"/>
          </a:xfrm>
          <a:custGeom>
            <a:avLst/>
            <a:gdLst/>
            <a:ahLst/>
            <a:cxnLst/>
            <a:rect l="l" t="t" r="r" b="b"/>
            <a:pathLst>
              <a:path w="114934" h="914400">
                <a:moveTo>
                  <a:pt x="74929" y="0"/>
                </a:moveTo>
                <a:lnTo>
                  <a:pt x="36829" y="0"/>
                </a:lnTo>
                <a:lnTo>
                  <a:pt x="37084" y="152653"/>
                </a:lnTo>
                <a:lnTo>
                  <a:pt x="75184" y="152653"/>
                </a:lnTo>
                <a:lnTo>
                  <a:pt x="74929" y="0"/>
                </a:lnTo>
                <a:close/>
              </a:path>
              <a:path w="114934" h="914400">
                <a:moveTo>
                  <a:pt x="75438" y="267080"/>
                </a:moveTo>
                <a:lnTo>
                  <a:pt x="37211" y="267208"/>
                </a:lnTo>
                <a:lnTo>
                  <a:pt x="37465" y="419735"/>
                </a:lnTo>
                <a:lnTo>
                  <a:pt x="75692" y="419735"/>
                </a:lnTo>
                <a:lnTo>
                  <a:pt x="75438" y="267208"/>
                </a:lnTo>
                <a:lnTo>
                  <a:pt x="75438" y="267080"/>
                </a:lnTo>
                <a:close/>
              </a:path>
              <a:path w="114934" h="914400">
                <a:moveTo>
                  <a:pt x="75819" y="534288"/>
                </a:moveTo>
                <a:lnTo>
                  <a:pt x="37719" y="534288"/>
                </a:lnTo>
                <a:lnTo>
                  <a:pt x="37973" y="686942"/>
                </a:lnTo>
                <a:lnTo>
                  <a:pt x="76073" y="686942"/>
                </a:lnTo>
                <a:lnTo>
                  <a:pt x="75819" y="534288"/>
                </a:lnTo>
                <a:close/>
              </a:path>
              <a:path w="114934" h="914400">
                <a:moveTo>
                  <a:pt x="114363" y="799973"/>
                </a:moveTo>
                <a:lnTo>
                  <a:pt x="0" y="799973"/>
                </a:lnTo>
                <a:lnTo>
                  <a:pt x="57403" y="914400"/>
                </a:lnTo>
                <a:lnTo>
                  <a:pt x="104881" y="819023"/>
                </a:lnTo>
                <a:lnTo>
                  <a:pt x="38100" y="819023"/>
                </a:lnTo>
                <a:lnTo>
                  <a:pt x="38100" y="801370"/>
                </a:lnTo>
                <a:lnTo>
                  <a:pt x="113668" y="801370"/>
                </a:lnTo>
                <a:lnTo>
                  <a:pt x="114363" y="799973"/>
                </a:lnTo>
                <a:close/>
              </a:path>
              <a:path w="114934" h="914400">
                <a:moveTo>
                  <a:pt x="76326" y="801370"/>
                </a:moveTo>
                <a:lnTo>
                  <a:pt x="38100" y="801370"/>
                </a:lnTo>
                <a:lnTo>
                  <a:pt x="38100" y="819023"/>
                </a:lnTo>
                <a:lnTo>
                  <a:pt x="76326" y="819023"/>
                </a:lnTo>
                <a:lnTo>
                  <a:pt x="76326" y="801370"/>
                </a:lnTo>
                <a:close/>
              </a:path>
              <a:path w="114934" h="914400">
                <a:moveTo>
                  <a:pt x="113668" y="801370"/>
                </a:moveTo>
                <a:lnTo>
                  <a:pt x="76326" y="801370"/>
                </a:lnTo>
                <a:lnTo>
                  <a:pt x="76326" y="819023"/>
                </a:lnTo>
                <a:lnTo>
                  <a:pt x="104881" y="819023"/>
                </a:lnTo>
                <a:lnTo>
                  <a:pt x="113668" y="801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659251" y="5318886"/>
            <a:ext cx="1206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THUCHIEN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72761" y="5654802"/>
            <a:ext cx="1143000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330"/>
              </a:spcBef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TenDA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82161" y="5654802"/>
            <a:ext cx="990600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33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MaSV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517009" y="2058161"/>
            <a:ext cx="114935" cy="3124200"/>
          </a:xfrm>
          <a:custGeom>
            <a:avLst/>
            <a:gdLst/>
            <a:ahLst/>
            <a:cxnLst/>
            <a:rect l="l" t="t" r="r" b="b"/>
            <a:pathLst>
              <a:path w="114935" h="3124200">
                <a:moveTo>
                  <a:pt x="74802" y="0"/>
                </a:moveTo>
                <a:lnTo>
                  <a:pt x="36702" y="0"/>
                </a:lnTo>
                <a:lnTo>
                  <a:pt x="36702" y="152653"/>
                </a:lnTo>
                <a:lnTo>
                  <a:pt x="74929" y="152653"/>
                </a:lnTo>
                <a:lnTo>
                  <a:pt x="74802" y="0"/>
                </a:lnTo>
                <a:close/>
              </a:path>
              <a:path w="114935" h="3124200">
                <a:moveTo>
                  <a:pt x="74929" y="267080"/>
                </a:moveTo>
                <a:lnTo>
                  <a:pt x="36829" y="267080"/>
                </a:lnTo>
                <a:lnTo>
                  <a:pt x="36829" y="419735"/>
                </a:lnTo>
                <a:lnTo>
                  <a:pt x="75056" y="419735"/>
                </a:lnTo>
                <a:lnTo>
                  <a:pt x="74929" y="267080"/>
                </a:lnTo>
                <a:close/>
              </a:path>
              <a:path w="114935" h="3124200">
                <a:moveTo>
                  <a:pt x="75056" y="534288"/>
                </a:moveTo>
                <a:lnTo>
                  <a:pt x="36956" y="534288"/>
                </a:lnTo>
                <a:lnTo>
                  <a:pt x="36956" y="686942"/>
                </a:lnTo>
                <a:lnTo>
                  <a:pt x="75184" y="686942"/>
                </a:lnTo>
                <a:lnTo>
                  <a:pt x="75056" y="534288"/>
                </a:lnTo>
                <a:close/>
              </a:path>
              <a:path w="114935" h="3124200">
                <a:moveTo>
                  <a:pt x="75183" y="801370"/>
                </a:moveTo>
                <a:lnTo>
                  <a:pt x="37083" y="801370"/>
                </a:lnTo>
                <a:lnTo>
                  <a:pt x="37083" y="954024"/>
                </a:lnTo>
                <a:lnTo>
                  <a:pt x="75311" y="954024"/>
                </a:lnTo>
                <a:lnTo>
                  <a:pt x="75183" y="801370"/>
                </a:lnTo>
                <a:close/>
              </a:path>
              <a:path w="114935" h="3124200">
                <a:moveTo>
                  <a:pt x="75311" y="1068451"/>
                </a:moveTo>
                <a:lnTo>
                  <a:pt x="37211" y="1068451"/>
                </a:lnTo>
                <a:lnTo>
                  <a:pt x="37211" y="1221104"/>
                </a:lnTo>
                <a:lnTo>
                  <a:pt x="75437" y="1221104"/>
                </a:lnTo>
                <a:lnTo>
                  <a:pt x="75311" y="1068451"/>
                </a:lnTo>
                <a:close/>
              </a:path>
              <a:path w="114935" h="3124200">
                <a:moveTo>
                  <a:pt x="75438" y="1335659"/>
                </a:moveTo>
                <a:lnTo>
                  <a:pt x="37337" y="1335659"/>
                </a:lnTo>
                <a:lnTo>
                  <a:pt x="37337" y="1488186"/>
                </a:lnTo>
                <a:lnTo>
                  <a:pt x="75564" y="1488186"/>
                </a:lnTo>
                <a:lnTo>
                  <a:pt x="75438" y="1335659"/>
                </a:lnTo>
                <a:close/>
              </a:path>
              <a:path w="114935" h="3124200">
                <a:moveTo>
                  <a:pt x="75564" y="1602739"/>
                </a:moveTo>
                <a:lnTo>
                  <a:pt x="37464" y="1602739"/>
                </a:lnTo>
                <a:lnTo>
                  <a:pt x="37464" y="1755394"/>
                </a:lnTo>
                <a:lnTo>
                  <a:pt x="75691" y="1755394"/>
                </a:lnTo>
                <a:lnTo>
                  <a:pt x="75564" y="1602739"/>
                </a:lnTo>
                <a:close/>
              </a:path>
              <a:path w="114935" h="3124200">
                <a:moveTo>
                  <a:pt x="75691" y="1869820"/>
                </a:moveTo>
                <a:lnTo>
                  <a:pt x="37591" y="1869820"/>
                </a:lnTo>
                <a:lnTo>
                  <a:pt x="37718" y="2022475"/>
                </a:lnTo>
                <a:lnTo>
                  <a:pt x="75818" y="2022475"/>
                </a:lnTo>
                <a:lnTo>
                  <a:pt x="75691" y="1869820"/>
                </a:lnTo>
                <a:close/>
              </a:path>
              <a:path w="114935" h="3124200">
                <a:moveTo>
                  <a:pt x="75818" y="2136902"/>
                </a:moveTo>
                <a:lnTo>
                  <a:pt x="37718" y="2137029"/>
                </a:lnTo>
                <a:lnTo>
                  <a:pt x="37845" y="2289556"/>
                </a:lnTo>
                <a:lnTo>
                  <a:pt x="75945" y="2289556"/>
                </a:lnTo>
                <a:lnTo>
                  <a:pt x="75818" y="2136902"/>
                </a:lnTo>
                <a:close/>
              </a:path>
              <a:path w="114935" h="3124200">
                <a:moveTo>
                  <a:pt x="75945" y="2404110"/>
                </a:moveTo>
                <a:lnTo>
                  <a:pt x="37845" y="2404110"/>
                </a:lnTo>
                <a:lnTo>
                  <a:pt x="37973" y="2556764"/>
                </a:lnTo>
                <a:lnTo>
                  <a:pt x="76073" y="2556764"/>
                </a:lnTo>
                <a:lnTo>
                  <a:pt x="75945" y="2404110"/>
                </a:lnTo>
                <a:close/>
              </a:path>
              <a:path w="114935" h="3124200">
                <a:moveTo>
                  <a:pt x="76073" y="2671191"/>
                </a:moveTo>
                <a:lnTo>
                  <a:pt x="37973" y="2671191"/>
                </a:lnTo>
                <a:lnTo>
                  <a:pt x="38100" y="2823845"/>
                </a:lnTo>
                <a:lnTo>
                  <a:pt x="76200" y="2823845"/>
                </a:lnTo>
                <a:lnTo>
                  <a:pt x="76073" y="2671191"/>
                </a:lnTo>
                <a:close/>
              </a:path>
              <a:path w="114935" h="3124200">
                <a:moveTo>
                  <a:pt x="38100" y="3009773"/>
                </a:moveTo>
                <a:lnTo>
                  <a:pt x="0" y="3009773"/>
                </a:lnTo>
                <a:lnTo>
                  <a:pt x="57276" y="3124200"/>
                </a:lnTo>
                <a:lnTo>
                  <a:pt x="104859" y="3028823"/>
                </a:lnTo>
                <a:lnTo>
                  <a:pt x="38100" y="3028823"/>
                </a:lnTo>
                <a:lnTo>
                  <a:pt x="38100" y="3009773"/>
                </a:lnTo>
                <a:close/>
              </a:path>
              <a:path w="114935" h="3124200">
                <a:moveTo>
                  <a:pt x="76326" y="2938272"/>
                </a:moveTo>
                <a:lnTo>
                  <a:pt x="38100" y="2938272"/>
                </a:lnTo>
                <a:lnTo>
                  <a:pt x="38100" y="3028823"/>
                </a:lnTo>
                <a:lnTo>
                  <a:pt x="76326" y="3028823"/>
                </a:lnTo>
                <a:lnTo>
                  <a:pt x="76326" y="2938272"/>
                </a:lnTo>
                <a:close/>
              </a:path>
              <a:path w="114935" h="3124200">
                <a:moveTo>
                  <a:pt x="114363" y="3009773"/>
                </a:moveTo>
                <a:lnTo>
                  <a:pt x="76326" y="3009773"/>
                </a:lnTo>
                <a:lnTo>
                  <a:pt x="76326" y="3028823"/>
                </a:lnTo>
                <a:lnTo>
                  <a:pt x="104859" y="3028823"/>
                </a:lnTo>
                <a:lnTo>
                  <a:pt x="114363" y="30097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715000" y="4229100"/>
            <a:ext cx="904875" cy="1614805"/>
          </a:xfrm>
          <a:custGeom>
            <a:avLst/>
            <a:gdLst/>
            <a:ahLst/>
            <a:cxnLst/>
            <a:rect l="l" t="t" r="r" b="b"/>
            <a:pathLst>
              <a:path w="904875" h="1614804">
                <a:moveTo>
                  <a:pt x="446024" y="1601787"/>
                </a:moveTo>
                <a:lnTo>
                  <a:pt x="0" y="1601787"/>
                </a:lnTo>
                <a:lnTo>
                  <a:pt x="0" y="1614487"/>
                </a:lnTo>
                <a:lnTo>
                  <a:pt x="458724" y="1614487"/>
                </a:lnTo>
                <a:lnTo>
                  <a:pt x="458724" y="1608137"/>
                </a:lnTo>
                <a:lnTo>
                  <a:pt x="446024" y="1608137"/>
                </a:lnTo>
                <a:lnTo>
                  <a:pt x="446024" y="1601787"/>
                </a:lnTo>
                <a:close/>
              </a:path>
              <a:path w="904875" h="1614804">
                <a:moveTo>
                  <a:pt x="828675" y="31750"/>
                </a:moveTo>
                <a:lnTo>
                  <a:pt x="446024" y="31750"/>
                </a:lnTo>
                <a:lnTo>
                  <a:pt x="446024" y="1608137"/>
                </a:lnTo>
                <a:lnTo>
                  <a:pt x="452374" y="1601787"/>
                </a:lnTo>
                <a:lnTo>
                  <a:pt x="458724" y="1601787"/>
                </a:lnTo>
                <a:lnTo>
                  <a:pt x="458724" y="44450"/>
                </a:lnTo>
                <a:lnTo>
                  <a:pt x="452374" y="44450"/>
                </a:lnTo>
                <a:lnTo>
                  <a:pt x="458724" y="38100"/>
                </a:lnTo>
                <a:lnTo>
                  <a:pt x="828675" y="38100"/>
                </a:lnTo>
                <a:lnTo>
                  <a:pt x="828675" y="31750"/>
                </a:lnTo>
                <a:close/>
              </a:path>
              <a:path w="904875" h="1614804">
                <a:moveTo>
                  <a:pt x="458724" y="1601787"/>
                </a:moveTo>
                <a:lnTo>
                  <a:pt x="452374" y="1601787"/>
                </a:lnTo>
                <a:lnTo>
                  <a:pt x="446024" y="1608137"/>
                </a:lnTo>
                <a:lnTo>
                  <a:pt x="458724" y="1608137"/>
                </a:lnTo>
                <a:lnTo>
                  <a:pt x="458724" y="1601787"/>
                </a:lnTo>
                <a:close/>
              </a:path>
              <a:path w="904875" h="1614804">
                <a:moveTo>
                  <a:pt x="828675" y="0"/>
                </a:moveTo>
                <a:lnTo>
                  <a:pt x="828675" y="76200"/>
                </a:lnTo>
                <a:lnTo>
                  <a:pt x="892175" y="44450"/>
                </a:lnTo>
                <a:lnTo>
                  <a:pt x="841375" y="44450"/>
                </a:lnTo>
                <a:lnTo>
                  <a:pt x="841375" y="31750"/>
                </a:lnTo>
                <a:lnTo>
                  <a:pt x="892175" y="31750"/>
                </a:lnTo>
                <a:lnTo>
                  <a:pt x="828675" y="0"/>
                </a:lnTo>
                <a:close/>
              </a:path>
              <a:path w="904875" h="1614804">
                <a:moveTo>
                  <a:pt x="458724" y="38100"/>
                </a:moveTo>
                <a:lnTo>
                  <a:pt x="452374" y="44450"/>
                </a:lnTo>
                <a:lnTo>
                  <a:pt x="458724" y="44450"/>
                </a:lnTo>
                <a:lnTo>
                  <a:pt x="458724" y="38100"/>
                </a:lnTo>
                <a:close/>
              </a:path>
              <a:path w="904875" h="1614804">
                <a:moveTo>
                  <a:pt x="828675" y="38100"/>
                </a:moveTo>
                <a:lnTo>
                  <a:pt x="458724" y="38100"/>
                </a:lnTo>
                <a:lnTo>
                  <a:pt x="458724" y="44450"/>
                </a:lnTo>
                <a:lnTo>
                  <a:pt x="828675" y="44450"/>
                </a:lnTo>
                <a:lnTo>
                  <a:pt x="828675" y="38100"/>
                </a:lnTo>
                <a:close/>
              </a:path>
              <a:path w="904875" h="1614804">
                <a:moveTo>
                  <a:pt x="892175" y="31750"/>
                </a:moveTo>
                <a:lnTo>
                  <a:pt x="841375" y="31750"/>
                </a:lnTo>
                <a:lnTo>
                  <a:pt x="841375" y="44450"/>
                </a:lnTo>
                <a:lnTo>
                  <a:pt x="892175" y="44450"/>
                </a:lnTo>
                <a:lnTo>
                  <a:pt x="904875" y="38100"/>
                </a:lnTo>
                <a:lnTo>
                  <a:pt x="89217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3413C6DE-AD00-363E-54FF-6D15EBDD52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Chuyển</a:t>
            </a:r>
            <a:r>
              <a:rPr spc="-60" dirty="0"/>
              <a:t> </a:t>
            </a:r>
            <a:r>
              <a:rPr dirty="0"/>
              <a:t>đổi</a:t>
            </a:r>
            <a:r>
              <a:rPr spc="-85" dirty="0"/>
              <a:t> </a:t>
            </a:r>
            <a:r>
              <a:rPr dirty="0"/>
              <a:t>kiểu</a:t>
            </a:r>
            <a:r>
              <a:rPr spc="-85" dirty="0"/>
              <a:t> </a:t>
            </a:r>
            <a:r>
              <a:rPr dirty="0"/>
              <a:t>liên</a:t>
            </a:r>
            <a:r>
              <a:rPr spc="-70" dirty="0"/>
              <a:t> </a:t>
            </a:r>
            <a:r>
              <a:rPr dirty="0"/>
              <a:t>kết</a:t>
            </a:r>
            <a:r>
              <a:rPr spc="-75" dirty="0"/>
              <a:t> </a:t>
            </a:r>
            <a:r>
              <a:rPr spc="-25" dirty="0"/>
              <a:t>1:N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99" y="3788459"/>
          <a:ext cx="3949063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5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34720" y="3441649"/>
            <a:ext cx="12058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387391" y="5099099"/>
          <a:ext cx="4446269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6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NgayNhChuc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472178" y="4753736"/>
            <a:ext cx="1334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1936" y="1402080"/>
            <a:ext cx="1359535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3156" y="1402080"/>
            <a:ext cx="1489075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72128" y="1400555"/>
            <a:ext cx="1184275" cy="367665"/>
          </a:xfrm>
          <a:custGeom>
            <a:avLst/>
            <a:gdLst/>
            <a:ahLst/>
            <a:cxnLst/>
            <a:rect l="l" t="t" r="r" b="b"/>
            <a:pathLst>
              <a:path w="1184275" h="367664">
                <a:moveTo>
                  <a:pt x="0" y="183642"/>
                </a:moveTo>
                <a:lnTo>
                  <a:pt x="592074" y="0"/>
                </a:lnTo>
                <a:lnTo>
                  <a:pt x="1184148" y="183642"/>
                </a:lnTo>
                <a:lnTo>
                  <a:pt x="592074" y="367284"/>
                </a:lnTo>
                <a:lnTo>
                  <a:pt x="0" y="183642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50867" y="1428750"/>
            <a:ext cx="1028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LAMVIEC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70326" y="1247647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02884" y="12476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81120" y="1138319"/>
            <a:ext cx="2934335" cy="2215515"/>
            <a:chOff x="681120" y="1138319"/>
            <a:chExt cx="2934335" cy="2215515"/>
          </a:xfrm>
        </p:grpSpPr>
        <p:sp>
          <p:nvSpPr>
            <p:cNvPr id="14" name="object 14"/>
            <p:cNvSpPr/>
            <p:nvPr/>
          </p:nvSpPr>
          <p:spPr>
            <a:xfrm>
              <a:off x="2376677" y="1587245"/>
              <a:ext cx="1219200" cy="1905"/>
            </a:xfrm>
            <a:custGeom>
              <a:avLst/>
              <a:gdLst/>
              <a:ahLst/>
              <a:cxnLst/>
              <a:rect l="l" t="t" r="r" b="b"/>
              <a:pathLst>
                <a:path w="1219200" h="1905">
                  <a:moveTo>
                    <a:pt x="0" y="0"/>
                  </a:moveTo>
                  <a:lnTo>
                    <a:pt x="1219200" y="1524"/>
                  </a:lnTo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45081" y="1905761"/>
              <a:ext cx="114935" cy="1447800"/>
            </a:xfrm>
            <a:custGeom>
              <a:avLst/>
              <a:gdLst/>
              <a:ahLst/>
              <a:cxnLst/>
              <a:rect l="l" t="t" r="r" b="b"/>
              <a:pathLst>
                <a:path w="114935" h="1447800">
                  <a:moveTo>
                    <a:pt x="74930" y="0"/>
                  </a:moveTo>
                  <a:lnTo>
                    <a:pt x="36830" y="0"/>
                  </a:lnTo>
                  <a:lnTo>
                    <a:pt x="36956" y="152653"/>
                  </a:lnTo>
                  <a:lnTo>
                    <a:pt x="75056" y="152653"/>
                  </a:lnTo>
                  <a:lnTo>
                    <a:pt x="74930" y="0"/>
                  </a:lnTo>
                  <a:close/>
                </a:path>
                <a:path w="114935" h="1447800">
                  <a:moveTo>
                    <a:pt x="75184" y="267080"/>
                  </a:moveTo>
                  <a:lnTo>
                    <a:pt x="37084" y="267080"/>
                  </a:lnTo>
                  <a:lnTo>
                    <a:pt x="37211" y="419735"/>
                  </a:lnTo>
                  <a:lnTo>
                    <a:pt x="75437" y="419735"/>
                  </a:lnTo>
                  <a:lnTo>
                    <a:pt x="75184" y="267080"/>
                  </a:lnTo>
                  <a:close/>
                </a:path>
                <a:path w="114935" h="1447800">
                  <a:moveTo>
                    <a:pt x="75565" y="534288"/>
                  </a:moveTo>
                  <a:lnTo>
                    <a:pt x="37337" y="534288"/>
                  </a:lnTo>
                  <a:lnTo>
                    <a:pt x="37465" y="686942"/>
                  </a:lnTo>
                  <a:lnTo>
                    <a:pt x="75692" y="686942"/>
                  </a:lnTo>
                  <a:lnTo>
                    <a:pt x="75565" y="534288"/>
                  </a:lnTo>
                  <a:close/>
                </a:path>
                <a:path w="114935" h="1447800">
                  <a:moveTo>
                    <a:pt x="75818" y="801370"/>
                  </a:moveTo>
                  <a:lnTo>
                    <a:pt x="37592" y="801370"/>
                  </a:lnTo>
                  <a:lnTo>
                    <a:pt x="37846" y="954024"/>
                  </a:lnTo>
                  <a:lnTo>
                    <a:pt x="75946" y="954024"/>
                  </a:lnTo>
                  <a:lnTo>
                    <a:pt x="75818" y="801370"/>
                  </a:lnTo>
                  <a:close/>
                </a:path>
                <a:path w="114935" h="1447800">
                  <a:moveTo>
                    <a:pt x="76073" y="1068451"/>
                  </a:moveTo>
                  <a:lnTo>
                    <a:pt x="37973" y="1068451"/>
                  </a:lnTo>
                  <a:lnTo>
                    <a:pt x="38100" y="1221104"/>
                  </a:lnTo>
                  <a:lnTo>
                    <a:pt x="76200" y="1221104"/>
                  </a:lnTo>
                  <a:lnTo>
                    <a:pt x="76073" y="1068451"/>
                  </a:lnTo>
                  <a:close/>
                </a:path>
                <a:path w="114935" h="1447800">
                  <a:moveTo>
                    <a:pt x="114490" y="1333373"/>
                  </a:moveTo>
                  <a:lnTo>
                    <a:pt x="0" y="1333373"/>
                  </a:lnTo>
                  <a:lnTo>
                    <a:pt x="57404" y="1447800"/>
                  </a:lnTo>
                  <a:lnTo>
                    <a:pt x="104986" y="1352423"/>
                  </a:lnTo>
                  <a:lnTo>
                    <a:pt x="38227" y="1352423"/>
                  </a:lnTo>
                  <a:lnTo>
                    <a:pt x="38227" y="1335659"/>
                  </a:lnTo>
                  <a:lnTo>
                    <a:pt x="113350" y="1335659"/>
                  </a:lnTo>
                  <a:lnTo>
                    <a:pt x="114490" y="1333373"/>
                  </a:lnTo>
                  <a:close/>
                </a:path>
                <a:path w="114935" h="1447800">
                  <a:moveTo>
                    <a:pt x="76327" y="1335659"/>
                  </a:moveTo>
                  <a:lnTo>
                    <a:pt x="38227" y="1335659"/>
                  </a:lnTo>
                  <a:lnTo>
                    <a:pt x="38227" y="1352423"/>
                  </a:lnTo>
                  <a:lnTo>
                    <a:pt x="76327" y="1352423"/>
                  </a:lnTo>
                  <a:lnTo>
                    <a:pt x="76327" y="1335659"/>
                  </a:lnTo>
                  <a:close/>
                </a:path>
                <a:path w="114935" h="1447800">
                  <a:moveTo>
                    <a:pt x="113350" y="1335659"/>
                  </a:moveTo>
                  <a:lnTo>
                    <a:pt x="76327" y="1335659"/>
                  </a:lnTo>
                  <a:lnTo>
                    <a:pt x="76327" y="1352423"/>
                  </a:lnTo>
                  <a:lnTo>
                    <a:pt x="104986" y="1352423"/>
                  </a:lnTo>
                  <a:lnTo>
                    <a:pt x="113350" y="13356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800" y="114299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0" y="457200"/>
                  </a:moveTo>
                  <a:lnTo>
                    <a:pt x="8341" y="397602"/>
                  </a:lnTo>
                  <a:lnTo>
                    <a:pt x="32669" y="340321"/>
                  </a:lnTo>
                  <a:lnTo>
                    <a:pt x="71939" y="285838"/>
                  </a:lnTo>
                  <a:lnTo>
                    <a:pt x="125107" y="234636"/>
                  </a:lnTo>
                  <a:lnTo>
                    <a:pt x="156576" y="210415"/>
                  </a:lnTo>
                  <a:lnTo>
                    <a:pt x="191129" y="187195"/>
                  </a:lnTo>
                  <a:lnTo>
                    <a:pt x="228633" y="165037"/>
                  </a:lnTo>
                  <a:lnTo>
                    <a:pt x="268960" y="144000"/>
                  </a:lnTo>
                  <a:lnTo>
                    <a:pt x="311978" y="124145"/>
                  </a:lnTo>
                  <a:lnTo>
                    <a:pt x="357556" y="105532"/>
                  </a:lnTo>
                  <a:lnTo>
                    <a:pt x="405565" y="88221"/>
                  </a:lnTo>
                  <a:lnTo>
                    <a:pt x="455874" y="72273"/>
                  </a:lnTo>
                  <a:lnTo>
                    <a:pt x="508351" y="57747"/>
                  </a:lnTo>
                  <a:lnTo>
                    <a:pt x="562868" y="44705"/>
                  </a:lnTo>
                  <a:lnTo>
                    <a:pt x="619292" y="33206"/>
                  </a:lnTo>
                  <a:lnTo>
                    <a:pt x="677494" y="23311"/>
                  </a:lnTo>
                  <a:lnTo>
                    <a:pt x="737343" y="15079"/>
                  </a:lnTo>
                  <a:lnTo>
                    <a:pt x="798709" y="8572"/>
                  </a:lnTo>
                  <a:lnTo>
                    <a:pt x="861461" y="3850"/>
                  </a:lnTo>
                  <a:lnTo>
                    <a:pt x="925468" y="972"/>
                  </a:lnTo>
                  <a:lnTo>
                    <a:pt x="990600" y="0"/>
                  </a:lnTo>
                  <a:lnTo>
                    <a:pt x="1055734" y="972"/>
                  </a:lnTo>
                  <a:lnTo>
                    <a:pt x="1119744" y="3850"/>
                  </a:lnTo>
                  <a:lnTo>
                    <a:pt x="1182497" y="8572"/>
                  </a:lnTo>
                  <a:lnTo>
                    <a:pt x="1243864" y="15079"/>
                  </a:lnTo>
                  <a:lnTo>
                    <a:pt x="1303714" y="23311"/>
                  </a:lnTo>
                  <a:lnTo>
                    <a:pt x="1361917" y="33206"/>
                  </a:lnTo>
                  <a:lnTo>
                    <a:pt x="1418342" y="44705"/>
                  </a:lnTo>
                  <a:lnTo>
                    <a:pt x="1472859" y="57747"/>
                  </a:lnTo>
                  <a:lnTo>
                    <a:pt x="1525337" y="72273"/>
                  </a:lnTo>
                  <a:lnTo>
                    <a:pt x="1575645" y="88221"/>
                  </a:lnTo>
                  <a:lnTo>
                    <a:pt x="1623653" y="105532"/>
                  </a:lnTo>
                  <a:lnTo>
                    <a:pt x="1669231" y="124145"/>
                  </a:lnTo>
                  <a:lnTo>
                    <a:pt x="1712248" y="144000"/>
                  </a:lnTo>
                  <a:lnTo>
                    <a:pt x="1752574" y="165037"/>
                  </a:lnTo>
                  <a:lnTo>
                    <a:pt x="1790078" y="187195"/>
                  </a:lnTo>
                  <a:lnTo>
                    <a:pt x="1824629" y="210415"/>
                  </a:lnTo>
                  <a:lnTo>
                    <a:pt x="1856097" y="234636"/>
                  </a:lnTo>
                  <a:lnTo>
                    <a:pt x="1909264" y="285838"/>
                  </a:lnTo>
                  <a:lnTo>
                    <a:pt x="1948532" y="340321"/>
                  </a:lnTo>
                  <a:lnTo>
                    <a:pt x="1972859" y="397602"/>
                  </a:lnTo>
                  <a:lnTo>
                    <a:pt x="1981200" y="457200"/>
                  </a:lnTo>
                  <a:lnTo>
                    <a:pt x="1979093" y="487257"/>
                  </a:lnTo>
                  <a:lnTo>
                    <a:pt x="1962628" y="545757"/>
                  </a:lnTo>
                  <a:lnTo>
                    <a:pt x="1930700" y="601699"/>
                  </a:lnTo>
                  <a:lnTo>
                    <a:pt x="1884352" y="654602"/>
                  </a:lnTo>
                  <a:lnTo>
                    <a:pt x="1824629" y="703984"/>
                  </a:lnTo>
                  <a:lnTo>
                    <a:pt x="1790078" y="727204"/>
                  </a:lnTo>
                  <a:lnTo>
                    <a:pt x="1752574" y="749362"/>
                  </a:lnTo>
                  <a:lnTo>
                    <a:pt x="1712248" y="770399"/>
                  </a:lnTo>
                  <a:lnTo>
                    <a:pt x="1669231" y="790254"/>
                  </a:lnTo>
                  <a:lnTo>
                    <a:pt x="1623653" y="808867"/>
                  </a:lnTo>
                  <a:lnTo>
                    <a:pt x="1575645" y="826178"/>
                  </a:lnTo>
                  <a:lnTo>
                    <a:pt x="1525337" y="842126"/>
                  </a:lnTo>
                  <a:lnTo>
                    <a:pt x="1472859" y="856652"/>
                  </a:lnTo>
                  <a:lnTo>
                    <a:pt x="1418342" y="869694"/>
                  </a:lnTo>
                  <a:lnTo>
                    <a:pt x="1361917" y="881193"/>
                  </a:lnTo>
                  <a:lnTo>
                    <a:pt x="1303714" y="891088"/>
                  </a:lnTo>
                  <a:lnTo>
                    <a:pt x="1243864" y="899320"/>
                  </a:lnTo>
                  <a:lnTo>
                    <a:pt x="1182497" y="905827"/>
                  </a:lnTo>
                  <a:lnTo>
                    <a:pt x="1119744" y="910549"/>
                  </a:lnTo>
                  <a:lnTo>
                    <a:pt x="1055734" y="913427"/>
                  </a:lnTo>
                  <a:lnTo>
                    <a:pt x="990600" y="914400"/>
                  </a:lnTo>
                  <a:lnTo>
                    <a:pt x="925468" y="913427"/>
                  </a:lnTo>
                  <a:lnTo>
                    <a:pt x="861461" y="910549"/>
                  </a:lnTo>
                  <a:lnTo>
                    <a:pt x="798709" y="905827"/>
                  </a:lnTo>
                  <a:lnTo>
                    <a:pt x="737343" y="899320"/>
                  </a:lnTo>
                  <a:lnTo>
                    <a:pt x="677494" y="891088"/>
                  </a:lnTo>
                  <a:lnTo>
                    <a:pt x="619292" y="881193"/>
                  </a:lnTo>
                  <a:lnTo>
                    <a:pt x="562868" y="869694"/>
                  </a:lnTo>
                  <a:lnTo>
                    <a:pt x="508351" y="856652"/>
                  </a:lnTo>
                  <a:lnTo>
                    <a:pt x="455874" y="842126"/>
                  </a:lnTo>
                  <a:lnTo>
                    <a:pt x="405565" y="826178"/>
                  </a:lnTo>
                  <a:lnTo>
                    <a:pt x="357556" y="808867"/>
                  </a:lnTo>
                  <a:lnTo>
                    <a:pt x="311978" y="790254"/>
                  </a:lnTo>
                  <a:lnTo>
                    <a:pt x="268960" y="770399"/>
                  </a:lnTo>
                  <a:lnTo>
                    <a:pt x="228633" y="749362"/>
                  </a:lnTo>
                  <a:lnTo>
                    <a:pt x="191129" y="727204"/>
                  </a:lnTo>
                  <a:lnTo>
                    <a:pt x="156576" y="703984"/>
                  </a:lnTo>
                  <a:lnTo>
                    <a:pt x="125107" y="679763"/>
                  </a:lnTo>
                  <a:lnTo>
                    <a:pt x="71939" y="628561"/>
                  </a:lnTo>
                  <a:lnTo>
                    <a:pt x="32669" y="574078"/>
                  </a:lnTo>
                  <a:lnTo>
                    <a:pt x="8341" y="516797"/>
                  </a:lnTo>
                  <a:lnTo>
                    <a:pt x="0" y="4572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5744717" y="1587246"/>
            <a:ext cx="1219200" cy="1905"/>
          </a:xfrm>
          <a:custGeom>
            <a:avLst/>
            <a:gdLst/>
            <a:ahLst/>
            <a:cxnLst/>
            <a:rect l="l" t="t" r="r" b="b"/>
            <a:pathLst>
              <a:path w="1219200" h="1905">
                <a:moveTo>
                  <a:pt x="0" y="0"/>
                </a:moveTo>
                <a:lnTo>
                  <a:pt x="1219200" y="1524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44718" y="1973833"/>
            <a:ext cx="1896364" cy="2777998"/>
          </a:xfrm>
          <a:custGeom>
            <a:avLst/>
            <a:gdLst/>
            <a:ahLst/>
            <a:cxnLst/>
            <a:rect l="l" t="t" r="r" b="b"/>
            <a:pathLst>
              <a:path w="1321434" h="2751454">
                <a:moveTo>
                  <a:pt x="1286891" y="0"/>
                </a:moveTo>
                <a:lnTo>
                  <a:pt x="1221485" y="137794"/>
                </a:lnTo>
                <a:lnTo>
                  <a:pt x="1256029" y="154177"/>
                </a:lnTo>
                <a:lnTo>
                  <a:pt x="1321434" y="16255"/>
                </a:lnTo>
                <a:lnTo>
                  <a:pt x="1286891" y="0"/>
                </a:lnTo>
                <a:close/>
              </a:path>
              <a:path w="1321434" h="2751454">
                <a:moveTo>
                  <a:pt x="1172463" y="241300"/>
                </a:moveTo>
                <a:lnTo>
                  <a:pt x="1107058" y="379221"/>
                </a:lnTo>
                <a:lnTo>
                  <a:pt x="1141476" y="395604"/>
                </a:lnTo>
                <a:lnTo>
                  <a:pt x="1206880" y="257682"/>
                </a:lnTo>
                <a:lnTo>
                  <a:pt x="1172463" y="241300"/>
                </a:lnTo>
                <a:close/>
              </a:path>
              <a:path w="1321434" h="2751454">
                <a:moveTo>
                  <a:pt x="1057909" y="482600"/>
                </a:moveTo>
                <a:lnTo>
                  <a:pt x="992504" y="620521"/>
                </a:lnTo>
                <a:lnTo>
                  <a:pt x="1026922" y="636904"/>
                </a:lnTo>
                <a:lnTo>
                  <a:pt x="1092453" y="498982"/>
                </a:lnTo>
                <a:lnTo>
                  <a:pt x="1057909" y="482600"/>
                </a:lnTo>
                <a:close/>
              </a:path>
              <a:path w="1321434" h="2751454">
                <a:moveTo>
                  <a:pt x="943482" y="723900"/>
                </a:moveTo>
                <a:lnTo>
                  <a:pt x="877951" y="861821"/>
                </a:lnTo>
                <a:lnTo>
                  <a:pt x="912495" y="878204"/>
                </a:lnTo>
                <a:lnTo>
                  <a:pt x="977900" y="740282"/>
                </a:lnTo>
                <a:lnTo>
                  <a:pt x="943482" y="723900"/>
                </a:lnTo>
                <a:close/>
              </a:path>
              <a:path w="1321434" h="2751454">
                <a:moveTo>
                  <a:pt x="828928" y="965326"/>
                </a:moveTo>
                <a:lnTo>
                  <a:pt x="763524" y="1103249"/>
                </a:lnTo>
                <a:lnTo>
                  <a:pt x="797941" y="1119504"/>
                </a:lnTo>
                <a:lnTo>
                  <a:pt x="863346" y="981710"/>
                </a:lnTo>
                <a:lnTo>
                  <a:pt x="828928" y="965326"/>
                </a:lnTo>
                <a:close/>
              </a:path>
              <a:path w="1321434" h="2751454">
                <a:moveTo>
                  <a:pt x="714375" y="1206627"/>
                </a:moveTo>
                <a:lnTo>
                  <a:pt x="648970" y="1344549"/>
                </a:lnTo>
                <a:lnTo>
                  <a:pt x="683513" y="1360931"/>
                </a:lnTo>
                <a:lnTo>
                  <a:pt x="748919" y="1223010"/>
                </a:lnTo>
                <a:lnTo>
                  <a:pt x="714375" y="1206627"/>
                </a:lnTo>
                <a:close/>
              </a:path>
              <a:path w="1321434" h="2751454">
                <a:moveTo>
                  <a:pt x="599948" y="1447927"/>
                </a:moveTo>
                <a:lnTo>
                  <a:pt x="534543" y="1585849"/>
                </a:lnTo>
                <a:lnTo>
                  <a:pt x="568959" y="1602231"/>
                </a:lnTo>
                <a:lnTo>
                  <a:pt x="634364" y="1464310"/>
                </a:lnTo>
                <a:lnTo>
                  <a:pt x="599948" y="1447927"/>
                </a:lnTo>
                <a:close/>
              </a:path>
              <a:path w="1321434" h="2751454">
                <a:moveTo>
                  <a:pt x="485394" y="1689353"/>
                </a:moveTo>
                <a:lnTo>
                  <a:pt x="419988" y="1827148"/>
                </a:lnTo>
                <a:lnTo>
                  <a:pt x="454532" y="1843532"/>
                </a:lnTo>
                <a:lnTo>
                  <a:pt x="519937" y="1705609"/>
                </a:lnTo>
                <a:lnTo>
                  <a:pt x="485394" y="1689353"/>
                </a:lnTo>
                <a:close/>
              </a:path>
              <a:path w="1321434" h="2751454">
                <a:moveTo>
                  <a:pt x="370967" y="1930653"/>
                </a:moveTo>
                <a:lnTo>
                  <a:pt x="305434" y="2068576"/>
                </a:lnTo>
                <a:lnTo>
                  <a:pt x="339978" y="2084832"/>
                </a:lnTo>
                <a:lnTo>
                  <a:pt x="405383" y="1947036"/>
                </a:lnTo>
                <a:lnTo>
                  <a:pt x="370967" y="1930653"/>
                </a:lnTo>
                <a:close/>
              </a:path>
              <a:path w="1321434" h="2751454">
                <a:moveTo>
                  <a:pt x="256412" y="2171954"/>
                </a:moveTo>
                <a:lnTo>
                  <a:pt x="191007" y="2309876"/>
                </a:lnTo>
                <a:lnTo>
                  <a:pt x="225425" y="2326259"/>
                </a:lnTo>
                <a:lnTo>
                  <a:pt x="290956" y="2188336"/>
                </a:lnTo>
                <a:lnTo>
                  <a:pt x="256412" y="2171954"/>
                </a:lnTo>
                <a:close/>
              </a:path>
              <a:path w="1321434" h="2751454">
                <a:moveTo>
                  <a:pt x="141858" y="2413254"/>
                </a:moveTo>
                <a:lnTo>
                  <a:pt x="76453" y="2551176"/>
                </a:lnTo>
                <a:lnTo>
                  <a:pt x="110998" y="2567559"/>
                </a:lnTo>
                <a:lnTo>
                  <a:pt x="176402" y="2429636"/>
                </a:lnTo>
                <a:lnTo>
                  <a:pt x="141858" y="2413254"/>
                </a:lnTo>
                <a:close/>
              </a:path>
              <a:path w="1321434" h="2751454">
                <a:moveTo>
                  <a:pt x="0" y="2623311"/>
                </a:moveTo>
                <a:lnTo>
                  <a:pt x="2666" y="2751328"/>
                </a:lnTo>
                <a:lnTo>
                  <a:pt x="102368" y="2673349"/>
                </a:lnTo>
                <a:lnTo>
                  <a:pt x="60832" y="2673349"/>
                </a:lnTo>
                <a:lnTo>
                  <a:pt x="26288" y="2656966"/>
                </a:lnTo>
                <a:lnTo>
                  <a:pt x="27431" y="2654680"/>
                </a:lnTo>
                <a:lnTo>
                  <a:pt x="66061" y="2654680"/>
                </a:lnTo>
                <a:lnTo>
                  <a:pt x="0" y="2623311"/>
                </a:lnTo>
                <a:close/>
              </a:path>
              <a:path w="1321434" h="2751454">
                <a:moveTo>
                  <a:pt x="27431" y="2654680"/>
                </a:moveTo>
                <a:lnTo>
                  <a:pt x="26288" y="2656966"/>
                </a:lnTo>
                <a:lnTo>
                  <a:pt x="60832" y="2673349"/>
                </a:lnTo>
                <a:lnTo>
                  <a:pt x="61849" y="2670936"/>
                </a:lnTo>
                <a:lnTo>
                  <a:pt x="27431" y="2654680"/>
                </a:lnTo>
                <a:close/>
              </a:path>
              <a:path w="1321434" h="2751454">
                <a:moveTo>
                  <a:pt x="66061" y="2654680"/>
                </a:moveTo>
                <a:lnTo>
                  <a:pt x="27431" y="2654680"/>
                </a:lnTo>
                <a:lnTo>
                  <a:pt x="61849" y="2670936"/>
                </a:lnTo>
                <a:lnTo>
                  <a:pt x="60832" y="2673349"/>
                </a:lnTo>
                <a:lnTo>
                  <a:pt x="102368" y="2673349"/>
                </a:lnTo>
                <a:lnTo>
                  <a:pt x="103504" y="2672460"/>
                </a:lnTo>
                <a:lnTo>
                  <a:pt x="66061" y="2654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52200" y="2139822"/>
            <a:ext cx="803910" cy="3200400"/>
          </a:xfrm>
          <a:custGeom>
            <a:avLst/>
            <a:gdLst/>
            <a:ahLst/>
            <a:cxnLst/>
            <a:rect l="l" t="t" r="r" b="b"/>
            <a:pathLst>
              <a:path w="803910" h="3200400">
                <a:moveTo>
                  <a:pt x="245872" y="2601087"/>
                </a:moveTo>
                <a:lnTo>
                  <a:pt x="203200" y="2494788"/>
                </a:lnTo>
                <a:lnTo>
                  <a:pt x="118237" y="2590546"/>
                </a:lnTo>
                <a:lnTo>
                  <a:pt x="245872" y="2601087"/>
                </a:lnTo>
                <a:close/>
              </a:path>
              <a:path w="803910" h="3200400">
                <a:moveTo>
                  <a:pt x="396875" y="3161792"/>
                </a:moveTo>
                <a:lnTo>
                  <a:pt x="384175" y="3155442"/>
                </a:lnTo>
                <a:lnTo>
                  <a:pt x="320675" y="3123692"/>
                </a:lnTo>
                <a:lnTo>
                  <a:pt x="320675" y="3155442"/>
                </a:lnTo>
                <a:lnTo>
                  <a:pt x="12700" y="3155442"/>
                </a:lnTo>
                <a:lnTo>
                  <a:pt x="12700" y="2056892"/>
                </a:lnTo>
                <a:lnTo>
                  <a:pt x="0" y="2056892"/>
                </a:lnTo>
                <a:lnTo>
                  <a:pt x="0" y="3168142"/>
                </a:lnTo>
                <a:lnTo>
                  <a:pt x="320675" y="3168142"/>
                </a:lnTo>
                <a:lnTo>
                  <a:pt x="320675" y="3199892"/>
                </a:lnTo>
                <a:lnTo>
                  <a:pt x="384175" y="3168142"/>
                </a:lnTo>
                <a:lnTo>
                  <a:pt x="396875" y="3161792"/>
                </a:lnTo>
                <a:close/>
              </a:path>
              <a:path w="803910" h="3200400">
                <a:moveTo>
                  <a:pt x="402717" y="2521966"/>
                </a:moveTo>
                <a:lnTo>
                  <a:pt x="390906" y="2485644"/>
                </a:lnTo>
                <a:lnTo>
                  <a:pt x="387477" y="2486787"/>
                </a:lnTo>
                <a:lnTo>
                  <a:pt x="364236" y="2493645"/>
                </a:lnTo>
                <a:lnTo>
                  <a:pt x="341249" y="2499868"/>
                </a:lnTo>
                <a:lnTo>
                  <a:pt x="244602" y="2523236"/>
                </a:lnTo>
                <a:lnTo>
                  <a:pt x="253492" y="2560320"/>
                </a:lnTo>
                <a:lnTo>
                  <a:pt x="304927" y="2548128"/>
                </a:lnTo>
                <a:lnTo>
                  <a:pt x="351155" y="2536698"/>
                </a:lnTo>
                <a:lnTo>
                  <a:pt x="375031" y="2530221"/>
                </a:lnTo>
                <a:lnTo>
                  <a:pt x="398843" y="2523236"/>
                </a:lnTo>
                <a:lnTo>
                  <a:pt x="402717" y="2521966"/>
                </a:lnTo>
                <a:close/>
              </a:path>
              <a:path w="803910" h="3200400">
                <a:moveTo>
                  <a:pt x="638429" y="2382266"/>
                </a:moveTo>
                <a:lnTo>
                  <a:pt x="609854" y="2356993"/>
                </a:lnTo>
                <a:lnTo>
                  <a:pt x="605917" y="2361438"/>
                </a:lnTo>
                <a:lnTo>
                  <a:pt x="586486" y="2380361"/>
                </a:lnTo>
                <a:lnTo>
                  <a:pt x="545465" y="2413127"/>
                </a:lnTo>
                <a:lnTo>
                  <a:pt x="502031" y="2439924"/>
                </a:lnTo>
                <a:lnTo>
                  <a:pt x="494157" y="2443988"/>
                </a:lnTo>
                <a:lnTo>
                  <a:pt x="511429" y="2478024"/>
                </a:lnTo>
                <a:lnTo>
                  <a:pt x="544957" y="2459101"/>
                </a:lnTo>
                <a:lnTo>
                  <a:pt x="591058" y="2426589"/>
                </a:lnTo>
                <a:lnTo>
                  <a:pt x="634492" y="2386711"/>
                </a:lnTo>
                <a:lnTo>
                  <a:pt x="638429" y="2382266"/>
                </a:lnTo>
                <a:close/>
              </a:path>
              <a:path w="803910" h="3200400">
                <a:moveTo>
                  <a:pt x="751713" y="152019"/>
                </a:moveTo>
                <a:lnTo>
                  <a:pt x="750620" y="125476"/>
                </a:lnTo>
                <a:lnTo>
                  <a:pt x="748830" y="78613"/>
                </a:lnTo>
                <a:lnTo>
                  <a:pt x="747661" y="36703"/>
                </a:lnTo>
                <a:lnTo>
                  <a:pt x="747014" y="508"/>
                </a:lnTo>
                <a:lnTo>
                  <a:pt x="747014" y="0"/>
                </a:lnTo>
                <a:lnTo>
                  <a:pt x="708914" y="508"/>
                </a:lnTo>
                <a:lnTo>
                  <a:pt x="710653" y="77470"/>
                </a:lnTo>
                <a:lnTo>
                  <a:pt x="712406" y="124079"/>
                </a:lnTo>
                <a:lnTo>
                  <a:pt x="713613" y="153670"/>
                </a:lnTo>
                <a:lnTo>
                  <a:pt x="751713" y="152019"/>
                </a:lnTo>
                <a:close/>
              </a:path>
              <a:path w="803910" h="3200400">
                <a:moveTo>
                  <a:pt x="760984" y="2137283"/>
                </a:moveTo>
                <a:lnTo>
                  <a:pt x="723646" y="2129663"/>
                </a:lnTo>
                <a:lnTo>
                  <a:pt x="723519" y="2130044"/>
                </a:lnTo>
                <a:lnTo>
                  <a:pt x="718820" y="2149094"/>
                </a:lnTo>
                <a:lnTo>
                  <a:pt x="713486" y="2167636"/>
                </a:lnTo>
                <a:lnTo>
                  <a:pt x="695579" y="2219452"/>
                </a:lnTo>
                <a:lnTo>
                  <a:pt x="674497" y="2265045"/>
                </a:lnTo>
                <a:lnTo>
                  <a:pt x="673227" y="2267331"/>
                </a:lnTo>
                <a:lnTo>
                  <a:pt x="706755" y="2285492"/>
                </a:lnTo>
                <a:lnTo>
                  <a:pt x="724027" y="2250059"/>
                </a:lnTo>
                <a:lnTo>
                  <a:pt x="744220" y="2197100"/>
                </a:lnTo>
                <a:lnTo>
                  <a:pt x="755777" y="2158365"/>
                </a:lnTo>
                <a:lnTo>
                  <a:pt x="760984" y="2137664"/>
                </a:lnTo>
                <a:lnTo>
                  <a:pt x="760984" y="2137283"/>
                </a:lnTo>
                <a:close/>
              </a:path>
              <a:path w="803910" h="3200400">
                <a:moveTo>
                  <a:pt x="764667" y="418592"/>
                </a:moveTo>
                <a:lnTo>
                  <a:pt x="761453" y="356870"/>
                </a:lnTo>
                <a:lnTo>
                  <a:pt x="758266" y="293116"/>
                </a:lnTo>
                <a:lnTo>
                  <a:pt x="757008" y="268097"/>
                </a:lnTo>
                <a:lnTo>
                  <a:pt x="756920" y="266319"/>
                </a:lnTo>
                <a:lnTo>
                  <a:pt x="718820" y="268097"/>
                </a:lnTo>
                <a:lnTo>
                  <a:pt x="719988" y="291338"/>
                </a:lnTo>
                <a:lnTo>
                  <a:pt x="723163" y="354965"/>
                </a:lnTo>
                <a:lnTo>
                  <a:pt x="726452" y="418592"/>
                </a:lnTo>
                <a:lnTo>
                  <a:pt x="726567" y="420624"/>
                </a:lnTo>
                <a:lnTo>
                  <a:pt x="764667" y="418592"/>
                </a:lnTo>
                <a:close/>
              </a:path>
              <a:path w="803910" h="3200400">
                <a:moveTo>
                  <a:pt x="778129" y="685419"/>
                </a:moveTo>
                <a:lnTo>
                  <a:pt x="776058" y="641731"/>
                </a:lnTo>
                <a:lnTo>
                  <a:pt x="772248" y="566674"/>
                </a:lnTo>
                <a:lnTo>
                  <a:pt x="770597" y="534924"/>
                </a:lnTo>
                <a:lnTo>
                  <a:pt x="770509" y="533019"/>
                </a:lnTo>
                <a:lnTo>
                  <a:pt x="732409" y="534924"/>
                </a:lnTo>
                <a:lnTo>
                  <a:pt x="733958" y="564769"/>
                </a:lnTo>
                <a:lnTo>
                  <a:pt x="737768" y="639826"/>
                </a:lnTo>
                <a:lnTo>
                  <a:pt x="739927" y="685419"/>
                </a:lnTo>
                <a:lnTo>
                  <a:pt x="740029" y="687324"/>
                </a:lnTo>
                <a:lnTo>
                  <a:pt x="778129" y="685419"/>
                </a:lnTo>
                <a:close/>
              </a:path>
              <a:path w="803910" h="3200400">
                <a:moveTo>
                  <a:pt x="790067" y="952500"/>
                </a:moveTo>
                <a:lnTo>
                  <a:pt x="786955" y="877062"/>
                </a:lnTo>
                <a:lnTo>
                  <a:pt x="783666" y="801624"/>
                </a:lnTo>
                <a:lnTo>
                  <a:pt x="783590" y="799846"/>
                </a:lnTo>
                <a:lnTo>
                  <a:pt x="745490" y="801624"/>
                </a:lnTo>
                <a:lnTo>
                  <a:pt x="748715" y="875411"/>
                </a:lnTo>
                <a:lnTo>
                  <a:pt x="751776" y="952500"/>
                </a:lnTo>
                <a:lnTo>
                  <a:pt x="751840" y="954024"/>
                </a:lnTo>
                <a:lnTo>
                  <a:pt x="790067" y="952500"/>
                </a:lnTo>
                <a:close/>
              </a:path>
              <a:path w="803910" h="3200400">
                <a:moveTo>
                  <a:pt x="794639" y="1869821"/>
                </a:moveTo>
                <a:lnTo>
                  <a:pt x="756539" y="1867662"/>
                </a:lnTo>
                <a:lnTo>
                  <a:pt x="756348" y="1869821"/>
                </a:lnTo>
                <a:lnTo>
                  <a:pt x="751840" y="1931416"/>
                </a:lnTo>
                <a:lnTo>
                  <a:pt x="746379" y="1988058"/>
                </a:lnTo>
                <a:lnTo>
                  <a:pt x="742569" y="2018284"/>
                </a:lnTo>
                <a:lnTo>
                  <a:pt x="780542" y="2023110"/>
                </a:lnTo>
                <a:lnTo>
                  <a:pt x="784352" y="1991614"/>
                </a:lnTo>
                <a:lnTo>
                  <a:pt x="789940" y="1934210"/>
                </a:lnTo>
                <a:lnTo>
                  <a:pt x="794512" y="1872742"/>
                </a:lnTo>
                <a:lnTo>
                  <a:pt x="794639" y="1869821"/>
                </a:lnTo>
                <a:close/>
              </a:path>
              <a:path w="803910" h="3200400">
                <a:moveTo>
                  <a:pt x="799084" y="1219835"/>
                </a:moveTo>
                <a:lnTo>
                  <a:pt x="798728" y="1202309"/>
                </a:lnTo>
                <a:lnTo>
                  <a:pt x="798703" y="1201039"/>
                </a:lnTo>
                <a:lnTo>
                  <a:pt x="794423" y="1068324"/>
                </a:lnTo>
                <a:lnTo>
                  <a:pt x="794385" y="1067054"/>
                </a:lnTo>
                <a:lnTo>
                  <a:pt x="756158" y="1068324"/>
                </a:lnTo>
                <a:lnTo>
                  <a:pt x="760425" y="1201039"/>
                </a:lnTo>
                <a:lnTo>
                  <a:pt x="760958" y="1219835"/>
                </a:lnTo>
                <a:lnTo>
                  <a:pt x="760984" y="1220597"/>
                </a:lnTo>
                <a:lnTo>
                  <a:pt x="799084" y="1219835"/>
                </a:lnTo>
                <a:close/>
              </a:path>
              <a:path w="803910" h="3200400">
                <a:moveTo>
                  <a:pt x="803275" y="1601978"/>
                </a:moveTo>
                <a:lnTo>
                  <a:pt x="765048" y="1601470"/>
                </a:lnTo>
                <a:lnTo>
                  <a:pt x="764286" y="1668145"/>
                </a:lnTo>
                <a:lnTo>
                  <a:pt x="762381" y="1738630"/>
                </a:lnTo>
                <a:lnTo>
                  <a:pt x="761873" y="1753616"/>
                </a:lnTo>
                <a:lnTo>
                  <a:pt x="799973" y="1755140"/>
                </a:lnTo>
                <a:lnTo>
                  <a:pt x="800608" y="1739646"/>
                </a:lnTo>
                <a:lnTo>
                  <a:pt x="802386" y="1668653"/>
                </a:lnTo>
                <a:lnTo>
                  <a:pt x="803275" y="1601978"/>
                </a:lnTo>
                <a:close/>
              </a:path>
              <a:path w="803910" h="3200400">
                <a:moveTo>
                  <a:pt x="803402" y="1487170"/>
                </a:moveTo>
                <a:lnTo>
                  <a:pt x="803275" y="1441577"/>
                </a:lnTo>
                <a:lnTo>
                  <a:pt x="802259" y="1363218"/>
                </a:lnTo>
                <a:lnTo>
                  <a:pt x="801636" y="1335151"/>
                </a:lnTo>
                <a:lnTo>
                  <a:pt x="801624" y="1334262"/>
                </a:lnTo>
                <a:lnTo>
                  <a:pt x="763524" y="1335151"/>
                </a:lnTo>
                <a:lnTo>
                  <a:pt x="764133" y="1362329"/>
                </a:lnTo>
                <a:lnTo>
                  <a:pt x="765035" y="1441577"/>
                </a:lnTo>
                <a:lnTo>
                  <a:pt x="765289" y="1487170"/>
                </a:lnTo>
                <a:lnTo>
                  <a:pt x="765302" y="1487424"/>
                </a:lnTo>
                <a:lnTo>
                  <a:pt x="803402" y="14871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7D95687-AF26-8FCF-DDDD-C0AA020EFBD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Chuyển</a:t>
            </a:r>
            <a:r>
              <a:rPr spc="-60" dirty="0"/>
              <a:t> </a:t>
            </a:r>
            <a:r>
              <a:rPr dirty="0"/>
              <a:t>đổi</a:t>
            </a:r>
            <a:r>
              <a:rPr spc="-85" dirty="0"/>
              <a:t> </a:t>
            </a:r>
            <a:r>
              <a:rPr dirty="0"/>
              <a:t>kiểu</a:t>
            </a:r>
            <a:r>
              <a:rPr spc="-85" dirty="0"/>
              <a:t> </a:t>
            </a:r>
            <a:r>
              <a:rPr dirty="0"/>
              <a:t>liên</a:t>
            </a:r>
            <a:r>
              <a:rPr spc="-70" dirty="0"/>
              <a:t> </a:t>
            </a:r>
            <a:r>
              <a:rPr dirty="0"/>
              <a:t>kết</a:t>
            </a:r>
            <a:r>
              <a:rPr spc="-75" dirty="0"/>
              <a:t> </a:t>
            </a:r>
            <a:r>
              <a:rPr spc="-25" dirty="0"/>
              <a:t>M:N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4296" y="1402080"/>
            <a:ext cx="13614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7747" y="1402080"/>
            <a:ext cx="8280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40123" y="1400555"/>
            <a:ext cx="1225550" cy="367665"/>
          </a:xfrm>
          <a:custGeom>
            <a:avLst/>
            <a:gdLst/>
            <a:ahLst/>
            <a:cxnLst/>
            <a:rect l="l" t="t" r="r" b="b"/>
            <a:pathLst>
              <a:path w="1225550" h="367664">
                <a:moveTo>
                  <a:pt x="0" y="183642"/>
                </a:moveTo>
                <a:lnTo>
                  <a:pt x="612648" y="0"/>
                </a:lnTo>
                <a:lnTo>
                  <a:pt x="1225296" y="183642"/>
                </a:lnTo>
                <a:lnTo>
                  <a:pt x="612648" y="367284"/>
                </a:lnTo>
                <a:lnTo>
                  <a:pt x="0" y="183642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18609" y="1428750"/>
            <a:ext cx="106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THAMGIA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05227" y="1584960"/>
            <a:ext cx="1837055" cy="1905"/>
          </a:xfrm>
          <a:custGeom>
            <a:avLst/>
            <a:gdLst/>
            <a:ahLst/>
            <a:cxnLst/>
            <a:rect l="l" t="t" r="r" b="b"/>
            <a:pathLst>
              <a:path w="1837054" h="1905">
                <a:moveTo>
                  <a:pt x="0" y="1650"/>
                </a:moveTo>
                <a:lnTo>
                  <a:pt x="1836674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79775" y="1247647"/>
            <a:ext cx="215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M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50433" y="1247647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91961" y="1587246"/>
            <a:ext cx="1323340" cy="1905"/>
          </a:xfrm>
          <a:custGeom>
            <a:avLst/>
            <a:gdLst/>
            <a:ahLst/>
            <a:cxnLst/>
            <a:rect l="l" t="t" r="r" b="b"/>
            <a:pathLst>
              <a:path w="1323340" h="1905">
                <a:moveTo>
                  <a:pt x="0" y="0"/>
                </a:moveTo>
                <a:lnTo>
                  <a:pt x="1322832" y="1524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27099" y="3636059"/>
          <a:ext cx="231267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Ho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10920" y="3304997"/>
            <a:ext cx="12058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943396" y="3666540"/>
          <a:ext cx="282765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6028182" y="3337305"/>
            <a:ext cx="672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68882" y="1981961"/>
            <a:ext cx="114935" cy="1219200"/>
          </a:xfrm>
          <a:custGeom>
            <a:avLst/>
            <a:gdLst/>
            <a:ahLst/>
            <a:cxnLst/>
            <a:rect l="l" t="t" r="r" b="b"/>
            <a:pathLst>
              <a:path w="114934" h="1219200">
                <a:moveTo>
                  <a:pt x="74930" y="0"/>
                </a:moveTo>
                <a:lnTo>
                  <a:pt x="36830" y="0"/>
                </a:lnTo>
                <a:lnTo>
                  <a:pt x="36956" y="152653"/>
                </a:lnTo>
                <a:lnTo>
                  <a:pt x="75184" y="152653"/>
                </a:lnTo>
                <a:lnTo>
                  <a:pt x="74930" y="0"/>
                </a:lnTo>
                <a:close/>
              </a:path>
              <a:path w="114934" h="1219200">
                <a:moveTo>
                  <a:pt x="75311" y="267080"/>
                </a:moveTo>
                <a:lnTo>
                  <a:pt x="37084" y="267080"/>
                </a:lnTo>
                <a:lnTo>
                  <a:pt x="37337" y="419735"/>
                </a:lnTo>
                <a:lnTo>
                  <a:pt x="75437" y="419735"/>
                </a:lnTo>
                <a:lnTo>
                  <a:pt x="75311" y="267080"/>
                </a:lnTo>
                <a:close/>
              </a:path>
              <a:path w="114934" h="1219200">
                <a:moveTo>
                  <a:pt x="75565" y="534288"/>
                </a:moveTo>
                <a:lnTo>
                  <a:pt x="37465" y="534288"/>
                </a:lnTo>
                <a:lnTo>
                  <a:pt x="37718" y="686942"/>
                </a:lnTo>
                <a:lnTo>
                  <a:pt x="75819" y="686942"/>
                </a:lnTo>
                <a:lnTo>
                  <a:pt x="75565" y="534288"/>
                </a:lnTo>
                <a:close/>
              </a:path>
              <a:path w="114934" h="1219200">
                <a:moveTo>
                  <a:pt x="75946" y="801370"/>
                </a:moveTo>
                <a:lnTo>
                  <a:pt x="37846" y="801370"/>
                </a:lnTo>
                <a:lnTo>
                  <a:pt x="37973" y="954024"/>
                </a:lnTo>
                <a:lnTo>
                  <a:pt x="76200" y="954024"/>
                </a:lnTo>
                <a:lnTo>
                  <a:pt x="75946" y="801370"/>
                </a:lnTo>
                <a:close/>
              </a:path>
              <a:path w="114934" h="1219200">
                <a:moveTo>
                  <a:pt x="38183" y="1104773"/>
                </a:moveTo>
                <a:lnTo>
                  <a:pt x="0" y="1104773"/>
                </a:lnTo>
                <a:lnTo>
                  <a:pt x="57404" y="1219200"/>
                </a:lnTo>
                <a:lnTo>
                  <a:pt x="104986" y="1123823"/>
                </a:lnTo>
                <a:lnTo>
                  <a:pt x="38227" y="1123823"/>
                </a:lnTo>
                <a:lnTo>
                  <a:pt x="38183" y="1104773"/>
                </a:lnTo>
                <a:close/>
              </a:path>
              <a:path w="114934" h="1219200">
                <a:moveTo>
                  <a:pt x="76327" y="1068451"/>
                </a:moveTo>
                <a:lnTo>
                  <a:pt x="38100" y="1068451"/>
                </a:lnTo>
                <a:lnTo>
                  <a:pt x="38183" y="1104773"/>
                </a:lnTo>
                <a:lnTo>
                  <a:pt x="38227" y="1123823"/>
                </a:lnTo>
                <a:lnTo>
                  <a:pt x="76327" y="1123823"/>
                </a:lnTo>
                <a:lnTo>
                  <a:pt x="76327" y="1068451"/>
                </a:lnTo>
                <a:close/>
              </a:path>
              <a:path w="114934" h="1219200">
                <a:moveTo>
                  <a:pt x="114490" y="1104773"/>
                </a:moveTo>
                <a:lnTo>
                  <a:pt x="76327" y="1104773"/>
                </a:lnTo>
                <a:lnTo>
                  <a:pt x="76327" y="1123823"/>
                </a:lnTo>
                <a:lnTo>
                  <a:pt x="104986" y="1123823"/>
                </a:lnTo>
                <a:lnTo>
                  <a:pt x="114490" y="11047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12481" y="1981961"/>
            <a:ext cx="114935" cy="1295400"/>
          </a:xfrm>
          <a:custGeom>
            <a:avLst/>
            <a:gdLst/>
            <a:ahLst/>
            <a:cxnLst/>
            <a:rect l="l" t="t" r="r" b="b"/>
            <a:pathLst>
              <a:path w="114934" h="1295400">
                <a:moveTo>
                  <a:pt x="74929" y="0"/>
                </a:moveTo>
                <a:lnTo>
                  <a:pt x="36829" y="0"/>
                </a:lnTo>
                <a:lnTo>
                  <a:pt x="36957" y="152653"/>
                </a:lnTo>
                <a:lnTo>
                  <a:pt x="75184" y="152653"/>
                </a:lnTo>
                <a:lnTo>
                  <a:pt x="74929" y="0"/>
                </a:lnTo>
                <a:close/>
              </a:path>
              <a:path w="114934" h="1295400">
                <a:moveTo>
                  <a:pt x="75311" y="267080"/>
                </a:moveTo>
                <a:lnTo>
                  <a:pt x="37084" y="267080"/>
                </a:lnTo>
                <a:lnTo>
                  <a:pt x="37338" y="419735"/>
                </a:lnTo>
                <a:lnTo>
                  <a:pt x="75438" y="419735"/>
                </a:lnTo>
                <a:lnTo>
                  <a:pt x="75311" y="267080"/>
                </a:lnTo>
                <a:close/>
              </a:path>
              <a:path w="114934" h="1295400">
                <a:moveTo>
                  <a:pt x="75565" y="534288"/>
                </a:moveTo>
                <a:lnTo>
                  <a:pt x="37465" y="534288"/>
                </a:lnTo>
                <a:lnTo>
                  <a:pt x="37592" y="686942"/>
                </a:lnTo>
                <a:lnTo>
                  <a:pt x="75819" y="686942"/>
                </a:lnTo>
                <a:lnTo>
                  <a:pt x="75565" y="534288"/>
                </a:lnTo>
                <a:close/>
              </a:path>
              <a:path w="114934" h="1295400">
                <a:moveTo>
                  <a:pt x="75946" y="801370"/>
                </a:moveTo>
                <a:lnTo>
                  <a:pt x="37719" y="801370"/>
                </a:lnTo>
                <a:lnTo>
                  <a:pt x="37973" y="954024"/>
                </a:lnTo>
                <a:lnTo>
                  <a:pt x="76073" y="954024"/>
                </a:lnTo>
                <a:lnTo>
                  <a:pt x="75946" y="801370"/>
                </a:lnTo>
                <a:close/>
              </a:path>
              <a:path w="114934" h="1295400">
                <a:moveTo>
                  <a:pt x="38208" y="1180973"/>
                </a:moveTo>
                <a:lnTo>
                  <a:pt x="0" y="1180973"/>
                </a:lnTo>
                <a:lnTo>
                  <a:pt x="57403" y="1295400"/>
                </a:lnTo>
                <a:lnTo>
                  <a:pt x="104986" y="1200023"/>
                </a:lnTo>
                <a:lnTo>
                  <a:pt x="38226" y="1200023"/>
                </a:lnTo>
                <a:lnTo>
                  <a:pt x="38208" y="1180973"/>
                </a:lnTo>
                <a:close/>
              </a:path>
              <a:path w="114934" h="1295400">
                <a:moveTo>
                  <a:pt x="76200" y="1068451"/>
                </a:moveTo>
                <a:lnTo>
                  <a:pt x="38100" y="1068451"/>
                </a:lnTo>
                <a:lnTo>
                  <a:pt x="38226" y="1200023"/>
                </a:lnTo>
                <a:lnTo>
                  <a:pt x="76326" y="1200023"/>
                </a:lnTo>
                <a:lnTo>
                  <a:pt x="76200" y="1068451"/>
                </a:lnTo>
                <a:close/>
              </a:path>
              <a:path w="114934" h="1295400">
                <a:moveTo>
                  <a:pt x="114490" y="1180973"/>
                </a:moveTo>
                <a:lnTo>
                  <a:pt x="76308" y="1180973"/>
                </a:lnTo>
                <a:lnTo>
                  <a:pt x="76326" y="1200023"/>
                </a:lnTo>
                <a:lnTo>
                  <a:pt x="104986" y="1200023"/>
                </a:lnTo>
                <a:lnTo>
                  <a:pt x="114490" y="1180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991861" y="5624321"/>
            <a:ext cx="87630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latin typeface="Arial"/>
                <a:cs typeface="Arial"/>
              </a:rPr>
              <a:t>SoGio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80535" y="5652312"/>
            <a:ext cx="804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MaDA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263897" y="5915088"/>
            <a:ext cx="634365" cy="12700"/>
          </a:xfrm>
          <a:custGeom>
            <a:avLst/>
            <a:gdLst/>
            <a:ahLst/>
            <a:cxnLst/>
            <a:rect l="l" t="t" r="r" b="b"/>
            <a:pathLst>
              <a:path w="634364" h="12700">
                <a:moveTo>
                  <a:pt x="633984" y="0"/>
                </a:moveTo>
                <a:lnTo>
                  <a:pt x="0" y="0"/>
                </a:lnTo>
                <a:lnTo>
                  <a:pt x="0" y="12192"/>
                </a:lnTo>
                <a:lnTo>
                  <a:pt x="633984" y="12192"/>
                </a:lnTo>
                <a:lnTo>
                  <a:pt x="633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353561" y="5624321"/>
            <a:ext cx="820419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MaNV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30651" y="5287136"/>
            <a:ext cx="106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THAMGIA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93209" y="3048761"/>
            <a:ext cx="114935" cy="2057400"/>
          </a:xfrm>
          <a:custGeom>
            <a:avLst/>
            <a:gdLst/>
            <a:ahLst/>
            <a:cxnLst/>
            <a:rect l="l" t="t" r="r" b="b"/>
            <a:pathLst>
              <a:path w="114935" h="2057400">
                <a:moveTo>
                  <a:pt x="74802" y="0"/>
                </a:moveTo>
                <a:lnTo>
                  <a:pt x="36702" y="0"/>
                </a:lnTo>
                <a:lnTo>
                  <a:pt x="36829" y="152653"/>
                </a:lnTo>
                <a:lnTo>
                  <a:pt x="74929" y="152653"/>
                </a:lnTo>
                <a:lnTo>
                  <a:pt x="74802" y="0"/>
                </a:lnTo>
                <a:close/>
              </a:path>
              <a:path w="114935" h="2057400">
                <a:moveTo>
                  <a:pt x="75056" y="267080"/>
                </a:moveTo>
                <a:lnTo>
                  <a:pt x="36829" y="267080"/>
                </a:lnTo>
                <a:lnTo>
                  <a:pt x="36956" y="419735"/>
                </a:lnTo>
                <a:lnTo>
                  <a:pt x="75183" y="419735"/>
                </a:lnTo>
                <a:lnTo>
                  <a:pt x="75056" y="267080"/>
                </a:lnTo>
                <a:close/>
              </a:path>
              <a:path w="114935" h="2057400">
                <a:moveTo>
                  <a:pt x="75184" y="534288"/>
                </a:moveTo>
                <a:lnTo>
                  <a:pt x="37083" y="534288"/>
                </a:lnTo>
                <a:lnTo>
                  <a:pt x="37210" y="686815"/>
                </a:lnTo>
                <a:lnTo>
                  <a:pt x="37211" y="686943"/>
                </a:lnTo>
                <a:lnTo>
                  <a:pt x="75311" y="686815"/>
                </a:lnTo>
                <a:lnTo>
                  <a:pt x="75184" y="534288"/>
                </a:lnTo>
                <a:close/>
              </a:path>
              <a:path w="114935" h="2057400">
                <a:moveTo>
                  <a:pt x="75437" y="801369"/>
                </a:moveTo>
                <a:lnTo>
                  <a:pt x="37211" y="801369"/>
                </a:lnTo>
                <a:lnTo>
                  <a:pt x="37337" y="954024"/>
                </a:lnTo>
                <a:lnTo>
                  <a:pt x="75564" y="954024"/>
                </a:lnTo>
                <a:lnTo>
                  <a:pt x="75437" y="801369"/>
                </a:lnTo>
                <a:close/>
              </a:path>
              <a:path w="114935" h="2057400">
                <a:moveTo>
                  <a:pt x="75564" y="1068451"/>
                </a:moveTo>
                <a:lnTo>
                  <a:pt x="37464" y="1068451"/>
                </a:lnTo>
                <a:lnTo>
                  <a:pt x="37591" y="1221105"/>
                </a:lnTo>
                <a:lnTo>
                  <a:pt x="75691" y="1221105"/>
                </a:lnTo>
                <a:lnTo>
                  <a:pt x="75564" y="1068451"/>
                </a:lnTo>
                <a:close/>
              </a:path>
              <a:path w="114935" h="2057400">
                <a:moveTo>
                  <a:pt x="75819" y="1335658"/>
                </a:moveTo>
                <a:lnTo>
                  <a:pt x="37718" y="1335658"/>
                </a:lnTo>
                <a:lnTo>
                  <a:pt x="37718" y="1488313"/>
                </a:lnTo>
                <a:lnTo>
                  <a:pt x="75946" y="1488313"/>
                </a:lnTo>
                <a:lnTo>
                  <a:pt x="75819" y="1335658"/>
                </a:lnTo>
                <a:close/>
              </a:path>
              <a:path w="114935" h="2057400">
                <a:moveTo>
                  <a:pt x="76073" y="1602739"/>
                </a:moveTo>
                <a:lnTo>
                  <a:pt x="37845" y="1602739"/>
                </a:lnTo>
                <a:lnTo>
                  <a:pt x="37973" y="1755394"/>
                </a:lnTo>
                <a:lnTo>
                  <a:pt x="76073" y="1755394"/>
                </a:lnTo>
                <a:lnTo>
                  <a:pt x="76073" y="1602739"/>
                </a:lnTo>
                <a:close/>
              </a:path>
              <a:path w="114935" h="2057400">
                <a:moveTo>
                  <a:pt x="38100" y="1942973"/>
                </a:moveTo>
                <a:lnTo>
                  <a:pt x="0" y="1942973"/>
                </a:lnTo>
                <a:lnTo>
                  <a:pt x="57276" y="2057400"/>
                </a:lnTo>
                <a:lnTo>
                  <a:pt x="104859" y="1962023"/>
                </a:lnTo>
                <a:lnTo>
                  <a:pt x="38100" y="1962023"/>
                </a:lnTo>
                <a:lnTo>
                  <a:pt x="38100" y="1942973"/>
                </a:lnTo>
                <a:close/>
              </a:path>
              <a:path w="114935" h="2057400">
                <a:moveTo>
                  <a:pt x="76200" y="1869820"/>
                </a:moveTo>
                <a:lnTo>
                  <a:pt x="38100" y="1869820"/>
                </a:lnTo>
                <a:lnTo>
                  <a:pt x="38100" y="1962023"/>
                </a:lnTo>
                <a:lnTo>
                  <a:pt x="76326" y="1962023"/>
                </a:lnTo>
                <a:lnTo>
                  <a:pt x="76200" y="1869820"/>
                </a:lnTo>
                <a:close/>
              </a:path>
              <a:path w="114935" h="2057400">
                <a:moveTo>
                  <a:pt x="114363" y="1942973"/>
                </a:moveTo>
                <a:lnTo>
                  <a:pt x="76300" y="1942973"/>
                </a:lnTo>
                <a:lnTo>
                  <a:pt x="76326" y="1962023"/>
                </a:lnTo>
                <a:lnTo>
                  <a:pt x="104859" y="1962023"/>
                </a:lnTo>
                <a:lnTo>
                  <a:pt x="114363" y="1942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905255" y="4038600"/>
            <a:ext cx="4968875" cy="1957070"/>
            <a:chOff x="905255" y="4038600"/>
            <a:chExt cx="4968875" cy="1957070"/>
          </a:xfrm>
        </p:grpSpPr>
        <p:sp>
          <p:nvSpPr>
            <p:cNvPr id="24" name="object 24"/>
            <p:cNvSpPr/>
            <p:nvPr/>
          </p:nvSpPr>
          <p:spPr>
            <a:xfrm>
              <a:off x="3352800" y="5623560"/>
              <a:ext cx="2514600" cy="365760"/>
            </a:xfrm>
            <a:custGeom>
              <a:avLst/>
              <a:gdLst/>
              <a:ahLst/>
              <a:cxnLst/>
              <a:rect l="l" t="t" r="r" b="b"/>
              <a:pathLst>
                <a:path w="2514600" h="365760">
                  <a:moveTo>
                    <a:pt x="0" y="0"/>
                  </a:moveTo>
                  <a:lnTo>
                    <a:pt x="2514600" y="1523"/>
                  </a:lnTo>
                </a:path>
                <a:path w="2514600" h="365760">
                  <a:moveTo>
                    <a:pt x="0" y="364235"/>
                  </a:moveTo>
                  <a:lnTo>
                    <a:pt x="2514600" y="365759"/>
                  </a:lnTo>
                </a:path>
                <a:path w="2514600" h="365760">
                  <a:moveTo>
                    <a:pt x="819912" y="0"/>
                  </a:moveTo>
                  <a:lnTo>
                    <a:pt x="821436" y="364235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5255" y="4038600"/>
              <a:ext cx="2447925" cy="1773555"/>
            </a:xfrm>
            <a:custGeom>
              <a:avLst/>
              <a:gdLst/>
              <a:ahLst/>
              <a:cxnLst/>
              <a:rect l="l" t="t" r="r" b="b"/>
              <a:pathLst>
                <a:path w="2447925" h="177355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773237"/>
                  </a:lnTo>
                  <a:lnTo>
                    <a:pt x="2447924" y="1773237"/>
                  </a:lnTo>
                  <a:lnTo>
                    <a:pt x="2447924" y="1766887"/>
                  </a:lnTo>
                  <a:lnTo>
                    <a:pt x="44450" y="1766887"/>
                  </a:lnTo>
                  <a:lnTo>
                    <a:pt x="38100" y="1760537"/>
                  </a:lnTo>
                  <a:lnTo>
                    <a:pt x="44450" y="1760537"/>
                  </a:lnTo>
                  <a:lnTo>
                    <a:pt x="44450" y="63500"/>
                  </a:lnTo>
                  <a:close/>
                </a:path>
                <a:path w="2447925" h="1773554">
                  <a:moveTo>
                    <a:pt x="44450" y="1760537"/>
                  </a:moveTo>
                  <a:lnTo>
                    <a:pt x="38100" y="1760537"/>
                  </a:lnTo>
                  <a:lnTo>
                    <a:pt x="44450" y="1766887"/>
                  </a:lnTo>
                  <a:lnTo>
                    <a:pt x="44450" y="1760537"/>
                  </a:lnTo>
                  <a:close/>
                </a:path>
                <a:path w="2447925" h="1773554">
                  <a:moveTo>
                    <a:pt x="2447924" y="1760537"/>
                  </a:moveTo>
                  <a:lnTo>
                    <a:pt x="44450" y="1760537"/>
                  </a:lnTo>
                  <a:lnTo>
                    <a:pt x="44450" y="1766887"/>
                  </a:lnTo>
                  <a:lnTo>
                    <a:pt x="2447924" y="1766887"/>
                  </a:lnTo>
                  <a:lnTo>
                    <a:pt x="2447924" y="1760537"/>
                  </a:lnTo>
                  <a:close/>
                </a:path>
                <a:path w="2447925" h="177355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2447925" h="177355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4258055" y="2348483"/>
            <a:ext cx="814069" cy="367665"/>
          </a:xfrm>
          <a:custGeom>
            <a:avLst/>
            <a:gdLst/>
            <a:ahLst/>
            <a:cxnLst/>
            <a:rect l="l" t="t" r="r" b="b"/>
            <a:pathLst>
              <a:path w="814070" h="367664">
                <a:moveTo>
                  <a:pt x="0" y="183641"/>
                </a:moveTo>
                <a:lnTo>
                  <a:pt x="20738" y="125577"/>
                </a:lnTo>
                <a:lnTo>
                  <a:pt x="78492" y="75163"/>
                </a:lnTo>
                <a:lnTo>
                  <a:pt x="119157" y="53768"/>
                </a:lnTo>
                <a:lnTo>
                  <a:pt x="166567" y="35417"/>
                </a:lnTo>
                <a:lnTo>
                  <a:pt x="219883" y="20488"/>
                </a:lnTo>
                <a:lnTo>
                  <a:pt x="278270" y="9357"/>
                </a:lnTo>
                <a:lnTo>
                  <a:pt x="340890" y="2402"/>
                </a:lnTo>
                <a:lnTo>
                  <a:pt x="406908" y="0"/>
                </a:lnTo>
                <a:lnTo>
                  <a:pt x="472925" y="2402"/>
                </a:lnTo>
                <a:lnTo>
                  <a:pt x="535545" y="9357"/>
                </a:lnTo>
                <a:lnTo>
                  <a:pt x="593932" y="20488"/>
                </a:lnTo>
                <a:lnTo>
                  <a:pt x="647248" y="35417"/>
                </a:lnTo>
                <a:lnTo>
                  <a:pt x="694658" y="53768"/>
                </a:lnTo>
                <a:lnTo>
                  <a:pt x="735323" y="75163"/>
                </a:lnTo>
                <a:lnTo>
                  <a:pt x="768409" y="99225"/>
                </a:lnTo>
                <a:lnTo>
                  <a:pt x="808491" y="153842"/>
                </a:lnTo>
                <a:lnTo>
                  <a:pt x="813816" y="183641"/>
                </a:lnTo>
                <a:lnTo>
                  <a:pt x="808491" y="213441"/>
                </a:lnTo>
                <a:lnTo>
                  <a:pt x="768409" y="268058"/>
                </a:lnTo>
                <a:lnTo>
                  <a:pt x="735323" y="292120"/>
                </a:lnTo>
                <a:lnTo>
                  <a:pt x="694658" y="313515"/>
                </a:lnTo>
                <a:lnTo>
                  <a:pt x="647248" y="331866"/>
                </a:lnTo>
                <a:lnTo>
                  <a:pt x="593932" y="346795"/>
                </a:lnTo>
                <a:lnTo>
                  <a:pt x="535545" y="357926"/>
                </a:lnTo>
                <a:lnTo>
                  <a:pt x="472925" y="364881"/>
                </a:lnTo>
                <a:lnTo>
                  <a:pt x="406908" y="367283"/>
                </a:lnTo>
                <a:lnTo>
                  <a:pt x="340890" y="364881"/>
                </a:lnTo>
                <a:lnTo>
                  <a:pt x="278270" y="357926"/>
                </a:lnTo>
                <a:lnTo>
                  <a:pt x="219883" y="346795"/>
                </a:lnTo>
                <a:lnTo>
                  <a:pt x="166567" y="331866"/>
                </a:lnTo>
                <a:lnTo>
                  <a:pt x="119157" y="313515"/>
                </a:lnTo>
                <a:lnTo>
                  <a:pt x="78492" y="292120"/>
                </a:lnTo>
                <a:lnTo>
                  <a:pt x="45406" y="268058"/>
                </a:lnTo>
                <a:lnTo>
                  <a:pt x="5324" y="213441"/>
                </a:lnTo>
                <a:lnTo>
                  <a:pt x="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336160" y="2376373"/>
            <a:ext cx="660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SoGio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652771" y="1767839"/>
            <a:ext cx="12700" cy="579755"/>
          </a:xfrm>
          <a:custGeom>
            <a:avLst/>
            <a:gdLst/>
            <a:ahLst/>
            <a:cxnLst/>
            <a:rect l="l" t="t" r="r" b="b"/>
            <a:pathLst>
              <a:path w="12700" h="579755">
                <a:moveTo>
                  <a:pt x="0" y="0"/>
                </a:moveTo>
                <a:lnTo>
                  <a:pt x="12700" y="579501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74794" y="4038600"/>
            <a:ext cx="2717800" cy="2124710"/>
          </a:xfrm>
          <a:custGeom>
            <a:avLst/>
            <a:gdLst/>
            <a:ahLst/>
            <a:cxnLst/>
            <a:rect l="l" t="t" r="r" b="b"/>
            <a:pathLst>
              <a:path w="2717800" h="2124710">
                <a:moveTo>
                  <a:pt x="12700" y="1949450"/>
                </a:moveTo>
                <a:lnTo>
                  <a:pt x="0" y="1949450"/>
                </a:lnTo>
                <a:lnTo>
                  <a:pt x="0" y="2124113"/>
                </a:lnTo>
                <a:lnTo>
                  <a:pt x="2686050" y="2124113"/>
                </a:lnTo>
                <a:lnTo>
                  <a:pt x="2686050" y="2117763"/>
                </a:lnTo>
                <a:lnTo>
                  <a:pt x="12700" y="2117763"/>
                </a:lnTo>
                <a:lnTo>
                  <a:pt x="6350" y="2111413"/>
                </a:lnTo>
                <a:lnTo>
                  <a:pt x="12700" y="2111413"/>
                </a:lnTo>
                <a:lnTo>
                  <a:pt x="12700" y="1949450"/>
                </a:lnTo>
                <a:close/>
              </a:path>
              <a:path w="2717800" h="2124710">
                <a:moveTo>
                  <a:pt x="12700" y="2111413"/>
                </a:moveTo>
                <a:lnTo>
                  <a:pt x="6350" y="2111413"/>
                </a:lnTo>
                <a:lnTo>
                  <a:pt x="12700" y="2117763"/>
                </a:lnTo>
                <a:lnTo>
                  <a:pt x="12700" y="2111413"/>
                </a:lnTo>
                <a:close/>
              </a:path>
              <a:path w="2717800" h="2124710">
                <a:moveTo>
                  <a:pt x="2673350" y="2111413"/>
                </a:moveTo>
                <a:lnTo>
                  <a:pt x="12700" y="2111413"/>
                </a:lnTo>
                <a:lnTo>
                  <a:pt x="12700" y="2117763"/>
                </a:lnTo>
                <a:lnTo>
                  <a:pt x="2673350" y="2117763"/>
                </a:lnTo>
                <a:lnTo>
                  <a:pt x="2673350" y="2111413"/>
                </a:lnTo>
                <a:close/>
              </a:path>
              <a:path w="2717800" h="2124710">
                <a:moveTo>
                  <a:pt x="2686050" y="63500"/>
                </a:moveTo>
                <a:lnTo>
                  <a:pt x="2673350" y="63500"/>
                </a:lnTo>
                <a:lnTo>
                  <a:pt x="2673350" y="2117763"/>
                </a:lnTo>
                <a:lnTo>
                  <a:pt x="2679700" y="2111413"/>
                </a:lnTo>
                <a:lnTo>
                  <a:pt x="2686050" y="2111413"/>
                </a:lnTo>
                <a:lnTo>
                  <a:pt x="2686050" y="63500"/>
                </a:lnTo>
                <a:close/>
              </a:path>
              <a:path w="2717800" h="2124710">
                <a:moveTo>
                  <a:pt x="2686050" y="2111413"/>
                </a:moveTo>
                <a:lnTo>
                  <a:pt x="2679700" y="2111413"/>
                </a:lnTo>
                <a:lnTo>
                  <a:pt x="2673350" y="2117763"/>
                </a:lnTo>
                <a:lnTo>
                  <a:pt x="2686050" y="2117763"/>
                </a:lnTo>
                <a:lnTo>
                  <a:pt x="2686050" y="2111413"/>
                </a:lnTo>
                <a:close/>
              </a:path>
              <a:path w="2717800" h="2124710">
                <a:moveTo>
                  <a:pt x="2679700" y="0"/>
                </a:moveTo>
                <a:lnTo>
                  <a:pt x="2641600" y="76200"/>
                </a:lnTo>
                <a:lnTo>
                  <a:pt x="2673350" y="76200"/>
                </a:lnTo>
                <a:lnTo>
                  <a:pt x="2673350" y="63500"/>
                </a:lnTo>
                <a:lnTo>
                  <a:pt x="2711450" y="63500"/>
                </a:lnTo>
                <a:lnTo>
                  <a:pt x="2679700" y="0"/>
                </a:lnTo>
                <a:close/>
              </a:path>
              <a:path w="2717800" h="2124710">
                <a:moveTo>
                  <a:pt x="2711450" y="63500"/>
                </a:moveTo>
                <a:lnTo>
                  <a:pt x="2686050" y="63500"/>
                </a:lnTo>
                <a:lnTo>
                  <a:pt x="2686050" y="76200"/>
                </a:lnTo>
                <a:lnTo>
                  <a:pt x="2717800" y="76200"/>
                </a:lnTo>
                <a:lnTo>
                  <a:pt x="27114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C6F23E89-7B71-1A59-BD6B-10D15A4BE7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Chuyển</a:t>
            </a:r>
            <a:r>
              <a:rPr spc="-65" dirty="0"/>
              <a:t> </a:t>
            </a:r>
            <a:r>
              <a:rPr dirty="0"/>
              <a:t>đổi</a:t>
            </a:r>
            <a:r>
              <a:rPr spc="-90" dirty="0"/>
              <a:t> </a:t>
            </a:r>
            <a:r>
              <a:rPr dirty="0"/>
              <a:t>thuộc</a:t>
            </a:r>
            <a:r>
              <a:rPr spc="-65" dirty="0"/>
              <a:t> </a:t>
            </a:r>
            <a:r>
              <a:rPr dirty="0"/>
              <a:t>tính</a:t>
            </a:r>
            <a:r>
              <a:rPr spc="-95" dirty="0"/>
              <a:t> </a:t>
            </a:r>
            <a:r>
              <a:rPr dirty="0"/>
              <a:t>đa</a:t>
            </a:r>
            <a:r>
              <a:rPr spc="-90" dirty="0"/>
              <a:t> </a:t>
            </a:r>
            <a:r>
              <a:rPr spc="-25" dirty="0"/>
              <a:t>trị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6152" y="2670048"/>
            <a:ext cx="1489075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8572" y="1205483"/>
            <a:ext cx="881380" cy="367665"/>
          </a:xfrm>
          <a:custGeom>
            <a:avLst/>
            <a:gdLst/>
            <a:ahLst/>
            <a:cxnLst/>
            <a:rect l="l" t="t" r="r" b="b"/>
            <a:pathLst>
              <a:path w="881380" h="367665">
                <a:moveTo>
                  <a:pt x="0" y="183641"/>
                </a:moveTo>
                <a:lnTo>
                  <a:pt x="18650" y="130585"/>
                </a:lnTo>
                <a:lnTo>
                  <a:pt x="70967" y="83624"/>
                </a:lnTo>
                <a:lnTo>
                  <a:pt x="108045" y="63138"/>
                </a:lnTo>
                <a:lnTo>
                  <a:pt x="151494" y="45027"/>
                </a:lnTo>
                <a:lnTo>
                  <a:pt x="200632" y="29573"/>
                </a:lnTo>
                <a:lnTo>
                  <a:pt x="254777" y="17059"/>
                </a:lnTo>
                <a:lnTo>
                  <a:pt x="313247" y="7771"/>
                </a:lnTo>
                <a:lnTo>
                  <a:pt x="375360" y="1990"/>
                </a:lnTo>
                <a:lnTo>
                  <a:pt x="440435" y="0"/>
                </a:lnTo>
                <a:lnTo>
                  <a:pt x="505511" y="1990"/>
                </a:lnTo>
                <a:lnTo>
                  <a:pt x="567624" y="7771"/>
                </a:lnTo>
                <a:lnTo>
                  <a:pt x="626094" y="17059"/>
                </a:lnTo>
                <a:lnTo>
                  <a:pt x="680239" y="29573"/>
                </a:lnTo>
                <a:lnTo>
                  <a:pt x="729377" y="45027"/>
                </a:lnTo>
                <a:lnTo>
                  <a:pt x="772826" y="63138"/>
                </a:lnTo>
                <a:lnTo>
                  <a:pt x="809904" y="83624"/>
                </a:lnTo>
                <a:lnTo>
                  <a:pt x="862221" y="130585"/>
                </a:lnTo>
                <a:lnTo>
                  <a:pt x="880872" y="183641"/>
                </a:lnTo>
                <a:lnTo>
                  <a:pt x="876095" y="210790"/>
                </a:lnTo>
                <a:lnTo>
                  <a:pt x="839930" y="261082"/>
                </a:lnTo>
                <a:lnTo>
                  <a:pt x="772826" y="304145"/>
                </a:lnTo>
                <a:lnTo>
                  <a:pt x="729377" y="322256"/>
                </a:lnTo>
                <a:lnTo>
                  <a:pt x="680239" y="337710"/>
                </a:lnTo>
                <a:lnTo>
                  <a:pt x="626094" y="350224"/>
                </a:lnTo>
                <a:lnTo>
                  <a:pt x="567624" y="359512"/>
                </a:lnTo>
                <a:lnTo>
                  <a:pt x="505511" y="365293"/>
                </a:lnTo>
                <a:lnTo>
                  <a:pt x="440435" y="367283"/>
                </a:lnTo>
                <a:lnTo>
                  <a:pt x="375360" y="365293"/>
                </a:lnTo>
                <a:lnTo>
                  <a:pt x="313247" y="359512"/>
                </a:lnTo>
                <a:lnTo>
                  <a:pt x="254777" y="350224"/>
                </a:lnTo>
                <a:lnTo>
                  <a:pt x="200632" y="337710"/>
                </a:lnTo>
                <a:lnTo>
                  <a:pt x="151494" y="322256"/>
                </a:lnTo>
                <a:lnTo>
                  <a:pt x="108045" y="304145"/>
                </a:lnTo>
                <a:lnTo>
                  <a:pt x="70967" y="283659"/>
                </a:lnTo>
                <a:lnTo>
                  <a:pt x="18650" y="236698"/>
                </a:lnTo>
                <a:lnTo>
                  <a:pt x="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21027" y="1233678"/>
            <a:ext cx="699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Arial"/>
                <a:cs typeface="Arial"/>
              </a:rPr>
              <a:t>TenPB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2836" y="1572767"/>
            <a:ext cx="1375410" cy="1097280"/>
          </a:xfrm>
          <a:custGeom>
            <a:avLst/>
            <a:gdLst/>
            <a:ahLst/>
            <a:cxnLst/>
            <a:rect l="l" t="t" r="r" b="b"/>
            <a:pathLst>
              <a:path w="1375410" h="1097280">
                <a:moveTo>
                  <a:pt x="1374902" y="0"/>
                </a:moveTo>
                <a:lnTo>
                  <a:pt x="1367027" y="1096899"/>
                </a:lnTo>
              </a:path>
              <a:path w="1375410" h="1097280">
                <a:moveTo>
                  <a:pt x="0" y="467106"/>
                </a:moveTo>
                <a:lnTo>
                  <a:pt x="20472" y="409041"/>
                </a:lnTo>
                <a:lnTo>
                  <a:pt x="77481" y="358627"/>
                </a:lnTo>
                <a:lnTo>
                  <a:pt x="117619" y="337232"/>
                </a:lnTo>
                <a:lnTo>
                  <a:pt x="164410" y="318881"/>
                </a:lnTo>
                <a:lnTo>
                  <a:pt x="217028" y="303952"/>
                </a:lnTo>
                <a:lnTo>
                  <a:pt x="274646" y="292821"/>
                </a:lnTo>
                <a:lnTo>
                  <a:pt x="336437" y="285866"/>
                </a:lnTo>
                <a:lnTo>
                  <a:pt x="401573" y="283464"/>
                </a:lnTo>
                <a:lnTo>
                  <a:pt x="466710" y="285866"/>
                </a:lnTo>
                <a:lnTo>
                  <a:pt x="528501" y="292821"/>
                </a:lnTo>
                <a:lnTo>
                  <a:pt x="586119" y="303952"/>
                </a:lnTo>
                <a:lnTo>
                  <a:pt x="638737" y="318881"/>
                </a:lnTo>
                <a:lnTo>
                  <a:pt x="685528" y="337232"/>
                </a:lnTo>
                <a:lnTo>
                  <a:pt x="725666" y="358627"/>
                </a:lnTo>
                <a:lnTo>
                  <a:pt x="758324" y="382689"/>
                </a:lnTo>
                <a:lnTo>
                  <a:pt x="797891" y="437306"/>
                </a:lnTo>
                <a:lnTo>
                  <a:pt x="803148" y="467106"/>
                </a:lnTo>
                <a:lnTo>
                  <a:pt x="797891" y="496905"/>
                </a:lnTo>
                <a:lnTo>
                  <a:pt x="758324" y="551522"/>
                </a:lnTo>
                <a:lnTo>
                  <a:pt x="725666" y="575584"/>
                </a:lnTo>
                <a:lnTo>
                  <a:pt x="685528" y="596979"/>
                </a:lnTo>
                <a:lnTo>
                  <a:pt x="638737" y="615330"/>
                </a:lnTo>
                <a:lnTo>
                  <a:pt x="586119" y="630259"/>
                </a:lnTo>
                <a:lnTo>
                  <a:pt x="528501" y="641390"/>
                </a:lnTo>
                <a:lnTo>
                  <a:pt x="466710" y="648345"/>
                </a:lnTo>
                <a:lnTo>
                  <a:pt x="401573" y="650748"/>
                </a:lnTo>
                <a:lnTo>
                  <a:pt x="336437" y="648345"/>
                </a:lnTo>
                <a:lnTo>
                  <a:pt x="274646" y="641390"/>
                </a:lnTo>
                <a:lnTo>
                  <a:pt x="217028" y="630259"/>
                </a:lnTo>
                <a:lnTo>
                  <a:pt x="164410" y="615330"/>
                </a:lnTo>
                <a:lnTo>
                  <a:pt x="117619" y="596979"/>
                </a:lnTo>
                <a:lnTo>
                  <a:pt x="77481" y="575584"/>
                </a:lnTo>
                <a:lnTo>
                  <a:pt x="44823" y="551522"/>
                </a:lnTo>
                <a:lnTo>
                  <a:pt x="5256" y="496905"/>
                </a:lnTo>
                <a:lnTo>
                  <a:pt x="0" y="467106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0051" y="1884121"/>
            <a:ext cx="648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MaPB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2751" y="1808670"/>
            <a:ext cx="2690495" cy="866775"/>
            <a:chOff x="682751" y="1808670"/>
            <a:chExt cx="2690495" cy="866775"/>
          </a:xfrm>
        </p:grpSpPr>
        <p:sp>
          <p:nvSpPr>
            <p:cNvPr id="9" name="object 9"/>
            <p:cNvSpPr/>
            <p:nvPr/>
          </p:nvSpPr>
          <p:spPr>
            <a:xfrm>
              <a:off x="682751" y="2148204"/>
              <a:ext cx="622300" cy="12700"/>
            </a:xfrm>
            <a:custGeom>
              <a:avLst/>
              <a:gdLst/>
              <a:ahLst/>
              <a:cxnLst/>
              <a:rect l="l" t="t" r="r" b="b"/>
              <a:pathLst>
                <a:path w="622300" h="12700">
                  <a:moveTo>
                    <a:pt x="621792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621792" y="12192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8635" y="2170175"/>
              <a:ext cx="684530" cy="500380"/>
            </a:xfrm>
            <a:custGeom>
              <a:avLst/>
              <a:gdLst/>
              <a:ahLst/>
              <a:cxnLst/>
              <a:rect l="l" t="t" r="r" b="b"/>
              <a:pathLst>
                <a:path w="684530" h="500380">
                  <a:moveTo>
                    <a:pt x="0" y="0"/>
                  </a:moveTo>
                  <a:lnTo>
                    <a:pt x="684149" y="499999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86990" y="1828037"/>
              <a:ext cx="767080" cy="368935"/>
            </a:xfrm>
            <a:custGeom>
              <a:avLst/>
              <a:gdLst/>
              <a:ahLst/>
              <a:cxnLst/>
              <a:rect l="l" t="t" r="r" b="b"/>
              <a:pathLst>
                <a:path w="767079" h="368935">
                  <a:moveTo>
                    <a:pt x="0" y="184403"/>
                  </a:moveTo>
                  <a:lnTo>
                    <a:pt x="19537" y="126114"/>
                  </a:lnTo>
                  <a:lnTo>
                    <a:pt x="73944" y="75492"/>
                  </a:lnTo>
                  <a:lnTo>
                    <a:pt x="112252" y="54006"/>
                  </a:lnTo>
                  <a:lnTo>
                    <a:pt x="156911" y="35576"/>
                  </a:lnTo>
                  <a:lnTo>
                    <a:pt x="207132" y="20580"/>
                  </a:lnTo>
                  <a:lnTo>
                    <a:pt x="262127" y="9400"/>
                  </a:lnTo>
                  <a:lnTo>
                    <a:pt x="321108" y="2413"/>
                  </a:lnTo>
                  <a:lnTo>
                    <a:pt x="383286" y="0"/>
                  </a:lnTo>
                  <a:lnTo>
                    <a:pt x="445463" y="2413"/>
                  </a:lnTo>
                  <a:lnTo>
                    <a:pt x="504444" y="9400"/>
                  </a:lnTo>
                  <a:lnTo>
                    <a:pt x="559439" y="20580"/>
                  </a:lnTo>
                  <a:lnTo>
                    <a:pt x="609660" y="35576"/>
                  </a:lnTo>
                  <a:lnTo>
                    <a:pt x="654319" y="54006"/>
                  </a:lnTo>
                  <a:lnTo>
                    <a:pt x="692627" y="75492"/>
                  </a:lnTo>
                  <a:lnTo>
                    <a:pt x="723795" y="99655"/>
                  </a:lnTo>
                  <a:lnTo>
                    <a:pt x="761556" y="154490"/>
                  </a:lnTo>
                  <a:lnTo>
                    <a:pt x="766572" y="184403"/>
                  </a:lnTo>
                  <a:lnTo>
                    <a:pt x="761556" y="214317"/>
                  </a:lnTo>
                  <a:lnTo>
                    <a:pt x="723795" y="269152"/>
                  </a:lnTo>
                  <a:lnTo>
                    <a:pt x="692627" y="293315"/>
                  </a:lnTo>
                  <a:lnTo>
                    <a:pt x="654319" y="314801"/>
                  </a:lnTo>
                  <a:lnTo>
                    <a:pt x="609660" y="333231"/>
                  </a:lnTo>
                  <a:lnTo>
                    <a:pt x="559439" y="348227"/>
                  </a:lnTo>
                  <a:lnTo>
                    <a:pt x="504444" y="359407"/>
                  </a:lnTo>
                  <a:lnTo>
                    <a:pt x="445463" y="366394"/>
                  </a:lnTo>
                  <a:lnTo>
                    <a:pt x="383286" y="368808"/>
                  </a:lnTo>
                  <a:lnTo>
                    <a:pt x="321108" y="366394"/>
                  </a:lnTo>
                  <a:lnTo>
                    <a:pt x="262128" y="359407"/>
                  </a:lnTo>
                  <a:lnTo>
                    <a:pt x="207132" y="348227"/>
                  </a:lnTo>
                  <a:lnTo>
                    <a:pt x="156911" y="333231"/>
                  </a:lnTo>
                  <a:lnTo>
                    <a:pt x="112252" y="314801"/>
                  </a:lnTo>
                  <a:lnTo>
                    <a:pt x="73944" y="293315"/>
                  </a:lnTo>
                  <a:lnTo>
                    <a:pt x="42776" y="269152"/>
                  </a:lnTo>
                  <a:lnTo>
                    <a:pt x="5015" y="214317"/>
                  </a:lnTo>
                  <a:lnTo>
                    <a:pt x="0" y="184403"/>
                  </a:lnTo>
                  <a:close/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669539" y="1855978"/>
            <a:ext cx="602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Truso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976923" y="2660699"/>
          <a:ext cx="27178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1955183" y="2136539"/>
            <a:ext cx="3456304" cy="2741295"/>
            <a:chOff x="1955183" y="2136539"/>
            <a:chExt cx="3456304" cy="2741295"/>
          </a:xfrm>
        </p:grpSpPr>
        <p:sp>
          <p:nvSpPr>
            <p:cNvPr id="15" name="object 15"/>
            <p:cNvSpPr/>
            <p:nvPr/>
          </p:nvSpPr>
          <p:spPr>
            <a:xfrm>
              <a:off x="1959863" y="2141219"/>
              <a:ext cx="736600" cy="528955"/>
            </a:xfrm>
            <a:custGeom>
              <a:avLst/>
              <a:gdLst/>
              <a:ahLst/>
              <a:cxnLst/>
              <a:rect l="l" t="t" r="r" b="b"/>
              <a:pathLst>
                <a:path w="736600" h="528955">
                  <a:moveTo>
                    <a:pt x="736600" y="0"/>
                  </a:moveTo>
                  <a:lnTo>
                    <a:pt x="0" y="528574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07309" y="2507995"/>
              <a:ext cx="2303780" cy="2369820"/>
            </a:xfrm>
            <a:custGeom>
              <a:avLst/>
              <a:gdLst/>
              <a:ahLst/>
              <a:cxnLst/>
              <a:rect l="l" t="t" r="r" b="b"/>
              <a:pathLst>
                <a:path w="2303779" h="2369820">
                  <a:moveTo>
                    <a:pt x="94234" y="140716"/>
                  </a:moveTo>
                  <a:lnTo>
                    <a:pt x="35306" y="0"/>
                  </a:lnTo>
                  <a:lnTo>
                    <a:pt x="0" y="14732"/>
                  </a:lnTo>
                  <a:lnTo>
                    <a:pt x="59055" y="155448"/>
                  </a:lnTo>
                  <a:lnTo>
                    <a:pt x="94234" y="140716"/>
                  </a:lnTo>
                  <a:close/>
                </a:path>
                <a:path w="2303779" h="2369820">
                  <a:moveTo>
                    <a:pt x="197612" y="387096"/>
                  </a:moveTo>
                  <a:lnTo>
                    <a:pt x="138557" y="246380"/>
                  </a:lnTo>
                  <a:lnTo>
                    <a:pt x="103378" y="261112"/>
                  </a:lnTo>
                  <a:lnTo>
                    <a:pt x="162420" y="401828"/>
                  </a:lnTo>
                  <a:lnTo>
                    <a:pt x="197612" y="387096"/>
                  </a:lnTo>
                  <a:close/>
                </a:path>
                <a:path w="2303779" h="2369820">
                  <a:moveTo>
                    <a:pt x="300863" y="633476"/>
                  </a:moveTo>
                  <a:lnTo>
                    <a:pt x="241808" y="492633"/>
                  </a:lnTo>
                  <a:lnTo>
                    <a:pt x="206629" y="507365"/>
                  </a:lnTo>
                  <a:lnTo>
                    <a:pt x="265684" y="648208"/>
                  </a:lnTo>
                  <a:lnTo>
                    <a:pt x="300863" y="633476"/>
                  </a:lnTo>
                  <a:close/>
                </a:path>
                <a:path w="2303779" h="2369820">
                  <a:moveTo>
                    <a:pt x="398907" y="369443"/>
                  </a:moveTo>
                  <a:lnTo>
                    <a:pt x="246253" y="369443"/>
                  </a:lnTo>
                  <a:lnTo>
                    <a:pt x="246253" y="407543"/>
                  </a:lnTo>
                  <a:lnTo>
                    <a:pt x="398907" y="407543"/>
                  </a:lnTo>
                  <a:lnTo>
                    <a:pt x="398907" y="369443"/>
                  </a:lnTo>
                  <a:close/>
                </a:path>
                <a:path w="2303779" h="2369820">
                  <a:moveTo>
                    <a:pt x="404241" y="879729"/>
                  </a:moveTo>
                  <a:lnTo>
                    <a:pt x="345186" y="739013"/>
                  </a:lnTo>
                  <a:lnTo>
                    <a:pt x="310007" y="753745"/>
                  </a:lnTo>
                  <a:lnTo>
                    <a:pt x="368935" y="894461"/>
                  </a:lnTo>
                  <a:lnTo>
                    <a:pt x="404241" y="879729"/>
                  </a:lnTo>
                  <a:close/>
                </a:path>
                <a:path w="2303779" h="2369820">
                  <a:moveTo>
                    <a:pt x="507492" y="1126109"/>
                  </a:moveTo>
                  <a:lnTo>
                    <a:pt x="448437" y="985393"/>
                  </a:lnTo>
                  <a:lnTo>
                    <a:pt x="413258" y="1000125"/>
                  </a:lnTo>
                  <a:lnTo>
                    <a:pt x="472313" y="1140841"/>
                  </a:lnTo>
                  <a:lnTo>
                    <a:pt x="507492" y="1126109"/>
                  </a:lnTo>
                  <a:close/>
                </a:path>
                <a:path w="2303779" h="2369820">
                  <a:moveTo>
                    <a:pt x="610743" y="1372489"/>
                  </a:moveTo>
                  <a:lnTo>
                    <a:pt x="551815" y="1231646"/>
                  </a:lnTo>
                  <a:lnTo>
                    <a:pt x="516509" y="1246378"/>
                  </a:lnTo>
                  <a:lnTo>
                    <a:pt x="575564" y="1387221"/>
                  </a:lnTo>
                  <a:lnTo>
                    <a:pt x="610743" y="1372489"/>
                  </a:lnTo>
                  <a:close/>
                </a:path>
                <a:path w="2303779" h="2369820">
                  <a:moveTo>
                    <a:pt x="665988" y="369570"/>
                  </a:moveTo>
                  <a:lnTo>
                    <a:pt x="513334" y="369570"/>
                  </a:lnTo>
                  <a:lnTo>
                    <a:pt x="513334" y="407797"/>
                  </a:lnTo>
                  <a:lnTo>
                    <a:pt x="665988" y="407797"/>
                  </a:lnTo>
                  <a:lnTo>
                    <a:pt x="665988" y="369570"/>
                  </a:lnTo>
                  <a:close/>
                </a:path>
                <a:path w="2303779" h="2369820">
                  <a:moveTo>
                    <a:pt x="714121" y="1618742"/>
                  </a:moveTo>
                  <a:lnTo>
                    <a:pt x="655066" y="1478026"/>
                  </a:lnTo>
                  <a:lnTo>
                    <a:pt x="619887" y="1492758"/>
                  </a:lnTo>
                  <a:lnTo>
                    <a:pt x="678942" y="1633474"/>
                  </a:lnTo>
                  <a:lnTo>
                    <a:pt x="714121" y="1618742"/>
                  </a:lnTo>
                  <a:close/>
                </a:path>
                <a:path w="2303779" h="2369820">
                  <a:moveTo>
                    <a:pt x="817372" y="1865122"/>
                  </a:moveTo>
                  <a:lnTo>
                    <a:pt x="758317" y="1724279"/>
                  </a:lnTo>
                  <a:lnTo>
                    <a:pt x="723138" y="1739138"/>
                  </a:lnTo>
                  <a:lnTo>
                    <a:pt x="782193" y="1879854"/>
                  </a:lnTo>
                  <a:lnTo>
                    <a:pt x="817372" y="1865122"/>
                  </a:lnTo>
                  <a:close/>
                </a:path>
                <a:path w="2303779" h="2369820">
                  <a:moveTo>
                    <a:pt x="920750" y="2111502"/>
                  </a:moveTo>
                  <a:lnTo>
                    <a:pt x="861695" y="1970659"/>
                  </a:lnTo>
                  <a:lnTo>
                    <a:pt x="826516" y="1985391"/>
                  </a:lnTo>
                  <a:lnTo>
                    <a:pt x="885444" y="2126234"/>
                  </a:lnTo>
                  <a:lnTo>
                    <a:pt x="920750" y="2111502"/>
                  </a:lnTo>
                  <a:close/>
                </a:path>
                <a:path w="2303779" h="2369820">
                  <a:moveTo>
                    <a:pt x="933196" y="369824"/>
                  </a:moveTo>
                  <a:lnTo>
                    <a:pt x="780542" y="369697"/>
                  </a:lnTo>
                  <a:lnTo>
                    <a:pt x="780415" y="407797"/>
                  </a:lnTo>
                  <a:lnTo>
                    <a:pt x="933069" y="407924"/>
                  </a:lnTo>
                  <a:lnTo>
                    <a:pt x="933196" y="369824"/>
                  </a:lnTo>
                  <a:close/>
                </a:path>
                <a:path w="2303779" h="2369820">
                  <a:moveTo>
                    <a:pt x="1016762" y="2241804"/>
                  </a:moveTo>
                  <a:lnTo>
                    <a:pt x="981544" y="2256599"/>
                  </a:lnTo>
                  <a:lnTo>
                    <a:pt x="964946" y="2217039"/>
                  </a:lnTo>
                  <a:lnTo>
                    <a:pt x="929767" y="2231771"/>
                  </a:lnTo>
                  <a:lnTo>
                    <a:pt x="946391" y="2271369"/>
                  </a:lnTo>
                  <a:lnTo>
                    <a:pt x="911225" y="2286127"/>
                  </a:lnTo>
                  <a:lnTo>
                    <a:pt x="1008253" y="2369566"/>
                  </a:lnTo>
                  <a:lnTo>
                    <a:pt x="1013612" y="2288921"/>
                  </a:lnTo>
                  <a:lnTo>
                    <a:pt x="1016762" y="2241804"/>
                  </a:lnTo>
                  <a:close/>
                </a:path>
                <a:path w="2303779" h="2369820">
                  <a:moveTo>
                    <a:pt x="1200277" y="369951"/>
                  </a:moveTo>
                  <a:lnTo>
                    <a:pt x="1047623" y="369951"/>
                  </a:lnTo>
                  <a:lnTo>
                    <a:pt x="1047623" y="408178"/>
                  </a:lnTo>
                  <a:lnTo>
                    <a:pt x="1200277" y="408178"/>
                  </a:lnTo>
                  <a:lnTo>
                    <a:pt x="1200277" y="369951"/>
                  </a:lnTo>
                  <a:close/>
                </a:path>
                <a:path w="2303779" h="2369820">
                  <a:moveTo>
                    <a:pt x="1467358" y="370205"/>
                  </a:moveTo>
                  <a:lnTo>
                    <a:pt x="1314704" y="370205"/>
                  </a:lnTo>
                  <a:lnTo>
                    <a:pt x="1314704" y="408305"/>
                  </a:lnTo>
                  <a:lnTo>
                    <a:pt x="1467358" y="408305"/>
                  </a:lnTo>
                  <a:lnTo>
                    <a:pt x="1467358" y="370205"/>
                  </a:lnTo>
                  <a:close/>
                </a:path>
                <a:path w="2303779" h="2369820">
                  <a:moveTo>
                    <a:pt x="1734566" y="370332"/>
                  </a:moveTo>
                  <a:lnTo>
                    <a:pt x="1581912" y="370332"/>
                  </a:lnTo>
                  <a:lnTo>
                    <a:pt x="1581772" y="408559"/>
                  </a:lnTo>
                  <a:lnTo>
                    <a:pt x="1734439" y="408559"/>
                  </a:lnTo>
                  <a:lnTo>
                    <a:pt x="1734566" y="370332"/>
                  </a:lnTo>
                  <a:close/>
                </a:path>
                <a:path w="2303779" h="2369820">
                  <a:moveTo>
                    <a:pt x="2001647" y="370586"/>
                  </a:moveTo>
                  <a:lnTo>
                    <a:pt x="1848993" y="370459"/>
                  </a:lnTo>
                  <a:lnTo>
                    <a:pt x="1848993" y="408686"/>
                  </a:lnTo>
                  <a:lnTo>
                    <a:pt x="2001647" y="408686"/>
                  </a:lnTo>
                  <a:lnTo>
                    <a:pt x="2001647" y="370586"/>
                  </a:lnTo>
                  <a:close/>
                </a:path>
                <a:path w="2303779" h="2369820">
                  <a:moveTo>
                    <a:pt x="2303653" y="389890"/>
                  </a:moveTo>
                  <a:lnTo>
                    <a:pt x="2265337" y="370713"/>
                  </a:lnTo>
                  <a:lnTo>
                    <a:pt x="2189226" y="332613"/>
                  </a:lnTo>
                  <a:lnTo>
                    <a:pt x="2189175" y="370713"/>
                  </a:lnTo>
                  <a:lnTo>
                    <a:pt x="2116074" y="370713"/>
                  </a:lnTo>
                  <a:lnTo>
                    <a:pt x="2116074" y="408940"/>
                  </a:lnTo>
                  <a:lnTo>
                    <a:pt x="2189137" y="408940"/>
                  </a:lnTo>
                  <a:lnTo>
                    <a:pt x="2189099" y="447040"/>
                  </a:lnTo>
                  <a:lnTo>
                    <a:pt x="2265464" y="408940"/>
                  </a:lnTo>
                  <a:lnTo>
                    <a:pt x="2303653" y="389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61709" y="2314702"/>
            <a:ext cx="1334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25161" y="5319521"/>
            <a:ext cx="106680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320"/>
              </a:spcBef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Truso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41623" y="5347512"/>
            <a:ext cx="976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MaPB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17188" y="5610288"/>
            <a:ext cx="622300" cy="12700"/>
          </a:xfrm>
          <a:custGeom>
            <a:avLst/>
            <a:gdLst/>
            <a:ahLst/>
            <a:cxnLst/>
            <a:rect l="l" t="t" r="r" b="b"/>
            <a:pathLst>
              <a:path w="622300" h="12700">
                <a:moveTo>
                  <a:pt x="621791" y="0"/>
                </a:moveTo>
                <a:lnTo>
                  <a:pt x="0" y="0"/>
                </a:lnTo>
                <a:lnTo>
                  <a:pt x="0" y="12192"/>
                </a:lnTo>
                <a:lnTo>
                  <a:pt x="621791" y="12192"/>
                </a:lnTo>
                <a:lnTo>
                  <a:pt x="6217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811651" y="4982336"/>
            <a:ext cx="1791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TRUSO_PHONG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727499" y="3048000"/>
            <a:ext cx="2735580" cy="2870835"/>
            <a:chOff x="3727499" y="3048000"/>
            <a:chExt cx="2735580" cy="2870835"/>
          </a:xfrm>
        </p:grpSpPr>
        <p:sp>
          <p:nvSpPr>
            <p:cNvPr id="23" name="object 23"/>
            <p:cNvSpPr/>
            <p:nvPr/>
          </p:nvSpPr>
          <p:spPr>
            <a:xfrm>
              <a:off x="3733800" y="5318760"/>
              <a:ext cx="2057400" cy="365760"/>
            </a:xfrm>
            <a:custGeom>
              <a:avLst/>
              <a:gdLst/>
              <a:ahLst/>
              <a:cxnLst/>
              <a:rect l="l" t="t" r="r" b="b"/>
              <a:pathLst>
                <a:path w="2057400" h="365760">
                  <a:moveTo>
                    <a:pt x="0" y="0"/>
                  </a:moveTo>
                  <a:lnTo>
                    <a:pt x="2057400" y="1523"/>
                  </a:lnTo>
                </a:path>
                <a:path w="2057400" h="365760">
                  <a:moveTo>
                    <a:pt x="0" y="364235"/>
                  </a:moveTo>
                  <a:lnTo>
                    <a:pt x="2057400" y="365759"/>
                  </a:lnTo>
                </a:path>
                <a:path w="2057400" h="365760">
                  <a:moveTo>
                    <a:pt x="0" y="0"/>
                  </a:moveTo>
                  <a:lnTo>
                    <a:pt x="1524" y="364235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22750" y="3048000"/>
              <a:ext cx="2240280" cy="2870835"/>
            </a:xfrm>
            <a:custGeom>
              <a:avLst/>
              <a:gdLst/>
              <a:ahLst/>
              <a:cxnLst/>
              <a:rect l="l" t="t" r="r" b="b"/>
              <a:pathLst>
                <a:path w="2240279" h="2870835">
                  <a:moveTo>
                    <a:pt x="12700" y="2635250"/>
                  </a:moveTo>
                  <a:lnTo>
                    <a:pt x="0" y="2635250"/>
                  </a:lnTo>
                  <a:lnTo>
                    <a:pt x="0" y="2870238"/>
                  </a:lnTo>
                  <a:lnTo>
                    <a:pt x="2208149" y="2870238"/>
                  </a:lnTo>
                  <a:lnTo>
                    <a:pt x="2208149" y="2863888"/>
                  </a:lnTo>
                  <a:lnTo>
                    <a:pt x="12700" y="2863888"/>
                  </a:lnTo>
                  <a:lnTo>
                    <a:pt x="6350" y="2857538"/>
                  </a:lnTo>
                  <a:lnTo>
                    <a:pt x="12700" y="2857538"/>
                  </a:lnTo>
                  <a:lnTo>
                    <a:pt x="12700" y="2635250"/>
                  </a:lnTo>
                  <a:close/>
                </a:path>
                <a:path w="2240279" h="2870835">
                  <a:moveTo>
                    <a:pt x="12700" y="2857538"/>
                  </a:moveTo>
                  <a:lnTo>
                    <a:pt x="6350" y="2857538"/>
                  </a:lnTo>
                  <a:lnTo>
                    <a:pt x="12700" y="2863888"/>
                  </a:lnTo>
                  <a:lnTo>
                    <a:pt x="12700" y="2857538"/>
                  </a:lnTo>
                  <a:close/>
                </a:path>
                <a:path w="2240279" h="2870835">
                  <a:moveTo>
                    <a:pt x="2195449" y="2857538"/>
                  </a:moveTo>
                  <a:lnTo>
                    <a:pt x="12700" y="2857538"/>
                  </a:lnTo>
                  <a:lnTo>
                    <a:pt x="12700" y="2863888"/>
                  </a:lnTo>
                  <a:lnTo>
                    <a:pt x="2195449" y="2863888"/>
                  </a:lnTo>
                  <a:lnTo>
                    <a:pt x="2195449" y="2857538"/>
                  </a:lnTo>
                  <a:close/>
                </a:path>
                <a:path w="2240279" h="2870835">
                  <a:moveTo>
                    <a:pt x="2208149" y="63500"/>
                  </a:moveTo>
                  <a:lnTo>
                    <a:pt x="2195449" y="63500"/>
                  </a:lnTo>
                  <a:lnTo>
                    <a:pt x="2195449" y="2863888"/>
                  </a:lnTo>
                  <a:lnTo>
                    <a:pt x="2201799" y="2857538"/>
                  </a:lnTo>
                  <a:lnTo>
                    <a:pt x="2208149" y="2857538"/>
                  </a:lnTo>
                  <a:lnTo>
                    <a:pt x="2208149" y="63500"/>
                  </a:lnTo>
                  <a:close/>
                </a:path>
                <a:path w="2240279" h="2870835">
                  <a:moveTo>
                    <a:pt x="2208149" y="2857538"/>
                  </a:moveTo>
                  <a:lnTo>
                    <a:pt x="2201799" y="2857538"/>
                  </a:lnTo>
                  <a:lnTo>
                    <a:pt x="2195449" y="2863888"/>
                  </a:lnTo>
                  <a:lnTo>
                    <a:pt x="2208149" y="2863888"/>
                  </a:lnTo>
                  <a:lnTo>
                    <a:pt x="2208149" y="2857538"/>
                  </a:lnTo>
                  <a:close/>
                </a:path>
                <a:path w="2240279" h="2870835">
                  <a:moveTo>
                    <a:pt x="2201799" y="0"/>
                  </a:moveTo>
                  <a:lnTo>
                    <a:pt x="2163699" y="76200"/>
                  </a:lnTo>
                  <a:lnTo>
                    <a:pt x="2195449" y="76200"/>
                  </a:lnTo>
                  <a:lnTo>
                    <a:pt x="2195449" y="63500"/>
                  </a:lnTo>
                  <a:lnTo>
                    <a:pt x="2233549" y="63500"/>
                  </a:lnTo>
                  <a:lnTo>
                    <a:pt x="2201799" y="0"/>
                  </a:lnTo>
                  <a:close/>
                </a:path>
                <a:path w="2240279" h="2870835">
                  <a:moveTo>
                    <a:pt x="2233549" y="63500"/>
                  </a:moveTo>
                  <a:lnTo>
                    <a:pt x="2208149" y="63500"/>
                  </a:lnTo>
                  <a:lnTo>
                    <a:pt x="2208149" y="76200"/>
                  </a:lnTo>
                  <a:lnTo>
                    <a:pt x="2239899" y="76200"/>
                  </a:lnTo>
                  <a:lnTo>
                    <a:pt x="2233549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A11FD3DD-822D-97DB-5B48-DB1C907410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Chuyển</a:t>
            </a:r>
            <a:r>
              <a:rPr spc="-55" dirty="0"/>
              <a:t> </a:t>
            </a:r>
            <a:r>
              <a:rPr dirty="0"/>
              <a:t>đổi</a:t>
            </a:r>
            <a:r>
              <a:rPr spc="-85" dirty="0"/>
              <a:t> </a:t>
            </a:r>
            <a:r>
              <a:rPr dirty="0"/>
              <a:t>kiểu</a:t>
            </a:r>
            <a:r>
              <a:rPr spc="-80" dirty="0"/>
              <a:t> </a:t>
            </a:r>
            <a:r>
              <a:rPr dirty="0"/>
              <a:t>liên</a:t>
            </a:r>
            <a:r>
              <a:rPr spc="-70" dirty="0"/>
              <a:t> </a:t>
            </a:r>
            <a:r>
              <a:rPr dirty="0"/>
              <a:t>kết</a:t>
            </a:r>
            <a:r>
              <a:rPr spc="-70" dirty="0"/>
              <a:t> </a:t>
            </a:r>
            <a:r>
              <a:rPr dirty="0"/>
              <a:t>bậc</a:t>
            </a:r>
            <a:r>
              <a:rPr spc="-65" dirty="0"/>
              <a:t> </a:t>
            </a:r>
            <a:r>
              <a:rPr spc="-25" dirty="0"/>
              <a:t>cao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0763" y="1789176"/>
            <a:ext cx="1805939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840" y="1786127"/>
            <a:ext cx="577850" cy="368935"/>
          </a:xfrm>
          <a:custGeom>
            <a:avLst/>
            <a:gdLst/>
            <a:ahLst/>
            <a:cxnLst/>
            <a:rect l="l" t="t" r="r" b="b"/>
            <a:pathLst>
              <a:path w="577850" h="368935">
                <a:moveTo>
                  <a:pt x="0" y="184404"/>
                </a:moveTo>
                <a:lnTo>
                  <a:pt x="22695" y="112621"/>
                </a:lnTo>
                <a:lnTo>
                  <a:pt x="49322" y="81297"/>
                </a:lnTo>
                <a:lnTo>
                  <a:pt x="84586" y="54006"/>
                </a:lnTo>
                <a:lnTo>
                  <a:pt x="127328" y="31490"/>
                </a:lnTo>
                <a:lnTo>
                  <a:pt x="176384" y="14489"/>
                </a:lnTo>
                <a:lnTo>
                  <a:pt x="230594" y="3746"/>
                </a:lnTo>
                <a:lnTo>
                  <a:pt x="288797" y="0"/>
                </a:lnTo>
                <a:lnTo>
                  <a:pt x="347001" y="3746"/>
                </a:lnTo>
                <a:lnTo>
                  <a:pt x="401211" y="14489"/>
                </a:lnTo>
                <a:lnTo>
                  <a:pt x="450267" y="31490"/>
                </a:lnTo>
                <a:lnTo>
                  <a:pt x="493009" y="54006"/>
                </a:lnTo>
                <a:lnTo>
                  <a:pt x="528273" y="81297"/>
                </a:lnTo>
                <a:lnTo>
                  <a:pt x="554900" y="112621"/>
                </a:lnTo>
                <a:lnTo>
                  <a:pt x="571728" y="147237"/>
                </a:lnTo>
                <a:lnTo>
                  <a:pt x="577596" y="184404"/>
                </a:lnTo>
                <a:lnTo>
                  <a:pt x="571728" y="221570"/>
                </a:lnTo>
                <a:lnTo>
                  <a:pt x="554900" y="256186"/>
                </a:lnTo>
                <a:lnTo>
                  <a:pt x="528273" y="287510"/>
                </a:lnTo>
                <a:lnTo>
                  <a:pt x="493009" y="314801"/>
                </a:lnTo>
                <a:lnTo>
                  <a:pt x="450267" y="337317"/>
                </a:lnTo>
                <a:lnTo>
                  <a:pt x="401211" y="354318"/>
                </a:lnTo>
                <a:lnTo>
                  <a:pt x="347001" y="365061"/>
                </a:lnTo>
                <a:lnTo>
                  <a:pt x="288797" y="368808"/>
                </a:lnTo>
                <a:lnTo>
                  <a:pt x="230594" y="365061"/>
                </a:lnTo>
                <a:lnTo>
                  <a:pt x="176384" y="354318"/>
                </a:lnTo>
                <a:lnTo>
                  <a:pt x="127328" y="337317"/>
                </a:lnTo>
                <a:lnTo>
                  <a:pt x="84586" y="314801"/>
                </a:lnTo>
                <a:lnTo>
                  <a:pt x="49322" y="287510"/>
                </a:lnTo>
                <a:lnTo>
                  <a:pt x="22695" y="256186"/>
                </a:lnTo>
                <a:lnTo>
                  <a:pt x="5867" y="221570"/>
                </a:lnTo>
                <a:lnTo>
                  <a:pt x="0" y="184404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7295" y="1814576"/>
            <a:ext cx="395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02436" y="1970532"/>
            <a:ext cx="341630" cy="3175"/>
          </a:xfrm>
          <a:custGeom>
            <a:avLst/>
            <a:gdLst/>
            <a:ahLst/>
            <a:cxnLst/>
            <a:rect l="l" t="t" r="r" b="b"/>
            <a:pathLst>
              <a:path w="341630" h="3175">
                <a:moveTo>
                  <a:pt x="0" y="0"/>
                </a:moveTo>
                <a:lnTo>
                  <a:pt x="341248" y="3175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60464" y="1789176"/>
            <a:ext cx="8280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71459" y="1790700"/>
            <a:ext cx="576580" cy="368935"/>
          </a:xfrm>
          <a:custGeom>
            <a:avLst/>
            <a:gdLst/>
            <a:ahLst/>
            <a:cxnLst/>
            <a:rect l="l" t="t" r="r" b="b"/>
            <a:pathLst>
              <a:path w="576579" h="368935">
                <a:moveTo>
                  <a:pt x="0" y="184403"/>
                </a:moveTo>
                <a:lnTo>
                  <a:pt x="22627" y="112621"/>
                </a:lnTo>
                <a:lnTo>
                  <a:pt x="49178" y="81297"/>
                </a:lnTo>
                <a:lnTo>
                  <a:pt x="84343" y="54006"/>
                </a:lnTo>
                <a:lnTo>
                  <a:pt x="126968" y="31490"/>
                </a:lnTo>
                <a:lnTo>
                  <a:pt x="175896" y="14489"/>
                </a:lnTo>
                <a:lnTo>
                  <a:pt x="229971" y="3746"/>
                </a:lnTo>
                <a:lnTo>
                  <a:pt x="288036" y="0"/>
                </a:lnTo>
                <a:lnTo>
                  <a:pt x="346100" y="3746"/>
                </a:lnTo>
                <a:lnTo>
                  <a:pt x="400175" y="14489"/>
                </a:lnTo>
                <a:lnTo>
                  <a:pt x="449103" y="31490"/>
                </a:lnTo>
                <a:lnTo>
                  <a:pt x="491728" y="54006"/>
                </a:lnTo>
                <a:lnTo>
                  <a:pt x="526893" y="81297"/>
                </a:lnTo>
                <a:lnTo>
                  <a:pt x="553444" y="112621"/>
                </a:lnTo>
                <a:lnTo>
                  <a:pt x="570222" y="147237"/>
                </a:lnTo>
                <a:lnTo>
                  <a:pt x="576072" y="184403"/>
                </a:lnTo>
                <a:lnTo>
                  <a:pt x="570222" y="221570"/>
                </a:lnTo>
                <a:lnTo>
                  <a:pt x="553444" y="256186"/>
                </a:lnTo>
                <a:lnTo>
                  <a:pt x="526893" y="287510"/>
                </a:lnTo>
                <a:lnTo>
                  <a:pt x="491728" y="314801"/>
                </a:lnTo>
                <a:lnTo>
                  <a:pt x="449103" y="337317"/>
                </a:lnTo>
                <a:lnTo>
                  <a:pt x="400175" y="354318"/>
                </a:lnTo>
                <a:lnTo>
                  <a:pt x="346100" y="365061"/>
                </a:lnTo>
                <a:lnTo>
                  <a:pt x="288036" y="368808"/>
                </a:lnTo>
                <a:lnTo>
                  <a:pt x="229971" y="365061"/>
                </a:lnTo>
                <a:lnTo>
                  <a:pt x="175896" y="354318"/>
                </a:lnTo>
                <a:lnTo>
                  <a:pt x="126968" y="337317"/>
                </a:lnTo>
                <a:lnTo>
                  <a:pt x="84343" y="314801"/>
                </a:lnTo>
                <a:lnTo>
                  <a:pt x="49178" y="287510"/>
                </a:lnTo>
                <a:lnTo>
                  <a:pt x="22627" y="256186"/>
                </a:lnTo>
                <a:lnTo>
                  <a:pt x="5849" y="221570"/>
                </a:lnTo>
                <a:lnTo>
                  <a:pt x="0" y="184403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63916" y="1819402"/>
            <a:ext cx="395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87995" y="1973579"/>
            <a:ext cx="282575" cy="1905"/>
          </a:xfrm>
          <a:custGeom>
            <a:avLst/>
            <a:gdLst/>
            <a:ahLst/>
            <a:cxnLst/>
            <a:rect l="l" t="t" r="r" b="b"/>
            <a:pathLst>
              <a:path w="282575" h="1905">
                <a:moveTo>
                  <a:pt x="282575" y="1524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955" y="2670048"/>
            <a:ext cx="932815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VATTU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98491" y="3317747"/>
            <a:ext cx="739140" cy="368935"/>
          </a:xfrm>
          <a:custGeom>
            <a:avLst/>
            <a:gdLst/>
            <a:ahLst/>
            <a:cxnLst/>
            <a:rect l="l" t="t" r="r" b="b"/>
            <a:pathLst>
              <a:path w="739139" h="368935">
                <a:moveTo>
                  <a:pt x="0" y="184403"/>
                </a:moveTo>
                <a:lnTo>
                  <a:pt x="18842" y="126114"/>
                </a:lnTo>
                <a:lnTo>
                  <a:pt x="71311" y="75492"/>
                </a:lnTo>
                <a:lnTo>
                  <a:pt x="108251" y="54006"/>
                </a:lnTo>
                <a:lnTo>
                  <a:pt x="151314" y="35576"/>
                </a:lnTo>
                <a:lnTo>
                  <a:pt x="199739" y="20580"/>
                </a:lnTo>
                <a:lnTo>
                  <a:pt x="252764" y="9400"/>
                </a:lnTo>
                <a:lnTo>
                  <a:pt x="309628" y="2413"/>
                </a:lnTo>
                <a:lnTo>
                  <a:pt x="369570" y="0"/>
                </a:lnTo>
                <a:lnTo>
                  <a:pt x="429511" y="2413"/>
                </a:lnTo>
                <a:lnTo>
                  <a:pt x="486375" y="9400"/>
                </a:lnTo>
                <a:lnTo>
                  <a:pt x="539400" y="20580"/>
                </a:lnTo>
                <a:lnTo>
                  <a:pt x="587825" y="35576"/>
                </a:lnTo>
                <a:lnTo>
                  <a:pt x="630888" y="54006"/>
                </a:lnTo>
                <a:lnTo>
                  <a:pt x="667828" y="75492"/>
                </a:lnTo>
                <a:lnTo>
                  <a:pt x="697885" y="99655"/>
                </a:lnTo>
                <a:lnTo>
                  <a:pt x="734302" y="154490"/>
                </a:lnTo>
                <a:lnTo>
                  <a:pt x="739140" y="184403"/>
                </a:lnTo>
                <a:lnTo>
                  <a:pt x="734302" y="214317"/>
                </a:lnTo>
                <a:lnTo>
                  <a:pt x="697885" y="269152"/>
                </a:lnTo>
                <a:lnTo>
                  <a:pt x="667828" y="293315"/>
                </a:lnTo>
                <a:lnTo>
                  <a:pt x="630888" y="314801"/>
                </a:lnTo>
                <a:lnTo>
                  <a:pt x="587825" y="333231"/>
                </a:lnTo>
                <a:lnTo>
                  <a:pt x="539400" y="348227"/>
                </a:lnTo>
                <a:lnTo>
                  <a:pt x="486375" y="359407"/>
                </a:lnTo>
                <a:lnTo>
                  <a:pt x="429511" y="366394"/>
                </a:lnTo>
                <a:lnTo>
                  <a:pt x="369570" y="368807"/>
                </a:lnTo>
                <a:lnTo>
                  <a:pt x="309628" y="366394"/>
                </a:lnTo>
                <a:lnTo>
                  <a:pt x="252764" y="359407"/>
                </a:lnTo>
                <a:lnTo>
                  <a:pt x="199739" y="348227"/>
                </a:lnTo>
                <a:lnTo>
                  <a:pt x="151314" y="333231"/>
                </a:lnTo>
                <a:lnTo>
                  <a:pt x="108251" y="314801"/>
                </a:lnTo>
                <a:lnTo>
                  <a:pt x="71311" y="293315"/>
                </a:lnTo>
                <a:lnTo>
                  <a:pt x="41254" y="269152"/>
                </a:lnTo>
                <a:lnTo>
                  <a:pt x="4837" y="214317"/>
                </a:lnTo>
                <a:lnTo>
                  <a:pt x="0" y="184403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77232" y="3347084"/>
            <a:ext cx="58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7300" y="3038855"/>
            <a:ext cx="1905" cy="279400"/>
          </a:xfrm>
          <a:custGeom>
            <a:avLst/>
            <a:gdLst/>
            <a:ahLst/>
            <a:cxnLst/>
            <a:rect l="l" t="t" r="r" b="b"/>
            <a:pathLst>
              <a:path w="1904" h="279400">
                <a:moveTo>
                  <a:pt x="1650" y="279400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07408" y="1786127"/>
            <a:ext cx="1321435" cy="368935"/>
          </a:xfrm>
          <a:custGeom>
            <a:avLst/>
            <a:gdLst/>
            <a:ahLst/>
            <a:cxnLst/>
            <a:rect l="l" t="t" r="r" b="b"/>
            <a:pathLst>
              <a:path w="1321435" h="368935">
                <a:moveTo>
                  <a:pt x="0" y="184404"/>
                </a:moveTo>
                <a:lnTo>
                  <a:pt x="660653" y="0"/>
                </a:lnTo>
                <a:lnTo>
                  <a:pt x="1321307" y="184404"/>
                </a:lnTo>
                <a:lnTo>
                  <a:pt x="660653" y="368808"/>
                </a:lnTo>
                <a:lnTo>
                  <a:pt x="0" y="184404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86402" y="1814576"/>
            <a:ext cx="1167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46703" y="1051560"/>
            <a:ext cx="3414395" cy="1619250"/>
          </a:xfrm>
          <a:custGeom>
            <a:avLst/>
            <a:gdLst/>
            <a:ahLst/>
            <a:cxnLst/>
            <a:rect l="l" t="t" r="r" b="b"/>
            <a:pathLst>
              <a:path w="3414395" h="1619250">
                <a:moveTo>
                  <a:pt x="0" y="922147"/>
                </a:moveTo>
                <a:lnTo>
                  <a:pt x="1062101" y="918972"/>
                </a:lnTo>
              </a:path>
              <a:path w="3414395" h="1619250">
                <a:moveTo>
                  <a:pt x="2382012" y="918972"/>
                </a:moveTo>
                <a:lnTo>
                  <a:pt x="3413887" y="922147"/>
                </a:lnTo>
              </a:path>
              <a:path w="3414395" h="1619250">
                <a:moveTo>
                  <a:pt x="1722247" y="1103376"/>
                </a:moveTo>
                <a:lnTo>
                  <a:pt x="1720596" y="1619250"/>
                </a:lnTo>
              </a:path>
              <a:path w="3414395" h="1619250">
                <a:moveTo>
                  <a:pt x="1207008" y="183641"/>
                </a:moveTo>
                <a:lnTo>
                  <a:pt x="1225135" y="134805"/>
                </a:lnTo>
                <a:lnTo>
                  <a:pt x="1276293" y="90932"/>
                </a:lnTo>
                <a:lnTo>
                  <a:pt x="1312747" y="71402"/>
                </a:lnTo>
                <a:lnTo>
                  <a:pt x="1355645" y="53768"/>
                </a:lnTo>
                <a:lnTo>
                  <a:pt x="1404382" y="38248"/>
                </a:lnTo>
                <a:lnTo>
                  <a:pt x="1458355" y="25061"/>
                </a:lnTo>
                <a:lnTo>
                  <a:pt x="1516957" y="14424"/>
                </a:lnTo>
                <a:lnTo>
                  <a:pt x="1579585" y="6556"/>
                </a:lnTo>
                <a:lnTo>
                  <a:pt x="1645634" y="1675"/>
                </a:lnTo>
                <a:lnTo>
                  <a:pt x="1714500" y="0"/>
                </a:lnTo>
                <a:lnTo>
                  <a:pt x="1783365" y="1675"/>
                </a:lnTo>
                <a:lnTo>
                  <a:pt x="1849414" y="6556"/>
                </a:lnTo>
                <a:lnTo>
                  <a:pt x="1912042" y="14424"/>
                </a:lnTo>
                <a:lnTo>
                  <a:pt x="1970644" y="25061"/>
                </a:lnTo>
                <a:lnTo>
                  <a:pt x="2024617" y="38248"/>
                </a:lnTo>
                <a:lnTo>
                  <a:pt x="2073354" y="53768"/>
                </a:lnTo>
                <a:lnTo>
                  <a:pt x="2116252" y="71402"/>
                </a:lnTo>
                <a:lnTo>
                  <a:pt x="2152706" y="90932"/>
                </a:lnTo>
                <a:lnTo>
                  <a:pt x="2203864" y="134805"/>
                </a:lnTo>
                <a:lnTo>
                  <a:pt x="2221992" y="183641"/>
                </a:lnTo>
                <a:lnTo>
                  <a:pt x="2217359" y="208571"/>
                </a:lnTo>
                <a:lnTo>
                  <a:pt x="2182112" y="255144"/>
                </a:lnTo>
                <a:lnTo>
                  <a:pt x="2116252" y="295881"/>
                </a:lnTo>
                <a:lnTo>
                  <a:pt x="2073354" y="313515"/>
                </a:lnTo>
                <a:lnTo>
                  <a:pt x="2024617" y="329035"/>
                </a:lnTo>
                <a:lnTo>
                  <a:pt x="1970644" y="342222"/>
                </a:lnTo>
                <a:lnTo>
                  <a:pt x="1912042" y="352859"/>
                </a:lnTo>
                <a:lnTo>
                  <a:pt x="1849414" y="360727"/>
                </a:lnTo>
                <a:lnTo>
                  <a:pt x="1783365" y="365608"/>
                </a:lnTo>
                <a:lnTo>
                  <a:pt x="1714500" y="367284"/>
                </a:lnTo>
                <a:lnTo>
                  <a:pt x="1645634" y="365608"/>
                </a:lnTo>
                <a:lnTo>
                  <a:pt x="1579585" y="360727"/>
                </a:lnTo>
                <a:lnTo>
                  <a:pt x="1516957" y="352859"/>
                </a:lnTo>
                <a:lnTo>
                  <a:pt x="1458355" y="342222"/>
                </a:lnTo>
                <a:lnTo>
                  <a:pt x="1404382" y="329035"/>
                </a:lnTo>
                <a:lnTo>
                  <a:pt x="1355645" y="313515"/>
                </a:lnTo>
                <a:lnTo>
                  <a:pt x="1312747" y="295881"/>
                </a:lnTo>
                <a:lnTo>
                  <a:pt x="1276293" y="276351"/>
                </a:lnTo>
                <a:lnTo>
                  <a:pt x="1225135" y="232478"/>
                </a:lnTo>
                <a:lnTo>
                  <a:pt x="1207008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632197" y="1079372"/>
            <a:ext cx="8616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Soluong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61203" y="1418844"/>
            <a:ext cx="6350" cy="367030"/>
          </a:xfrm>
          <a:custGeom>
            <a:avLst/>
            <a:gdLst/>
            <a:ahLst/>
            <a:cxnLst/>
            <a:rect l="l" t="t" r="r" b="b"/>
            <a:pathLst>
              <a:path w="6350" h="367030">
                <a:moveTo>
                  <a:pt x="6350" y="366775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96161" y="3566921"/>
            <a:ext cx="106680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800" b="1" spc="-25" dirty="0"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4162" y="3566921"/>
            <a:ext cx="76200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315"/>
              </a:spcBef>
            </a:pP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0920" y="3228797"/>
            <a:ext cx="16490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17357" y="3871721"/>
            <a:ext cx="718185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15"/>
              </a:spcBef>
            </a:pPr>
            <a:r>
              <a:rPr sz="1800" b="1" spc="-25" dirty="0"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46824" y="3899407"/>
            <a:ext cx="563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00"/>
              </a:spcBef>
            </a:pP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17485" y="3534282"/>
            <a:ext cx="672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00648" y="2357754"/>
            <a:ext cx="2840355" cy="2672715"/>
            <a:chOff x="5700648" y="2357754"/>
            <a:chExt cx="2840355" cy="2672715"/>
          </a:xfrm>
        </p:grpSpPr>
        <p:sp>
          <p:nvSpPr>
            <p:cNvPr id="27" name="object 27"/>
            <p:cNvSpPr/>
            <p:nvPr/>
          </p:nvSpPr>
          <p:spPr>
            <a:xfrm>
              <a:off x="7238999" y="3870959"/>
              <a:ext cx="1295400" cy="365760"/>
            </a:xfrm>
            <a:custGeom>
              <a:avLst/>
              <a:gdLst/>
              <a:ahLst/>
              <a:cxnLst/>
              <a:rect l="l" t="t" r="r" b="b"/>
              <a:pathLst>
                <a:path w="1295400" h="365760">
                  <a:moveTo>
                    <a:pt x="0" y="0"/>
                  </a:moveTo>
                  <a:lnTo>
                    <a:pt x="1295400" y="1523"/>
                  </a:lnTo>
                </a:path>
                <a:path w="1295400" h="365760">
                  <a:moveTo>
                    <a:pt x="0" y="364235"/>
                  </a:moveTo>
                  <a:lnTo>
                    <a:pt x="1295400" y="365759"/>
                  </a:lnTo>
                </a:path>
                <a:path w="1295400" h="365760">
                  <a:moveTo>
                    <a:pt x="0" y="0"/>
                  </a:moveTo>
                  <a:lnTo>
                    <a:pt x="1524" y="364235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00649" y="2357754"/>
              <a:ext cx="1867535" cy="2672715"/>
            </a:xfrm>
            <a:custGeom>
              <a:avLst/>
              <a:gdLst/>
              <a:ahLst/>
              <a:cxnLst/>
              <a:rect l="l" t="t" r="r" b="b"/>
              <a:pathLst>
                <a:path w="1867534" h="2672715">
                  <a:moveTo>
                    <a:pt x="123825" y="723519"/>
                  </a:moveTo>
                  <a:lnTo>
                    <a:pt x="30226" y="603123"/>
                  </a:lnTo>
                  <a:lnTo>
                    <a:pt x="0" y="626491"/>
                  </a:lnTo>
                  <a:lnTo>
                    <a:pt x="93726" y="747014"/>
                  </a:lnTo>
                  <a:lnTo>
                    <a:pt x="123825" y="723519"/>
                  </a:lnTo>
                  <a:close/>
                </a:path>
                <a:path w="1867534" h="2672715">
                  <a:moveTo>
                    <a:pt x="287909" y="934466"/>
                  </a:moveTo>
                  <a:lnTo>
                    <a:pt x="194183" y="813943"/>
                  </a:lnTo>
                  <a:lnTo>
                    <a:pt x="164084" y="837311"/>
                  </a:lnTo>
                  <a:lnTo>
                    <a:pt x="257810" y="957834"/>
                  </a:lnTo>
                  <a:lnTo>
                    <a:pt x="287909" y="934466"/>
                  </a:lnTo>
                  <a:close/>
                </a:path>
                <a:path w="1867534" h="2672715">
                  <a:moveTo>
                    <a:pt x="451866" y="1145286"/>
                  </a:moveTo>
                  <a:lnTo>
                    <a:pt x="358140" y="1024763"/>
                  </a:lnTo>
                  <a:lnTo>
                    <a:pt x="328041" y="1048258"/>
                  </a:lnTo>
                  <a:lnTo>
                    <a:pt x="421767" y="1168654"/>
                  </a:lnTo>
                  <a:lnTo>
                    <a:pt x="451866" y="1145286"/>
                  </a:lnTo>
                  <a:close/>
                </a:path>
                <a:path w="1867534" h="2672715">
                  <a:moveTo>
                    <a:pt x="615823" y="1356106"/>
                  </a:moveTo>
                  <a:lnTo>
                    <a:pt x="522097" y="1235710"/>
                  </a:lnTo>
                  <a:lnTo>
                    <a:pt x="491998" y="1259078"/>
                  </a:lnTo>
                  <a:lnTo>
                    <a:pt x="585724" y="1379601"/>
                  </a:lnTo>
                  <a:lnTo>
                    <a:pt x="615823" y="1356106"/>
                  </a:lnTo>
                  <a:close/>
                </a:path>
                <a:path w="1867534" h="2672715">
                  <a:moveTo>
                    <a:pt x="779907" y="1566926"/>
                  </a:moveTo>
                  <a:lnTo>
                    <a:pt x="686181" y="1446530"/>
                  </a:lnTo>
                  <a:lnTo>
                    <a:pt x="656082" y="1469898"/>
                  </a:lnTo>
                  <a:lnTo>
                    <a:pt x="749808" y="1590421"/>
                  </a:lnTo>
                  <a:lnTo>
                    <a:pt x="779907" y="1566926"/>
                  </a:lnTo>
                  <a:close/>
                </a:path>
                <a:path w="1867534" h="2672715">
                  <a:moveTo>
                    <a:pt x="943864" y="1777873"/>
                  </a:moveTo>
                  <a:lnTo>
                    <a:pt x="850125" y="1657350"/>
                  </a:lnTo>
                  <a:lnTo>
                    <a:pt x="820039" y="1680718"/>
                  </a:lnTo>
                  <a:lnTo>
                    <a:pt x="913765" y="1801241"/>
                  </a:lnTo>
                  <a:lnTo>
                    <a:pt x="943864" y="1777873"/>
                  </a:lnTo>
                  <a:close/>
                </a:path>
                <a:path w="1867534" h="2672715">
                  <a:moveTo>
                    <a:pt x="1107821" y="1988693"/>
                  </a:moveTo>
                  <a:lnTo>
                    <a:pt x="1014095" y="1868170"/>
                  </a:lnTo>
                  <a:lnTo>
                    <a:pt x="983996" y="1891665"/>
                  </a:lnTo>
                  <a:lnTo>
                    <a:pt x="1077722" y="2012061"/>
                  </a:lnTo>
                  <a:lnTo>
                    <a:pt x="1107821" y="1988693"/>
                  </a:lnTo>
                  <a:close/>
                </a:path>
                <a:path w="1867534" h="2672715">
                  <a:moveTo>
                    <a:pt x="1271905" y="2199513"/>
                  </a:moveTo>
                  <a:lnTo>
                    <a:pt x="1178179" y="2079117"/>
                  </a:lnTo>
                  <a:lnTo>
                    <a:pt x="1148080" y="2102485"/>
                  </a:lnTo>
                  <a:lnTo>
                    <a:pt x="1241679" y="2223008"/>
                  </a:lnTo>
                  <a:lnTo>
                    <a:pt x="1271905" y="2199513"/>
                  </a:lnTo>
                  <a:close/>
                </a:path>
                <a:path w="1867534" h="2672715">
                  <a:moveTo>
                    <a:pt x="1435862" y="2410333"/>
                  </a:moveTo>
                  <a:lnTo>
                    <a:pt x="1342136" y="2289937"/>
                  </a:lnTo>
                  <a:lnTo>
                    <a:pt x="1312037" y="2313305"/>
                  </a:lnTo>
                  <a:lnTo>
                    <a:pt x="1405763" y="2433828"/>
                  </a:lnTo>
                  <a:lnTo>
                    <a:pt x="1435862" y="2410333"/>
                  </a:lnTo>
                  <a:close/>
                </a:path>
                <a:path w="1867534" h="2672715">
                  <a:moveTo>
                    <a:pt x="1599438" y="146685"/>
                  </a:moveTo>
                  <a:lnTo>
                    <a:pt x="1557401" y="0"/>
                  </a:lnTo>
                  <a:lnTo>
                    <a:pt x="1520825" y="10414"/>
                  </a:lnTo>
                  <a:lnTo>
                    <a:pt x="1562735" y="157226"/>
                  </a:lnTo>
                  <a:lnTo>
                    <a:pt x="1599438" y="146685"/>
                  </a:lnTo>
                  <a:close/>
                </a:path>
                <a:path w="1867534" h="2672715">
                  <a:moveTo>
                    <a:pt x="1615313" y="2672207"/>
                  </a:moveTo>
                  <a:lnTo>
                    <a:pt x="1602549" y="2608580"/>
                  </a:lnTo>
                  <a:lnTo>
                    <a:pt x="1590167" y="2546731"/>
                  </a:lnTo>
                  <a:lnTo>
                    <a:pt x="1560042" y="2570162"/>
                  </a:lnTo>
                  <a:lnTo>
                    <a:pt x="1506093" y="2500757"/>
                  </a:lnTo>
                  <a:lnTo>
                    <a:pt x="1475994" y="2524125"/>
                  </a:lnTo>
                  <a:lnTo>
                    <a:pt x="1529969" y="2593556"/>
                  </a:lnTo>
                  <a:lnTo>
                    <a:pt x="1499870" y="2616962"/>
                  </a:lnTo>
                  <a:lnTo>
                    <a:pt x="1615313" y="2672207"/>
                  </a:lnTo>
                  <a:close/>
                </a:path>
                <a:path w="1867534" h="2672715">
                  <a:moveTo>
                    <a:pt x="1672717" y="403606"/>
                  </a:moveTo>
                  <a:lnTo>
                    <a:pt x="1630807" y="256794"/>
                  </a:lnTo>
                  <a:lnTo>
                    <a:pt x="1594104" y="267335"/>
                  </a:lnTo>
                  <a:lnTo>
                    <a:pt x="1636141" y="414020"/>
                  </a:lnTo>
                  <a:lnTo>
                    <a:pt x="1672717" y="403606"/>
                  </a:lnTo>
                  <a:close/>
                </a:path>
                <a:path w="1867534" h="2672715">
                  <a:moveTo>
                    <a:pt x="1746123" y="660400"/>
                  </a:moveTo>
                  <a:lnTo>
                    <a:pt x="1704213" y="513588"/>
                  </a:lnTo>
                  <a:lnTo>
                    <a:pt x="1667510" y="524129"/>
                  </a:lnTo>
                  <a:lnTo>
                    <a:pt x="1709420" y="670941"/>
                  </a:lnTo>
                  <a:lnTo>
                    <a:pt x="1746123" y="660400"/>
                  </a:lnTo>
                  <a:close/>
                </a:path>
                <a:path w="1867534" h="2672715">
                  <a:moveTo>
                    <a:pt x="1819529" y="917321"/>
                  </a:moveTo>
                  <a:lnTo>
                    <a:pt x="1777619" y="770509"/>
                  </a:lnTo>
                  <a:lnTo>
                    <a:pt x="1740916" y="780923"/>
                  </a:lnTo>
                  <a:lnTo>
                    <a:pt x="1782826" y="927735"/>
                  </a:lnTo>
                  <a:lnTo>
                    <a:pt x="1819529" y="917321"/>
                  </a:lnTo>
                  <a:close/>
                </a:path>
                <a:path w="1867534" h="2672715">
                  <a:moveTo>
                    <a:pt x="1867535" y="946150"/>
                  </a:moveTo>
                  <a:lnTo>
                    <a:pt x="1757426" y="977646"/>
                  </a:lnTo>
                  <a:lnTo>
                    <a:pt x="1843913" y="1072007"/>
                  </a:lnTo>
                  <a:lnTo>
                    <a:pt x="1867535" y="946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831073" y="5471921"/>
            <a:ext cx="704215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20"/>
              </a:spcBef>
            </a:pPr>
            <a:r>
              <a:rPr sz="1800" b="1" spc="-25" dirty="0"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87361" y="5471921"/>
            <a:ext cx="744220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65085" y="5134736"/>
            <a:ext cx="744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Arial"/>
                <a:cs typeface="Arial"/>
              </a:rPr>
              <a:t>VATTU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369313" y="2272664"/>
            <a:ext cx="933450" cy="852805"/>
          </a:xfrm>
          <a:custGeom>
            <a:avLst/>
            <a:gdLst/>
            <a:ahLst/>
            <a:cxnLst/>
            <a:rect l="l" t="t" r="r" b="b"/>
            <a:pathLst>
              <a:path w="933450" h="852805">
                <a:moveTo>
                  <a:pt x="907669" y="0"/>
                </a:moveTo>
                <a:lnTo>
                  <a:pt x="794766" y="102743"/>
                </a:lnTo>
                <a:lnTo>
                  <a:pt x="820419" y="130937"/>
                </a:lnTo>
                <a:lnTo>
                  <a:pt x="933323" y="28194"/>
                </a:lnTo>
                <a:lnTo>
                  <a:pt x="907669" y="0"/>
                </a:lnTo>
                <a:close/>
              </a:path>
              <a:path w="933450" h="852805">
                <a:moveTo>
                  <a:pt x="710184" y="179832"/>
                </a:moveTo>
                <a:lnTo>
                  <a:pt x="597281" y="282575"/>
                </a:lnTo>
                <a:lnTo>
                  <a:pt x="622935" y="310769"/>
                </a:lnTo>
                <a:lnTo>
                  <a:pt x="735838" y="208025"/>
                </a:lnTo>
                <a:lnTo>
                  <a:pt x="710184" y="179832"/>
                </a:lnTo>
                <a:close/>
              </a:path>
              <a:path w="933450" h="852805">
                <a:moveTo>
                  <a:pt x="512699" y="359663"/>
                </a:moveTo>
                <a:lnTo>
                  <a:pt x="399796" y="462407"/>
                </a:lnTo>
                <a:lnTo>
                  <a:pt x="425450" y="490727"/>
                </a:lnTo>
                <a:lnTo>
                  <a:pt x="538353" y="387858"/>
                </a:lnTo>
                <a:lnTo>
                  <a:pt x="512699" y="359663"/>
                </a:lnTo>
                <a:close/>
              </a:path>
              <a:path w="933450" h="852805">
                <a:moveTo>
                  <a:pt x="315087" y="539496"/>
                </a:moveTo>
                <a:lnTo>
                  <a:pt x="202311" y="642238"/>
                </a:lnTo>
                <a:lnTo>
                  <a:pt x="227965" y="670560"/>
                </a:lnTo>
                <a:lnTo>
                  <a:pt x="340868" y="567689"/>
                </a:lnTo>
                <a:lnTo>
                  <a:pt x="315087" y="539496"/>
                </a:lnTo>
                <a:close/>
              </a:path>
              <a:path w="933450" h="852805">
                <a:moveTo>
                  <a:pt x="46101" y="732917"/>
                </a:moveTo>
                <a:lnTo>
                  <a:pt x="0" y="852297"/>
                </a:lnTo>
                <a:lnTo>
                  <a:pt x="123190" y="817499"/>
                </a:lnTo>
                <a:lnTo>
                  <a:pt x="109184" y="802132"/>
                </a:lnTo>
                <a:lnTo>
                  <a:pt x="83439" y="802132"/>
                </a:lnTo>
                <a:lnTo>
                  <a:pt x="57658" y="773938"/>
                </a:lnTo>
                <a:lnTo>
                  <a:pt x="71770" y="761081"/>
                </a:lnTo>
                <a:lnTo>
                  <a:pt x="46101" y="732917"/>
                </a:lnTo>
                <a:close/>
              </a:path>
              <a:path w="933450" h="852805">
                <a:moveTo>
                  <a:pt x="71770" y="761081"/>
                </a:moveTo>
                <a:lnTo>
                  <a:pt x="57658" y="773938"/>
                </a:lnTo>
                <a:lnTo>
                  <a:pt x="83439" y="802132"/>
                </a:lnTo>
                <a:lnTo>
                  <a:pt x="97519" y="789333"/>
                </a:lnTo>
                <a:lnTo>
                  <a:pt x="71770" y="761081"/>
                </a:lnTo>
                <a:close/>
              </a:path>
              <a:path w="933450" h="852805">
                <a:moveTo>
                  <a:pt x="97519" y="789333"/>
                </a:moveTo>
                <a:lnTo>
                  <a:pt x="83439" y="802132"/>
                </a:lnTo>
                <a:lnTo>
                  <a:pt x="109184" y="802132"/>
                </a:lnTo>
                <a:lnTo>
                  <a:pt x="97519" y="789333"/>
                </a:lnTo>
                <a:close/>
              </a:path>
              <a:path w="933450" h="852805">
                <a:moveTo>
                  <a:pt x="117602" y="719327"/>
                </a:moveTo>
                <a:lnTo>
                  <a:pt x="71770" y="761081"/>
                </a:lnTo>
                <a:lnTo>
                  <a:pt x="97519" y="789333"/>
                </a:lnTo>
                <a:lnTo>
                  <a:pt x="143383" y="747649"/>
                </a:lnTo>
                <a:lnTo>
                  <a:pt x="117602" y="7193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1365299" y="5480099"/>
          <a:ext cx="394335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TenNCC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MaVT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Soluong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1449069" y="5134736"/>
            <a:ext cx="1167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76300" y="3930396"/>
            <a:ext cx="495300" cy="1752600"/>
          </a:xfrm>
          <a:custGeom>
            <a:avLst/>
            <a:gdLst/>
            <a:ahLst/>
            <a:cxnLst/>
            <a:rect l="l" t="t" r="r" b="b"/>
            <a:pathLst>
              <a:path w="495300" h="1752600">
                <a:moveTo>
                  <a:pt x="44450" y="63499"/>
                </a:moveTo>
                <a:lnTo>
                  <a:pt x="31750" y="63499"/>
                </a:lnTo>
                <a:lnTo>
                  <a:pt x="31750" y="1752600"/>
                </a:lnTo>
                <a:lnTo>
                  <a:pt x="495300" y="1752600"/>
                </a:lnTo>
                <a:lnTo>
                  <a:pt x="495300" y="1746250"/>
                </a:lnTo>
                <a:lnTo>
                  <a:pt x="44450" y="1746250"/>
                </a:lnTo>
                <a:lnTo>
                  <a:pt x="38100" y="1739900"/>
                </a:lnTo>
                <a:lnTo>
                  <a:pt x="44450" y="1739899"/>
                </a:lnTo>
                <a:lnTo>
                  <a:pt x="44450" y="63499"/>
                </a:lnTo>
                <a:close/>
              </a:path>
              <a:path w="495300" h="1752600">
                <a:moveTo>
                  <a:pt x="44450" y="1739900"/>
                </a:moveTo>
                <a:lnTo>
                  <a:pt x="38100" y="1739900"/>
                </a:lnTo>
                <a:lnTo>
                  <a:pt x="44450" y="1746250"/>
                </a:lnTo>
                <a:lnTo>
                  <a:pt x="44450" y="1739900"/>
                </a:lnTo>
                <a:close/>
              </a:path>
              <a:path w="495300" h="1752600">
                <a:moveTo>
                  <a:pt x="495300" y="1739900"/>
                </a:moveTo>
                <a:lnTo>
                  <a:pt x="44450" y="1739900"/>
                </a:lnTo>
                <a:lnTo>
                  <a:pt x="44450" y="1746250"/>
                </a:lnTo>
                <a:lnTo>
                  <a:pt x="495300" y="1746250"/>
                </a:lnTo>
                <a:lnTo>
                  <a:pt x="495300" y="1739900"/>
                </a:lnTo>
                <a:close/>
              </a:path>
              <a:path w="495300" h="17526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495300" h="1752600">
                <a:moveTo>
                  <a:pt x="69850" y="63499"/>
                </a:moveTo>
                <a:lnTo>
                  <a:pt x="44450" y="63499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512314" y="2427858"/>
            <a:ext cx="5053965" cy="3058795"/>
          </a:xfrm>
          <a:custGeom>
            <a:avLst/>
            <a:gdLst/>
            <a:ahLst/>
            <a:cxnLst/>
            <a:rect l="l" t="t" r="r" b="b"/>
            <a:pathLst>
              <a:path w="5053965" h="3058795">
                <a:moveTo>
                  <a:pt x="118364" y="2396109"/>
                </a:moveTo>
                <a:lnTo>
                  <a:pt x="87503" y="2373630"/>
                </a:lnTo>
                <a:lnTo>
                  <a:pt x="52057" y="2422169"/>
                </a:lnTo>
                <a:lnTo>
                  <a:pt x="21209" y="2399665"/>
                </a:lnTo>
                <a:lnTo>
                  <a:pt x="0" y="2525903"/>
                </a:lnTo>
                <a:lnTo>
                  <a:pt x="113665" y="2467102"/>
                </a:lnTo>
                <a:lnTo>
                  <a:pt x="104076" y="2460117"/>
                </a:lnTo>
                <a:lnTo>
                  <a:pt x="82905" y="2444673"/>
                </a:lnTo>
                <a:lnTo>
                  <a:pt x="118364" y="2396109"/>
                </a:lnTo>
                <a:close/>
              </a:path>
              <a:path w="5053965" h="3058795">
                <a:moveTo>
                  <a:pt x="275717" y="2180336"/>
                </a:moveTo>
                <a:lnTo>
                  <a:pt x="244983" y="2157857"/>
                </a:lnTo>
                <a:lnTo>
                  <a:pt x="154940" y="2281174"/>
                </a:lnTo>
                <a:lnTo>
                  <a:pt x="185801" y="2303653"/>
                </a:lnTo>
                <a:lnTo>
                  <a:pt x="275717" y="2180336"/>
                </a:lnTo>
                <a:close/>
              </a:path>
              <a:path w="5053965" h="3058795">
                <a:moveTo>
                  <a:pt x="433197" y="1964563"/>
                </a:moveTo>
                <a:lnTo>
                  <a:pt x="402336" y="1942084"/>
                </a:lnTo>
                <a:lnTo>
                  <a:pt x="312420" y="2065401"/>
                </a:lnTo>
                <a:lnTo>
                  <a:pt x="343281" y="2087880"/>
                </a:lnTo>
                <a:lnTo>
                  <a:pt x="433197" y="1964563"/>
                </a:lnTo>
                <a:close/>
              </a:path>
              <a:path w="5053965" h="3058795">
                <a:moveTo>
                  <a:pt x="590677" y="1748790"/>
                </a:moveTo>
                <a:lnTo>
                  <a:pt x="559816" y="1726311"/>
                </a:lnTo>
                <a:lnTo>
                  <a:pt x="469900" y="1849628"/>
                </a:lnTo>
                <a:lnTo>
                  <a:pt x="500761" y="1872107"/>
                </a:lnTo>
                <a:lnTo>
                  <a:pt x="590677" y="1748790"/>
                </a:lnTo>
                <a:close/>
              </a:path>
              <a:path w="5053965" h="3058795">
                <a:moveTo>
                  <a:pt x="748157" y="1533017"/>
                </a:moveTo>
                <a:lnTo>
                  <a:pt x="717296" y="1510538"/>
                </a:lnTo>
                <a:lnTo>
                  <a:pt x="627380" y="1633855"/>
                </a:lnTo>
                <a:lnTo>
                  <a:pt x="658114" y="1656334"/>
                </a:lnTo>
                <a:lnTo>
                  <a:pt x="748157" y="1533017"/>
                </a:lnTo>
                <a:close/>
              </a:path>
              <a:path w="5053965" h="3058795">
                <a:moveTo>
                  <a:pt x="905637" y="1317244"/>
                </a:moveTo>
                <a:lnTo>
                  <a:pt x="874776" y="1294765"/>
                </a:lnTo>
                <a:lnTo>
                  <a:pt x="784733" y="1418082"/>
                </a:lnTo>
                <a:lnTo>
                  <a:pt x="815594" y="1440561"/>
                </a:lnTo>
                <a:lnTo>
                  <a:pt x="905637" y="1317244"/>
                </a:lnTo>
                <a:close/>
              </a:path>
              <a:path w="5053965" h="3058795">
                <a:moveTo>
                  <a:pt x="1062990" y="1101471"/>
                </a:moveTo>
                <a:lnTo>
                  <a:pt x="1032256" y="1078992"/>
                </a:lnTo>
                <a:lnTo>
                  <a:pt x="942213" y="1202309"/>
                </a:lnTo>
                <a:lnTo>
                  <a:pt x="973074" y="1224788"/>
                </a:lnTo>
                <a:lnTo>
                  <a:pt x="1062990" y="1101471"/>
                </a:lnTo>
                <a:close/>
              </a:path>
              <a:path w="5053965" h="3058795">
                <a:moveTo>
                  <a:pt x="1220470" y="885698"/>
                </a:moveTo>
                <a:lnTo>
                  <a:pt x="1189609" y="863219"/>
                </a:lnTo>
                <a:lnTo>
                  <a:pt x="1099693" y="986536"/>
                </a:lnTo>
                <a:lnTo>
                  <a:pt x="1130554" y="1009015"/>
                </a:lnTo>
                <a:lnTo>
                  <a:pt x="1220470" y="885698"/>
                </a:lnTo>
                <a:close/>
              </a:path>
              <a:path w="5053965" h="3058795">
                <a:moveTo>
                  <a:pt x="1377950" y="669925"/>
                </a:moveTo>
                <a:lnTo>
                  <a:pt x="1347089" y="647446"/>
                </a:lnTo>
                <a:lnTo>
                  <a:pt x="1257173" y="770636"/>
                </a:lnTo>
                <a:lnTo>
                  <a:pt x="1288034" y="793242"/>
                </a:lnTo>
                <a:lnTo>
                  <a:pt x="1377950" y="669925"/>
                </a:lnTo>
                <a:close/>
              </a:path>
              <a:path w="5053965" h="3058795">
                <a:moveTo>
                  <a:pt x="1535430" y="454152"/>
                </a:moveTo>
                <a:lnTo>
                  <a:pt x="1504569" y="431673"/>
                </a:lnTo>
                <a:lnTo>
                  <a:pt x="1414653" y="554863"/>
                </a:lnTo>
                <a:lnTo>
                  <a:pt x="1445387" y="577469"/>
                </a:lnTo>
                <a:lnTo>
                  <a:pt x="1535430" y="454152"/>
                </a:lnTo>
                <a:close/>
              </a:path>
              <a:path w="5053965" h="3058795">
                <a:moveTo>
                  <a:pt x="1692910" y="238379"/>
                </a:moveTo>
                <a:lnTo>
                  <a:pt x="1662049" y="215773"/>
                </a:lnTo>
                <a:lnTo>
                  <a:pt x="1572006" y="339090"/>
                </a:lnTo>
                <a:lnTo>
                  <a:pt x="1602867" y="361569"/>
                </a:lnTo>
                <a:lnTo>
                  <a:pt x="1692910" y="238379"/>
                </a:lnTo>
                <a:close/>
              </a:path>
              <a:path w="5053965" h="3058795">
                <a:moveTo>
                  <a:pt x="1850263" y="22606"/>
                </a:moveTo>
                <a:lnTo>
                  <a:pt x="1819529" y="0"/>
                </a:lnTo>
                <a:lnTo>
                  <a:pt x="1729486" y="123317"/>
                </a:lnTo>
                <a:lnTo>
                  <a:pt x="1760347" y="145796"/>
                </a:lnTo>
                <a:lnTo>
                  <a:pt x="1850263" y="22606"/>
                </a:lnTo>
                <a:close/>
              </a:path>
              <a:path w="5053965" h="3058795">
                <a:moveTo>
                  <a:pt x="5053838" y="1883537"/>
                </a:moveTo>
                <a:lnTo>
                  <a:pt x="5047488" y="1870837"/>
                </a:lnTo>
                <a:lnTo>
                  <a:pt x="5015738" y="1807337"/>
                </a:lnTo>
                <a:lnTo>
                  <a:pt x="4977638" y="1883537"/>
                </a:lnTo>
                <a:lnTo>
                  <a:pt x="5009388" y="1883537"/>
                </a:lnTo>
                <a:lnTo>
                  <a:pt x="5009388" y="2426462"/>
                </a:lnTo>
                <a:lnTo>
                  <a:pt x="373888" y="2426462"/>
                </a:lnTo>
                <a:lnTo>
                  <a:pt x="373888" y="3058287"/>
                </a:lnTo>
                <a:lnTo>
                  <a:pt x="386588" y="3058287"/>
                </a:lnTo>
                <a:lnTo>
                  <a:pt x="386588" y="2439162"/>
                </a:lnTo>
                <a:lnTo>
                  <a:pt x="5022088" y="2439162"/>
                </a:lnTo>
                <a:lnTo>
                  <a:pt x="5022088" y="2426462"/>
                </a:lnTo>
                <a:lnTo>
                  <a:pt x="5022088" y="1883537"/>
                </a:lnTo>
                <a:lnTo>
                  <a:pt x="5053838" y="18835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765550" y="5835396"/>
            <a:ext cx="3730625" cy="266700"/>
          </a:xfrm>
          <a:custGeom>
            <a:avLst/>
            <a:gdLst/>
            <a:ahLst/>
            <a:cxnLst/>
            <a:rect l="l" t="t" r="r" b="b"/>
            <a:pathLst>
              <a:path w="3730625" h="266700">
                <a:moveTo>
                  <a:pt x="12700" y="31749"/>
                </a:moveTo>
                <a:lnTo>
                  <a:pt x="0" y="31749"/>
                </a:lnTo>
                <a:lnTo>
                  <a:pt x="0" y="266699"/>
                </a:lnTo>
                <a:lnTo>
                  <a:pt x="3698875" y="266699"/>
                </a:lnTo>
                <a:lnTo>
                  <a:pt x="3698875" y="260349"/>
                </a:lnTo>
                <a:lnTo>
                  <a:pt x="12700" y="260349"/>
                </a:lnTo>
                <a:lnTo>
                  <a:pt x="6350" y="253999"/>
                </a:lnTo>
                <a:lnTo>
                  <a:pt x="12700" y="253999"/>
                </a:lnTo>
                <a:lnTo>
                  <a:pt x="12700" y="31749"/>
                </a:lnTo>
                <a:close/>
              </a:path>
              <a:path w="3730625" h="266700">
                <a:moveTo>
                  <a:pt x="12700" y="253999"/>
                </a:moveTo>
                <a:lnTo>
                  <a:pt x="6350" y="253999"/>
                </a:lnTo>
                <a:lnTo>
                  <a:pt x="12700" y="260349"/>
                </a:lnTo>
                <a:lnTo>
                  <a:pt x="12700" y="253999"/>
                </a:lnTo>
                <a:close/>
              </a:path>
              <a:path w="3730625" h="266700">
                <a:moveTo>
                  <a:pt x="3686175" y="253999"/>
                </a:moveTo>
                <a:lnTo>
                  <a:pt x="12700" y="253999"/>
                </a:lnTo>
                <a:lnTo>
                  <a:pt x="12700" y="260349"/>
                </a:lnTo>
                <a:lnTo>
                  <a:pt x="3686175" y="260349"/>
                </a:lnTo>
                <a:lnTo>
                  <a:pt x="3686175" y="253999"/>
                </a:lnTo>
                <a:close/>
              </a:path>
              <a:path w="3730625" h="266700">
                <a:moveTo>
                  <a:pt x="3698875" y="63499"/>
                </a:moveTo>
                <a:lnTo>
                  <a:pt x="3686175" y="63499"/>
                </a:lnTo>
                <a:lnTo>
                  <a:pt x="3686175" y="260349"/>
                </a:lnTo>
                <a:lnTo>
                  <a:pt x="3692525" y="253999"/>
                </a:lnTo>
                <a:lnTo>
                  <a:pt x="3698875" y="253999"/>
                </a:lnTo>
                <a:lnTo>
                  <a:pt x="3698875" y="63499"/>
                </a:lnTo>
                <a:close/>
              </a:path>
              <a:path w="3730625" h="266700">
                <a:moveTo>
                  <a:pt x="3698875" y="253999"/>
                </a:moveTo>
                <a:lnTo>
                  <a:pt x="3692525" y="253999"/>
                </a:lnTo>
                <a:lnTo>
                  <a:pt x="3686175" y="260349"/>
                </a:lnTo>
                <a:lnTo>
                  <a:pt x="3698875" y="260349"/>
                </a:lnTo>
                <a:lnTo>
                  <a:pt x="3698875" y="253999"/>
                </a:lnTo>
                <a:close/>
              </a:path>
              <a:path w="3730625" h="266700">
                <a:moveTo>
                  <a:pt x="3692525" y="0"/>
                </a:moveTo>
                <a:lnTo>
                  <a:pt x="3654425" y="76199"/>
                </a:lnTo>
                <a:lnTo>
                  <a:pt x="3686175" y="76199"/>
                </a:lnTo>
                <a:lnTo>
                  <a:pt x="3686175" y="63499"/>
                </a:lnTo>
                <a:lnTo>
                  <a:pt x="3724275" y="63499"/>
                </a:lnTo>
                <a:lnTo>
                  <a:pt x="3692525" y="0"/>
                </a:lnTo>
                <a:close/>
              </a:path>
              <a:path w="3730625" h="266700">
                <a:moveTo>
                  <a:pt x="3724275" y="63499"/>
                </a:moveTo>
                <a:lnTo>
                  <a:pt x="3698875" y="63499"/>
                </a:lnTo>
                <a:lnTo>
                  <a:pt x="3698875" y="76199"/>
                </a:lnTo>
                <a:lnTo>
                  <a:pt x="3730625" y="76199"/>
                </a:lnTo>
                <a:lnTo>
                  <a:pt x="3724275" y="6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F0F850AB-C393-B511-965D-8C1570EFA3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Chuyển</a:t>
            </a:r>
            <a:r>
              <a:rPr spc="-55" dirty="0"/>
              <a:t> </a:t>
            </a:r>
            <a:r>
              <a:rPr dirty="0"/>
              <a:t>đổi</a:t>
            </a:r>
            <a:r>
              <a:rPr spc="-80" dirty="0"/>
              <a:t> </a:t>
            </a:r>
            <a:r>
              <a:rPr dirty="0"/>
              <a:t>CBH,</a:t>
            </a:r>
            <a:r>
              <a:rPr spc="-125" dirty="0"/>
              <a:t> </a:t>
            </a:r>
            <a:r>
              <a:rPr spc="-25" dirty="0"/>
              <a:t>TQH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10684" y="3203448"/>
            <a:ext cx="130937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BANHANG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74535" y="3203448"/>
            <a:ext cx="1080770" cy="368935"/>
          </a:xfrm>
          <a:custGeom>
            <a:avLst/>
            <a:gdLst/>
            <a:ahLst/>
            <a:cxnLst/>
            <a:rect l="l" t="t" r="r" b="b"/>
            <a:pathLst>
              <a:path w="1080770" h="368935">
                <a:moveTo>
                  <a:pt x="0" y="184403"/>
                </a:moveTo>
                <a:lnTo>
                  <a:pt x="16503" y="138995"/>
                </a:lnTo>
                <a:lnTo>
                  <a:pt x="63310" y="97710"/>
                </a:lnTo>
                <a:lnTo>
                  <a:pt x="96810" y="79045"/>
                </a:lnTo>
                <a:lnTo>
                  <a:pt x="136367" y="61929"/>
                </a:lnTo>
                <a:lnTo>
                  <a:pt x="181472" y="46535"/>
                </a:lnTo>
                <a:lnTo>
                  <a:pt x="231620" y="33036"/>
                </a:lnTo>
                <a:lnTo>
                  <a:pt x="286303" y="21603"/>
                </a:lnTo>
                <a:lnTo>
                  <a:pt x="345015" y="12411"/>
                </a:lnTo>
                <a:lnTo>
                  <a:pt x="407249" y="5631"/>
                </a:lnTo>
                <a:lnTo>
                  <a:pt x="472499" y="1436"/>
                </a:lnTo>
                <a:lnTo>
                  <a:pt x="540258" y="0"/>
                </a:lnTo>
                <a:lnTo>
                  <a:pt x="608016" y="1436"/>
                </a:lnTo>
                <a:lnTo>
                  <a:pt x="673266" y="5631"/>
                </a:lnTo>
                <a:lnTo>
                  <a:pt x="735500" y="12411"/>
                </a:lnTo>
                <a:lnTo>
                  <a:pt x="794212" y="21603"/>
                </a:lnTo>
                <a:lnTo>
                  <a:pt x="848895" y="33036"/>
                </a:lnTo>
                <a:lnTo>
                  <a:pt x="899043" y="46535"/>
                </a:lnTo>
                <a:lnTo>
                  <a:pt x="944148" y="61929"/>
                </a:lnTo>
                <a:lnTo>
                  <a:pt x="983705" y="79045"/>
                </a:lnTo>
                <a:lnTo>
                  <a:pt x="1017205" y="97710"/>
                </a:lnTo>
                <a:lnTo>
                  <a:pt x="1064012" y="138995"/>
                </a:lnTo>
                <a:lnTo>
                  <a:pt x="1080516" y="184403"/>
                </a:lnTo>
                <a:lnTo>
                  <a:pt x="1076305" y="207537"/>
                </a:lnTo>
                <a:lnTo>
                  <a:pt x="1044143" y="251056"/>
                </a:lnTo>
                <a:lnTo>
                  <a:pt x="983705" y="289762"/>
                </a:lnTo>
                <a:lnTo>
                  <a:pt x="944148" y="306878"/>
                </a:lnTo>
                <a:lnTo>
                  <a:pt x="899043" y="322272"/>
                </a:lnTo>
                <a:lnTo>
                  <a:pt x="848895" y="335771"/>
                </a:lnTo>
                <a:lnTo>
                  <a:pt x="794212" y="347204"/>
                </a:lnTo>
                <a:lnTo>
                  <a:pt x="735500" y="356396"/>
                </a:lnTo>
                <a:lnTo>
                  <a:pt x="673266" y="363176"/>
                </a:lnTo>
                <a:lnTo>
                  <a:pt x="608016" y="367371"/>
                </a:lnTo>
                <a:lnTo>
                  <a:pt x="540258" y="368807"/>
                </a:lnTo>
                <a:lnTo>
                  <a:pt x="472499" y="367371"/>
                </a:lnTo>
                <a:lnTo>
                  <a:pt x="407249" y="363176"/>
                </a:lnTo>
                <a:lnTo>
                  <a:pt x="345015" y="356396"/>
                </a:lnTo>
                <a:lnTo>
                  <a:pt x="286303" y="347204"/>
                </a:lnTo>
                <a:lnTo>
                  <a:pt x="231620" y="335771"/>
                </a:lnTo>
                <a:lnTo>
                  <a:pt x="181472" y="322272"/>
                </a:lnTo>
                <a:lnTo>
                  <a:pt x="136367" y="306878"/>
                </a:lnTo>
                <a:lnTo>
                  <a:pt x="96810" y="289762"/>
                </a:lnTo>
                <a:lnTo>
                  <a:pt x="63310" y="271097"/>
                </a:lnTo>
                <a:lnTo>
                  <a:pt x="16503" y="229812"/>
                </a:lnTo>
                <a:lnTo>
                  <a:pt x="0" y="184403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653530" y="3232226"/>
            <a:ext cx="92519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Dinhmuc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19800" y="3387852"/>
            <a:ext cx="554355" cy="1905"/>
          </a:xfrm>
          <a:custGeom>
            <a:avLst/>
            <a:gdLst/>
            <a:ahLst/>
            <a:cxnLst/>
            <a:rect l="l" t="t" r="r" b="b"/>
            <a:pathLst>
              <a:path w="554354" h="1904">
                <a:moveTo>
                  <a:pt x="554101" y="0"/>
                </a:moveTo>
                <a:lnTo>
                  <a:pt x="0" y="165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93920" y="2351532"/>
            <a:ext cx="1251585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latin typeface="Arial"/>
                <a:cs typeface="Arial"/>
              </a:rPr>
              <a:t>KYTHUAT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06896" y="2348483"/>
            <a:ext cx="966469" cy="367665"/>
          </a:xfrm>
          <a:custGeom>
            <a:avLst/>
            <a:gdLst/>
            <a:ahLst/>
            <a:cxnLst/>
            <a:rect l="l" t="t" r="r" b="b"/>
            <a:pathLst>
              <a:path w="966470" h="367664">
                <a:moveTo>
                  <a:pt x="0" y="183641"/>
                </a:moveTo>
                <a:lnTo>
                  <a:pt x="17256" y="134805"/>
                </a:lnTo>
                <a:lnTo>
                  <a:pt x="65955" y="90932"/>
                </a:lnTo>
                <a:lnTo>
                  <a:pt x="100657" y="71402"/>
                </a:lnTo>
                <a:lnTo>
                  <a:pt x="141493" y="53768"/>
                </a:lnTo>
                <a:lnTo>
                  <a:pt x="187889" y="38248"/>
                </a:lnTo>
                <a:lnTo>
                  <a:pt x="239267" y="25061"/>
                </a:lnTo>
                <a:lnTo>
                  <a:pt x="295054" y="14424"/>
                </a:lnTo>
                <a:lnTo>
                  <a:pt x="354673" y="6556"/>
                </a:lnTo>
                <a:lnTo>
                  <a:pt x="417550" y="1675"/>
                </a:lnTo>
                <a:lnTo>
                  <a:pt x="483107" y="0"/>
                </a:lnTo>
                <a:lnTo>
                  <a:pt x="548665" y="1675"/>
                </a:lnTo>
                <a:lnTo>
                  <a:pt x="611542" y="6556"/>
                </a:lnTo>
                <a:lnTo>
                  <a:pt x="671161" y="14424"/>
                </a:lnTo>
                <a:lnTo>
                  <a:pt x="726948" y="25061"/>
                </a:lnTo>
                <a:lnTo>
                  <a:pt x="778326" y="38248"/>
                </a:lnTo>
                <a:lnTo>
                  <a:pt x="824722" y="53768"/>
                </a:lnTo>
                <a:lnTo>
                  <a:pt x="865558" y="71402"/>
                </a:lnTo>
                <a:lnTo>
                  <a:pt x="900260" y="90932"/>
                </a:lnTo>
                <a:lnTo>
                  <a:pt x="948959" y="134805"/>
                </a:lnTo>
                <a:lnTo>
                  <a:pt x="966215" y="183641"/>
                </a:lnTo>
                <a:lnTo>
                  <a:pt x="961806" y="208571"/>
                </a:lnTo>
                <a:lnTo>
                  <a:pt x="928252" y="255144"/>
                </a:lnTo>
                <a:lnTo>
                  <a:pt x="865558" y="295881"/>
                </a:lnTo>
                <a:lnTo>
                  <a:pt x="824722" y="313515"/>
                </a:lnTo>
                <a:lnTo>
                  <a:pt x="778326" y="329035"/>
                </a:lnTo>
                <a:lnTo>
                  <a:pt x="726948" y="342222"/>
                </a:lnTo>
                <a:lnTo>
                  <a:pt x="671161" y="352859"/>
                </a:lnTo>
                <a:lnTo>
                  <a:pt x="611542" y="360727"/>
                </a:lnTo>
                <a:lnTo>
                  <a:pt x="548665" y="365608"/>
                </a:lnTo>
                <a:lnTo>
                  <a:pt x="483107" y="367283"/>
                </a:lnTo>
                <a:lnTo>
                  <a:pt x="417550" y="365608"/>
                </a:lnTo>
                <a:lnTo>
                  <a:pt x="354673" y="360727"/>
                </a:lnTo>
                <a:lnTo>
                  <a:pt x="295054" y="352859"/>
                </a:lnTo>
                <a:lnTo>
                  <a:pt x="239267" y="342222"/>
                </a:lnTo>
                <a:lnTo>
                  <a:pt x="187889" y="329035"/>
                </a:lnTo>
                <a:lnTo>
                  <a:pt x="141493" y="313515"/>
                </a:lnTo>
                <a:lnTo>
                  <a:pt x="100657" y="295881"/>
                </a:lnTo>
                <a:lnTo>
                  <a:pt x="65955" y="276351"/>
                </a:lnTo>
                <a:lnTo>
                  <a:pt x="17256" y="232478"/>
                </a:lnTo>
                <a:lnTo>
                  <a:pt x="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85635" y="2376373"/>
            <a:ext cx="810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Capbac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45123" y="2531364"/>
            <a:ext cx="462280" cy="3175"/>
          </a:xfrm>
          <a:custGeom>
            <a:avLst/>
            <a:gdLst/>
            <a:ahLst/>
            <a:cxnLst/>
            <a:rect l="l" t="t" r="r" b="b"/>
            <a:pathLst>
              <a:path w="462279" h="3175">
                <a:moveTo>
                  <a:pt x="461899" y="0"/>
                </a:moveTo>
                <a:lnTo>
                  <a:pt x="0" y="3175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98491" y="1479803"/>
            <a:ext cx="1971039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KYSUPHANMEM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67371" y="1476755"/>
            <a:ext cx="1407160" cy="367665"/>
          </a:xfrm>
          <a:custGeom>
            <a:avLst/>
            <a:gdLst/>
            <a:ahLst/>
            <a:cxnLst/>
            <a:rect l="l" t="t" r="r" b="b"/>
            <a:pathLst>
              <a:path w="1407159" h="367664">
                <a:moveTo>
                  <a:pt x="0" y="183642"/>
                </a:moveTo>
                <a:lnTo>
                  <a:pt x="14286" y="146617"/>
                </a:lnTo>
                <a:lnTo>
                  <a:pt x="55262" y="112139"/>
                </a:lnTo>
                <a:lnTo>
                  <a:pt x="120102" y="80943"/>
                </a:lnTo>
                <a:lnTo>
                  <a:pt x="160587" y="66807"/>
                </a:lnTo>
                <a:lnTo>
                  <a:pt x="205978" y="53768"/>
                </a:lnTo>
                <a:lnTo>
                  <a:pt x="255921" y="41918"/>
                </a:lnTo>
                <a:lnTo>
                  <a:pt x="310064" y="31349"/>
                </a:lnTo>
                <a:lnTo>
                  <a:pt x="368053" y="22154"/>
                </a:lnTo>
                <a:lnTo>
                  <a:pt x="429535" y="14424"/>
                </a:lnTo>
                <a:lnTo>
                  <a:pt x="494157" y="8251"/>
                </a:lnTo>
                <a:lnTo>
                  <a:pt x="561564" y="3728"/>
                </a:lnTo>
                <a:lnTo>
                  <a:pt x="631405" y="947"/>
                </a:lnTo>
                <a:lnTo>
                  <a:pt x="703326" y="0"/>
                </a:lnTo>
                <a:lnTo>
                  <a:pt x="775246" y="947"/>
                </a:lnTo>
                <a:lnTo>
                  <a:pt x="845087" y="3728"/>
                </a:lnTo>
                <a:lnTo>
                  <a:pt x="912494" y="8251"/>
                </a:lnTo>
                <a:lnTo>
                  <a:pt x="977116" y="14424"/>
                </a:lnTo>
                <a:lnTo>
                  <a:pt x="1038598" y="22154"/>
                </a:lnTo>
                <a:lnTo>
                  <a:pt x="1096587" y="31349"/>
                </a:lnTo>
                <a:lnTo>
                  <a:pt x="1150730" y="41918"/>
                </a:lnTo>
                <a:lnTo>
                  <a:pt x="1200673" y="53768"/>
                </a:lnTo>
                <a:lnTo>
                  <a:pt x="1246064" y="66807"/>
                </a:lnTo>
                <a:lnTo>
                  <a:pt x="1286549" y="80943"/>
                </a:lnTo>
                <a:lnTo>
                  <a:pt x="1321775" y="96085"/>
                </a:lnTo>
                <a:lnTo>
                  <a:pt x="1375036" y="129013"/>
                </a:lnTo>
                <a:lnTo>
                  <a:pt x="1403021" y="164857"/>
                </a:lnTo>
                <a:lnTo>
                  <a:pt x="1406652" y="183642"/>
                </a:lnTo>
                <a:lnTo>
                  <a:pt x="1403021" y="202426"/>
                </a:lnTo>
                <a:lnTo>
                  <a:pt x="1375036" y="238270"/>
                </a:lnTo>
                <a:lnTo>
                  <a:pt x="1321775" y="271198"/>
                </a:lnTo>
                <a:lnTo>
                  <a:pt x="1286549" y="286340"/>
                </a:lnTo>
                <a:lnTo>
                  <a:pt x="1246064" y="300476"/>
                </a:lnTo>
                <a:lnTo>
                  <a:pt x="1200673" y="313515"/>
                </a:lnTo>
                <a:lnTo>
                  <a:pt x="1150730" y="325365"/>
                </a:lnTo>
                <a:lnTo>
                  <a:pt x="1096587" y="335934"/>
                </a:lnTo>
                <a:lnTo>
                  <a:pt x="1038598" y="345129"/>
                </a:lnTo>
                <a:lnTo>
                  <a:pt x="977116" y="352859"/>
                </a:lnTo>
                <a:lnTo>
                  <a:pt x="912494" y="359032"/>
                </a:lnTo>
                <a:lnTo>
                  <a:pt x="845087" y="363555"/>
                </a:lnTo>
                <a:lnTo>
                  <a:pt x="775246" y="366336"/>
                </a:lnTo>
                <a:lnTo>
                  <a:pt x="703326" y="367284"/>
                </a:lnTo>
                <a:lnTo>
                  <a:pt x="631405" y="366336"/>
                </a:lnTo>
                <a:lnTo>
                  <a:pt x="561564" y="363555"/>
                </a:lnTo>
                <a:lnTo>
                  <a:pt x="494157" y="359032"/>
                </a:lnTo>
                <a:lnTo>
                  <a:pt x="429535" y="352859"/>
                </a:lnTo>
                <a:lnTo>
                  <a:pt x="368053" y="345129"/>
                </a:lnTo>
                <a:lnTo>
                  <a:pt x="310064" y="335934"/>
                </a:lnTo>
                <a:lnTo>
                  <a:pt x="255921" y="325365"/>
                </a:lnTo>
                <a:lnTo>
                  <a:pt x="205978" y="313515"/>
                </a:lnTo>
                <a:lnTo>
                  <a:pt x="160587" y="300476"/>
                </a:lnTo>
                <a:lnTo>
                  <a:pt x="120102" y="286340"/>
                </a:lnTo>
                <a:lnTo>
                  <a:pt x="84876" y="271198"/>
                </a:lnTo>
                <a:lnTo>
                  <a:pt x="31615" y="238270"/>
                </a:lnTo>
                <a:lnTo>
                  <a:pt x="3630" y="202426"/>
                </a:lnTo>
                <a:lnTo>
                  <a:pt x="0" y="183642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246366" y="1504645"/>
            <a:ext cx="12522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Chuyenmon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69023" y="1661160"/>
            <a:ext cx="498475" cy="3175"/>
          </a:xfrm>
          <a:custGeom>
            <a:avLst/>
            <a:gdLst/>
            <a:ahLst/>
            <a:cxnLst/>
            <a:rect l="l" t="t" r="r" b="b"/>
            <a:pathLst>
              <a:path w="498475" h="3175">
                <a:moveTo>
                  <a:pt x="498475" y="0"/>
                </a:moveTo>
                <a:lnTo>
                  <a:pt x="0" y="3175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43884" y="2362200"/>
            <a:ext cx="364490" cy="365760"/>
          </a:xfrm>
          <a:custGeom>
            <a:avLst/>
            <a:gdLst/>
            <a:ahLst/>
            <a:cxnLst/>
            <a:rect l="l" t="t" r="r" b="b"/>
            <a:pathLst>
              <a:path w="364489" h="365760">
                <a:moveTo>
                  <a:pt x="0" y="182879"/>
                </a:moveTo>
                <a:lnTo>
                  <a:pt x="6505" y="134276"/>
                </a:lnTo>
                <a:lnTo>
                  <a:pt x="24863" y="90593"/>
                </a:lnTo>
                <a:lnTo>
                  <a:pt x="53339" y="53578"/>
                </a:lnTo>
                <a:lnTo>
                  <a:pt x="90198" y="24976"/>
                </a:lnTo>
                <a:lnTo>
                  <a:pt x="133702" y="6535"/>
                </a:lnTo>
                <a:lnTo>
                  <a:pt x="182117" y="0"/>
                </a:lnTo>
                <a:lnTo>
                  <a:pt x="230533" y="6535"/>
                </a:lnTo>
                <a:lnTo>
                  <a:pt x="274037" y="24976"/>
                </a:lnTo>
                <a:lnTo>
                  <a:pt x="310895" y="53578"/>
                </a:lnTo>
                <a:lnTo>
                  <a:pt x="339372" y="90593"/>
                </a:lnTo>
                <a:lnTo>
                  <a:pt x="357730" y="134276"/>
                </a:lnTo>
                <a:lnTo>
                  <a:pt x="364236" y="182879"/>
                </a:lnTo>
                <a:lnTo>
                  <a:pt x="357730" y="231483"/>
                </a:lnTo>
                <a:lnTo>
                  <a:pt x="339372" y="275166"/>
                </a:lnTo>
                <a:lnTo>
                  <a:pt x="310895" y="312181"/>
                </a:lnTo>
                <a:lnTo>
                  <a:pt x="274037" y="340783"/>
                </a:lnTo>
                <a:lnTo>
                  <a:pt x="230533" y="359224"/>
                </a:lnTo>
                <a:lnTo>
                  <a:pt x="182117" y="365760"/>
                </a:lnTo>
                <a:lnTo>
                  <a:pt x="133702" y="359224"/>
                </a:lnTo>
                <a:lnTo>
                  <a:pt x="90198" y="340783"/>
                </a:lnTo>
                <a:lnTo>
                  <a:pt x="53339" y="312181"/>
                </a:lnTo>
                <a:lnTo>
                  <a:pt x="24863" y="275166"/>
                </a:lnTo>
                <a:lnTo>
                  <a:pt x="6505" y="231483"/>
                </a:lnTo>
                <a:lnTo>
                  <a:pt x="0" y="182879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750309" y="238937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50619" y="2366772"/>
            <a:ext cx="13614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67711" y="1737360"/>
            <a:ext cx="788035" cy="367665"/>
          </a:xfrm>
          <a:custGeom>
            <a:avLst/>
            <a:gdLst/>
            <a:ahLst/>
            <a:cxnLst/>
            <a:rect l="l" t="t" r="r" b="b"/>
            <a:pathLst>
              <a:path w="788035" h="367664">
                <a:moveTo>
                  <a:pt x="0" y="183641"/>
                </a:moveTo>
                <a:lnTo>
                  <a:pt x="20086" y="125577"/>
                </a:lnTo>
                <a:lnTo>
                  <a:pt x="76017" y="75163"/>
                </a:lnTo>
                <a:lnTo>
                  <a:pt x="115395" y="53768"/>
                </a:lnTo>
                <a:lnTo>
                  <a:pt x="161300" y="35417"/>
                </a:lnTo>
                <a:lnTo>
                  <a:pt x="212919" y="20488"/>
                </a:lnTo>
                <a:lnTo>
                  <a:pt x="269443" y="9357"/>
                </a:lnTo>
                <a:lnTo>
                  <a:pt x="330058" y="2402"/>
                </a:lnTo>
                <a:lnTo>
                  <a:pt x="393954" y="0"/>
                </a:lnTo>
                <a:lnTo>
                  <a:pt x="457849" y="2402"/>
                </a:lnTo>
                <a:lnTo>
                  <a:pt x="518464" y="9357"/>
                </a:lnTo>
                <a:lnTo>
                  <a:pt x="574988" y="20488"/>
                </a:lnTo>
                <a:lnTo>
                  <a:pt x="626607" y="35417"/>
                </a:lnTo>
                <a:lnTo>
                  <a:pt x="672512" y="53768"/>
                </a:lnTo>
                <a:lnTo>
                  <a:pt x="711890" y="75163"/>
                </a:lnTo>
                <a:lnTo>
                  <a:pt x="743931" y="99225"/>
                </a:lnTo>
                <a:lnTo>
                  <a:pt x="782751" y="153842"/>
                </a:lnTo>
                <a:lnTo>
                  <a:pt x="787907" y="183641"/>
                </a:lnTo>
                <a:lnTo>
                  <a:pt x="782751" y="213441"/>
                </a:lnTo>
                <a:lnTo>
                  <a:pt x="743931" y="268058"/>
                </a:lnTo>
                <a:lnTo>
                  <a:pt x="711890" y="292120"/>
                </a:lnTo>
                <a:lnTo>
                  <a:pt x="672512" y="313515"/>
                </a:lnTo>
                <a:lnTo>
                  <a:pt x="626607" y="331866"/>
                </a:lnTo>
                <a:lnTo>
                  <a:pt x="574988" y="346795"/>
                </a:lnTo>
                <a:lnTo>
                  <a:pt x="518464" y="357926"/>
                </a:lnTo>
                <a:lnTo>
                  <a:pt x="457849" y="364881"/>
                </a:lnTo>
                <a:lnTo>
                  <a:pt x="393954" y="367284"/>
                </a:lnTo>
                <a:lnTo>
                  <a:pt x="330058" y="364881"/>
                </a:lnTo>
                <a:lnTo>
                  <a:pt x="269443" y="357926"/>
                </a:lnTo>
                <a:lnTo>
                  <a:pt x="212919" y="346795"/>
                </a:lnTo>
                <a:lnTo>
                  <a:pt x="161300" y="331866"/>
                </a:lnTo>
                <a:lnTo>
                  <a:pt x="115395" y="313515"/>
                </a:lnTo>
                <a:lnTo>
                  <a:pt x="76017" y="292120"/>
                </a:lnTo>
                <a:lnTo>
                  <a:pt x="43976" y="268058"/>
                </a:lnTo>
                <a:lnTo>
                  <a:pt x="5156" y="213441"/>
                </a:lnTo>
                <a:lnTo>
                  <a:pt x="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345817" y="1765553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Hoten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30323" y="1127760"/>
            <a:ext cx="690880" cy="1239520"/>
          </a:xfrm>
          <a:custGeom>
            <a:avLst/>
            <a:gdLst/>
            <a:ahLst/>
            <a:cxnLst/>
            <a:rect l="l" t="t" r="r" b="b"/>
            <a:pathLst>
              <a:path w="690880" h="1239520">
                <a:moveTo>
                  <a:pt x="550799" y="923543"/>
                </a:moveTo>
                <a:lnTo>
                  <a:pt x="0" y="1239519"/>
                </a:lnTo>
              </a:path>
              <a:path w="690880" h="1239520">
                <a:moveTo>
                  <a:pt x="217931" y="183641"/>
                </a:moveTo>
                <a:lnTo>
                  <a:pt x="224172" y="141518"/>
                </a:lnTo>
                <a:lnTo>
                  <a:pt x="241947" y="102858"/>
                </a:lnTo>
                <a:lnTo>
                  <a:pt x="269836" y="68762"/>
                </a:lnTo>
                <a:lnTo>
                  <a:pt x="306421" y="40328"/>
                </a:lnTo>
                <a:lnTo>
                  <a:pt x="350282" y="18656"/>
                </a:lnTo>
                <a:lnTo>
                  <a:pt x="399998" y="4847"/>
                </a:lnTo>
                <a:lnTo>
                  <a:pt x="454151" y="0"/>
                </a:lnTo>
                <a:lnTo>
                  <a:pt x="508305" y="4847"/>
                </a:lnTo>
                <a:lnTo>
                  <a:pt x="558021" y="18656"/>
                </a:lnTo>
                <a:lnTo>
                  <a:pt x="601882" y="40328"/>
                </a:lnTo>
                <a:lnTo>
                  <a:pt x="638467" y="68762"/>
                </a:lnTo>
                <a:lnTo>
                  <a:pt x="666356" y="102858"/>
                </a:lnTo>
                <a:lnTo>
                  <a:pt x="684131" y="141518"/>
                </a:lnTo>
                <a:lnTo>
                  <a:pt x="690371" y="183641"/>
                </a:lnTo>
                <a:lnTo>
                  <a:pt x="684131" y="225765"/>
                </a:lnTo>
                <a:lnTo>
                  <a:pt x="666356" y="264425"/>
                </a:lnTo>
                <a:lnTo>
                  <a:pt x="638467" y="298521"/>
                </a:lnTo>
                <a:lnTo>
                  <a:pt x="601882" y="326955"/>
                </a:lnTo>
                <a:lnTo>
                  <a:pt x="558021" y="348627"/>
                </a:lnTo>
                <a:lnTo>
                  <a:pt x="508305" y="362436"/>
                </a:lnTo>
                <a:lnTo>
                  <a:pt x="454151" y="367284"/>
                </a:lnTo>
                <a:lnTo>
                  <a:pt x="399998" y="362436"/>
                </a:lnTo>
                <a:lnTo>
                  <a:pt x="350282" y="348627"/>
                </a:lnTo>
                <a:lnTo>
                  <a:pt x="306421" y="326955"/>
                </a:lnTo>
                <a:lnTo>
                  <a:pt x="269836" y="298521"/>
                </a:lnTo>
                <a:lnTo>
                  <a:pt x="241947" y="264425"/>
                </a:lnTo>
                <a:lnTo>
                  <a:pt x="224172" y="225765"/>
                </a:lnTo>
                <a:lnTo>
                  <a:pt x="217931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126360" y="1155572"/>
            <a:ext cx="316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06267" y="1127760"/>
            <a:ext cx="576580" cy="367665"/>
          </a:xfrm>
          <a:custGeom>
            <a:avLst/>
            <a:gdLst/>
            <a:ahLst/>
            <a:cxnLst/>
            <a:rect l="l" t="t" r="r" b="b"/>
            <a:pathLst>
              <a:path w="576579" h="367665">
                <a:moveTo>
                  <a:pt x="0" y="183641"/>
                </a:moveTo>
                <a:lnTo>
                  <a:pt x="22627" y="112139"/>
                </a:lnTo>
                <a:lnTo>
                  <a:pt x="49178" y="80943"/>
                </a:lnTo>
                <a:lnTo>
                  <a:pt x="84343" y="53768"/>
                </a:lnTo>
                <a:lnTo>
                  <a:pt x="126968" y="31349"/>
                </a:lnTo>
                <a:lnTo>
                  <a:pt x="175896" y="14424"/>
                </a:lnTo>
                <a:lnTo>
                  <a:pt x="229971" y="3728"/>
                </a:lnTo>
                <a:lnTo>
                  <a:pt x="288036" y="0"/>
                </a:lnTo>
                <a:lnTo>
                  <a:pt x="346100" y="3728"/>
                </a:lnTo>
                <a:lnTo>
                  <a:pt x="400175" y="14424"/>
                </a:lnTo>
                <a:lnTo>
                  <a:pt x="449103" y="31349"/>
                </a:lnTo>
                <a:lnTo>
                  <a:pt x="491728" y="53768"/>
                </a:lnTo>
                <a:lnTo>
                  <a:pt x="526893" y="80943"/>
                </a:lnTo>
                <a:lnTo>
                  <a:pt x="553444" y="112139"/>
                </a:lnTo>
                <a:lnTo>
                  <a:pt x="570222" y="146617"/>
                </a:lnTo>
                <a:lnTo>
                  <a:pt x="576071" y="183641"/>
                </a:lnTo>
                <a:lnTo>
                  <a:pt x="570222" y="220666"/>
                </a:lnTo>
                <a:lnTo>
                  <a:pt x="553444" y="255144"/>
                </a:lnTo>
                <a:lnTo>
                  <a:pt x="526893" y="286340"/>
                </a:lnTo>
                <a:lnTo>
                  <a:pt x="491728" y="313515"/>
                </a:lnTo>
                <a:lnTo>
                  <a:pt x="449103" y="335934"/>
                </a:lnTo>
                <a:lnTo>
                  <a:pt x="400175" y="352859"/>
                </a:lnTo>
                <a:lnTo>
                  <a:pt x="346100" y="363555"/>
                </a:lnTo>
                <a:lnTo>
                  <a:pt x="288036" y="367284"/>
                </a:lnTo>
                <a:lnTo>
                  <a:pt x="229971" y="363555"/>
                </a:lnTo>
                <a:lnTo>
                  <a:pt x="175896" y="352859"/>
                </a:lnTo>
                <a:lnTo>
                  <a:pt x="126968" y="335934"/>
                </a:lnTo>
                <a:lnTo>
                  <a:pt x="84343" y="313515"/>
                </a:lnTo>
                <a:lnTo>
                  <a:pt x="49178" y="286340"/>
                </a:lnTo>
                <a:lnTo>
                  <a:pt x="22627" y="255144"/>
                </a:lnTo>
                <a:lnTo>
                  <a:pt x="5849" y="220666"/>
                </a:lnTo>
                <a:lnTo>
                  <a:pt x="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98977" y="1155572"/>
            <a:ext cx="395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86740" y="1495044"/>
            <a:ext cx="2607945" cy="535305"/>
          </a:xfrm>
          <a:custGeom>
            <a:avLst/>
            <a:gdLst/>
            <a:ahLst/>
            <a:cxnLst/>
            <a:rect l="l" t="t" r="r" b="b"/>
            <a:pathLst>
              <a:path w="2607945" h="535305">
                <a:moveTo>
                  <a:pt x="1697736" y="0"/>
                </a:moveTo>
                <a:lnTo>
                  <a:pt x="2075561" y="241300"/>
                </a:lnTo>
              </a:path>
              <a:path w="2607945" h="535305">
                <a:moveTo>
                  <a:pt x="2607564" y="0"/>
                </a:moveTo>
                <a:lnTo>
                  <a:pt x="2074164" y="241300"/>
                </a:lnTo>
              </a:path>
              <a:path w="2607945" h="535305">
                <a:moveTo>
                  <a:pt x="0" y="351281"/>
                </a:moveTo>
                <a:lnTo>
                  <a:pt x="17221" y="306047"/>
                </a:lnTo>
                <a:lnTo>
                  <a:pt x="66068" y="264928"/>
                </a:lnTo>
                <a:lnTo>
                  <a:pt x="101030" y="246341"/>
                </a:lnTo>
                <a:lnTo>
                  <a:pt x="142312" y="229297"/>
                </a:lnTo>
                <a:lnTo>
                  <a:pt x="189387" y="213969"/>
                </a:lnTo>
                <a:lnTo>
                  <a:pt x="241725" y="200528"/>
                </a:lnTo>
                <a:lnTo>
                  <a:pt x="298799" y="189146"/>
                </a:lnTo>
                <a:lnTo>
                  <a:pt x="360080" y="179995"/>
                </a:lnTo>
                <a:lnTo>
                  <a:pt x="425039" y="173245"/>
                </a:lnTo>
                <a:lnTo>
                  <a:pt x="493149" y="169070"/>
                </a:lnTo>
                <a:lnTo>
                  <a:pt x="563879" y="167639"/>
                </a:lnTo>
                <a:lnTo>
                  <a:pt x="634608" y="169070"/>
                </a:lnTo>
                <a:lnTo>
                  <a:pt x="702715" y="173245"/>
                </a:lnTo>
                <a:lnTo>
                  <a:pt x="767674" y="179995"/>
                </a:lnTo>
                <a:lnTo>
                  <a:pt x="828954" y="189146"/>
                </a:lnTo>
                <a:lnTo>
                  <a:pt x="886028" y="200528"/>
                </a:lnTo>
                <a:lnTo>
                  <a:pt x="938367" y="213969"/>
                </a:lnTo>
                <a:lnTo>
                  <a:pt x="985443" y="229297"/>
                </a:lnTo>
                <a:lnTo>
                  <a:pt x="1026726" y="246341"/>
                </a:lnTo>
                <a:lnTo>
                  <a:pt x="1061689" y="264928"/>
                </a:lnTo>
                <a:lnTo>
                  <a:pt x="1110537" y="306047"/>
                </a:lnTo>
                <a:lnTo>
                  <a:pt x="1127760" y="351281"/>
                </a:lnTo>
                <a:lnTo>
                  <a:pt x="1123366" y="374327"/>
                </a:lnTo>
                <a:lnTo>
                  <a:pt x="1089802" y="417675"/>
                </a:lnTo>
                <a:lnTo>
                  <a:pt x="1026726" y="456222"/>
                </a:lnTo>
                <a:lnTo>
                  <a:pt x="985443" y="473266"/>
                </a:lnTo>
                <a:lnTo>
                  <a:pt x="938367" y="488594"/>
                </a:lnTo>
                <a:lnTo>
                  <a:pt x="886028" y="502035"/>
                </a:lnTo>
                <a:lnTo>
                  <a:pt x="828954" y="513417"/>
                </a:lnTo>
                <a:lnTo>
                  <a:pt x="767674" y="522568"/>
                </a:lnTo>
                <a:lnTo>
                  <a:pt x="702715" y="529318"/>
                </a:lnTo>
                <a:lnTo>
                  <a:pt x="634608" y="533493"/>
                </a:lnTo>
                <a:lnTo>
                  <a:pt x="563879" y="534923"/>
                </a:lnTo>
                <a:lnTo>
                  <a:pt x="493149" y="533493"/>
                </a:lnTo>
                <a:lnTo>
                  <a:pt x="425039" y="529318"/>
                </a:lnTo>
                <a:lnTo>
                  <a:pt x="360080" y="522568"/>
                </a:lnTo>
                <a:lnTo>
                  <a:pt x="298799" y="513417"/>
                </a:lnTo>
                <a:lnTo>
                  <a:pt x="241725" y="502035"/>
                </a:lnTo>
                <a:lnTo>
                  <a:pt x="189387" y="488594"/>
                </a:lnTo>
                <a:lnTo>
                  <a:pt x="142312" y="473266"/>
                </a:lnTo>
                <a:lnTo>
                  <a:pt x="101030" y="456222"/>
                </a:lnTo>
                <a:lnTo>
                  <a:pt x="66068" y="437635"/>
                </a:lnTo>
                <a:lnTo>
                  <a:pt x="17221" y="396516"/>
                </a:lnTo>
                <a:lnTo>
                  <a:pt x="0" y="35128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65784" y="1690878"/>
            <a:ext cx="9728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Ngaysinh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50619" y="2029967"/>
            <a:ext cx="681355" cy="336550"/>
          </a:xfrm>
          <a:custGeom>
            <a:avLst/>
            <a:gdLst/>
            <a:ahLst/>
            <a:cxnLst/>
            <a:rect l="l" t="t" r="r" b="b"/>
            <a:pathLst>
              <a:path w="681355" h="336550">
                <a:moveTo>
                  <a:pt x="0" y="0"/>
                </a:moveTo>
                <a:lnTo>
                  <a:pt x="680974" y="33655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56944" y="2956560"/>
            <a:ext cx="739140" cy="367665"/>
          </a:xfrm>
          <a:custGeom>
            <a:avLst/>
            <a:gdLst/>
            <a:ahLst/>
            <a:cxnLst/>
            <a:rect l="l" t="t" r="r" b="b"/>
            <a:pathLst>
              <a:path w="739139" h="367664">
                <a:moveTo>
                  <a:pt x="0" y="183641"/>
                </a:moveTo>
                <a:lnTo>
                  <a:pt x="18842" y="125577"/>
                </a:lnTo>
                <a:lnTo>
                  <a:pt x="71311" y="75163"/>
                </a:lnTo>
                <a:lnTo>
                  <a:pt x="108251" y="53768"/>
                </a:lnTo>
                <a:lnTo>
                  <a:pt x="151314" y="35417"/>
                </a:lnTo>
                <a:lnTo>
                  <a:pt x="199739" y="20488"/>
                </a:lnTo>
                <a:lnTo>
                  <a:pt x="252764" y="9357"/>
                </a:lnTo>
                <a:lnTo>
                  <a:pt x="309628" y="2402"/>
                </a:lnTo>
                <a:lnTo>
                  <a:pt x="369569" y="0"/>
                </a:lnTo>
                <a:lnTo>
                  <a:pt x="429511" y="2402"/>
                </a:lnTo>
                <a:lnTo>
                  <a:pt x="486375" y="9357"/>
                </a:lnTo>
                <a:lnTo>
                  <a:pt x="539400" y="20488"/>
                </a:lnTo>
                <a:lnTo>
                  <a:pt x="587825" y="35417"/>
                </a:lnTo>
                <a:lnTo>
                  <a:pt x="630888" y="53768"/>
                </a:lnTo>
                <a:lnTo>
                  <a:pt x="667828" y="75163"/>
                </a:lnTo>
                <a:lnTo>
                  <a:pt x="697885" y="99225"/>
                </a:lnTo>
                <a:lnTo>
                  <a:pt x="734302" y="153842"/>
                </a:lnTo>
                <a:lnTo>
                  <a:pt x="739139" y="183641"/>
                </a:lnTo>
                <a:lnTo>
                  <a:pt x="734302" y="213441"/>
                </a:lnTo>
                <a:lnTo>
                  <a:pt x="697885" y="268058"/>
                </a:lnTo>
                <a:lnTo>
                  <a:pt x="667828" y="292120"/>
                </a:lnTo>
                <a:lnTo>
                  <a:pt x="630888" y="313515"/>
                </a:lnTo>
                <a:lnTo>
                  <a:pt x="587825" y="331866"/>
                </a:lnTo>
                <a:lnTo>
                  <a:pt x="539400" y="346795"/>
                </a:lnTo>
                <a:lnTo>
                  <a:pt x="486375" y="357926"/>
                </a:lnTo>
                <a:lnTo>
                  <a:pt x="429511" y="364881"/>
                </a:lnTo>
                <a:lnTo>
                  <a:pt x="369569" y="367284"/>
                </a:lnTo>
                <a:lnTo>
                  <a:pt x="309628" y="364881"/>
                </a:lnTo>
                <a:lnTo>
                  <a:pt x="252764" y="357926"/>
                </a:lnTo>
                <a:lnTo>
                  <a:pt x="199739" y="346795"/>
                </a:lnTo>
                <a:lnTo>
                  <a:pt x="151314" y="331866"/>
                </a:lnTo>
                <a:lnTo>
                  <a:pt x="108251" y="313515"/>
                </a:lnTo>
                <a:lnTo>
                  <a:pt x="71311" y="292120"/>
                </a:lnTo>
                <a:lnTo>
                  <a:pt x="41254" y="268058"/>
                </a:lnTo>
                <a:lnTo>
                  <a:pt x="4837" y="213441"/>
                </a:lnTo>
                <a:lnTo>
                  <a:pt x="0" y="18364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535049" y="2985008"/>
            <a:ext cx="58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825751" y="2735579"/>
            <a:ext cx="5080" cy="220979"/>
          </a:xfrm>
          <a:custGeom>
            <a:avLst/>
            <a:gdLst/>
            <a:ahLst/>
            <a:cxnLst/>
            <a:rect l="l" t="t" r="r" b="b"/>
            <a:pathLst>
              <a:path w="5080" h="220980">
                <a:moveTo>
                  <a:pt x="0" y="220599"/>
                </a:moveTo>
                <a:lnTo>
                  <a:pt x="4825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2500376" y="1659445"/>
            <a:ext cx="2214880" cy="3522979"/>
            <a:chOff x="2500376" y="1659445"/>
            <a:chExt cx="2214880" cy="3522979"/>
          </a:xfrm>
        </p:grpSpPr>
        <p:sp>
          <p:nvSpPr>
            <p:cNvPr id="31" name="object 31"/>
            <p:cNvSpPr/>
            <p:nvPr/>
          </p:nvSpPr>
          <p:spPr>
            <a:xfrm>
              <a:off x="2511552" y="2545079"/>
              <a:ext cx="2199005" cy="842644"/>
            </a:xfrm>
            <a:custGeom>
              <a:avLst/>
              <a:gdLst/>
              <a:ahLst/>
              <a:cxnLst/>
              <a:rect l="l" t="t" r="r" b="b"/>
              <a:pathLst>
                <a:path w="2199004" h="842645">
                  <a:moveTo>
                    <a:pt x="0" y="6350"/>
                  </a:moveTo>
                  <a:lnTo>
                    <a:pt x="1131951" y="0"/>
                  </a:lnTo>
                </a:path>
                <a:path w="2199004" h="842645">
                  <a:moveTo>
                    <a:pt x="1443227" y="128016"/>
                  </a:moveTo>
                  <a:lnTo>
                    <a:pt x="2198878" y="842391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73716" y="2612389"/>
              <a:ext cx="391795" cy="369570"/>
            </a:xfrm>
            <a:custGeom>
              <a:avLst/>
              <a:gdLst/>
              <a:ahLst/>
              <a:cxnLst/>
              <a:rect l="l" t="t" r="r" b="b"/>
              <a:pathLst>
                <a:path w="391795" h="369569">
                  <a:moveTo>
                    <a:pt x="295820" y="69723"/>
                  </a:moveTo>
                  <a:lnTo>
                    <a:pt x="247500" y="34953"/>
                  </a:lnTo>
                  <a:lnTo>
                    <a:pt x="197207" y="11613"/>
                  </a:lnTo>
                  <a:lnTo>
                    <a:pt x="147500" y="0"/>
                  </a:lnTo>
                  <a:lnTo>
                    <a:pt x="100936" y="409"/>
                  </a:lnTo>
                  <a:lnTo>
                    <a:pt x="60073" y="13137"/>
                  </a:lnTo>
                  <a:lnTo>
                    <a:pt x="27469" y="38481"/>
                  </a:lnTo>
                  <a:lnTo>
                    <a:pt x="6901" y="74272"/>
                  </a:lnTo>
                  <a:lnTo>
                    <a:pt x="0" y="116487"/>
                  </a:lnTo>
                  <a:lnTo>
                    <a:pt x="6101" y="162639"/>
                  </a:lnTo>
                  <a:lnTo>
                    <a:pt x="24543" y="210241"/>
                  </a:lnTo>
                  <a:lnTo>
                    <a:pt x="54662" y="256806"/>
                  </a:lnTo>
                  <a:lnTo>
                    <a:pt x="95795" y="299847"/>
                  </a:lnTo>
                  <a:lnTo>
                    <a:pt x="144160" y="334616"/>
                  </a:lnTo>
                  <a:lnTo>
                    <a:pt x="194465" y="357956"/>
                  </a:lnTo>
                  <a:lnTo>
                    <a:pt x="244163" y="369570"/>
                  </a:lnTo>
                  <a:lnTo>
                    <a:pt x="290707" y="369160"/>
                  </a:lnTo>
                  <a:lnTo>
                    <a:pt x="331551" y="356432"/>
                  </a:lnTo>
                  <a:lnTo>
                    <a:pt x="364146" y="331088"/>
                  </a:lnTo>
                  <a:lnTo>
                    <a:pt x="384723" y="295298"/>
                  </a:lnTo>
                  <a:lnTo>
                    <a:pt x="391644" y="253087"/>
                  </a:lnTo>
                  <a:lnTo>
                    <a:pt x="385562" y="206946"/>
                  </a:lnTo>
                  <a:lnTo>
                    <a:pt x="367128" y="159366"/>
                  </a:lnTo>
                  <a:lnTo>
                    <a:pt x="336997" y="112837"/>
                  </a:lnTo>
                  <a:lnTo>
                    <a:pt x="295820" y="6985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08120" y="253593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9525"/>
                  </a:moveTo>
                  <a:lnTo>
                    <a:pt x="685800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60825" y="2392425"/>
              <a:ext cx="446405" cy="304800"/>
            </a:xfrm>
            <a:custGeom>
              <a:avLst/>
              <a:gdLst/>
              <a:ahLst/>
              <a:cxnLst/>
              <a:rect l="l" t="t" r="r" b="b"/>
              <a:pathLst>
                <a:path w="446404" h="304800">
                  <a:moveTo>
                    <a:pt x="220345" y="0"/>
                  </a:moveTo>
                  <a:lnTo>
                    <a:pt x="161195" y="6482"/>
                  </a:lnTo>
                  <a:lnTo>
                    <a:pt x="108213" y="22775"/>
                  </a:lnTo>
                  <a:lnTo>
                    <a:pt x="63500" y="47386"/>
                  </a:lnTo>
                  <a:lnTo>
                    <a:pt x="29158" y="78824"/>
                  </a:lnTo>
                  <a:lnTo>
                    <a:pt x="7290" y="115596"/>
                  </a:lnTo>
                  <a:lnTo>
                    <a:pt x="0" y="156210"/>
                  </a:lnTo>
                  <a:lnTo>
                    <a:pt x="8691" y="196593"/>
                  </a:lnTo>
                  <a:lnTo>
                    <a:pt x="31811" y="232602"/>
                  </a:lnTo>
                  <a:lnTo>
                    <a:pt x="67214" y="262826"/>
                  </a:lnTo>
                  <a:lnTo>
                    <a:pt x="112757" y="285853"/>
                  </a:lnTo>
                  <a:lnTo>
                    <a:pt x="166293" y="300272"/>
                  </a:lnTo>
                  <a:lnTo>
                    <a:pt x="225678" y="304673"/>
                  </a:lnTo>
                  <a:lnTo>
                    <a:pt x="284880" y="298199"/>
                  </a:lnTo>
                  <a:lnTo>
                    <a:pt x="337895" y="281925"/>
                  </a:lnTo>
                  <a:lnTo>
                    <a:pt x="382619" y="257333"/>
                  </a:lnTo>
                  <a:lnTo>
                    <a:pt x="416950" y="225904"/>
                  </a:lnTo>
                  <a:lnTo>
                    <a:pt x="438786" y="189120"/>
                  </a:lnTo>
                  <a:lnTo>
                    <a:pt x="446024" y="148462"/>
                  </a:lnTo>
                  <a:lnTo>
                    <a:pt x="437376" y="108079"/>
                  </a:lnTo>
                  <a:lnTo>
                    <a:pt x="414269" y="72070"/>
                  </a:lnTo>
                  <a:lnTo>
                    <a:pt x="378856" y="41846"/>
                  </a:lnTo>
                  <a:lnTo>
                    <a:pt x="333295" y="18819"/>
                  </a:lnTo>
                  <a:lnTo>
                    <a:pt x="279739" y="4400"/>
                  </a:lnTo>
                  <a:lnTo>
                    <a:pt x="220345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954780" y="1664207"/>
              <a:ext cx="744855" cy="751205"/>
            </a:xfrm>
            <a:custGeom>
              <a:avLst/>
              <a:gdLst/>
              <a:ahLst/>
              <a:cxnLst/>
              <a:rect l="l" t="t" r="r" b="b"/>
              <a:pathLst>
                <a:path w="744854" h="751205">
                  <a:moveTo>
                    <a:pt x="0" y="750951"/>
                  </a:moveTo>
                  <a:lnTo>
                    <a:pt x="744474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941482" y="2045889"/>
              <a:ext cx="375285" cy="386715"/>
            </a:xfrm>
            <a:custGeom>
              <a:avLst/>
              <a:gdLst/>
              <a:ahLst/>
              <a:cxnLst/>
              <a:rect l="l" t="t" r="r" b="b"/>
              <a:pathLst>
                <a:path w="375285" h="386714">
                  <a:moveTo>
                    <a:pt x="76162" y="89360"/>
                  </a:moveTo>
                  <a:lnTo>
                    <a:pt x="39682" y="136423"/>
                  </a:lnTo>
                  <a:lnTo>
                    <a:pt x="14572" y="185866"/>
                  </a:lnTo>
                  <a:lnTo>
                    <a:pt x="1216" y="235141"/>
                  </a:lnTo>
                  <a:lnTo>
                    <a:pt x="0" y="281695"/>
                  </a:lnTo>
                  <a:lnTo>
                    <a:pt x="11307" y="322979"/>
                  </a:lnTo>
                  <a:lnTo>
                    <a:pt x="35522" y="356441"/>
                  </a:lnTo>
                  <a:lnTo>
                    <a:pt x="70556" y="378243"/>
                  </a:lnTo>
                  <a:lnTo>
                    <a:pt x="112507" y="386620"/>
                  </a:lnTo>
                  <a:lnTo>
                    <a:pt x="158855" y="382143"/>
                  </a:lnTo>
                  <a:lnTo>
                    <a:pt x="207075" y="365378"/>
                  </a:lnTo>
                  <a:lnTo>
                    <a:pt x="254647" y="336895"/>
                  </a:lnTo>
                  <a:lnTo>
                    <a:pt x="299047" y="297259"/>
                  </a:lnTo>
                  <a:lnTo>
                    <a:pt x="335527" y="250153"/>
                  </a:lnTo>
                  <a:lnTo>
                    <a:pt x="360637" y="200697"/>
                  </a:lnTo>
                  <a:lnTo>
                    <a:pt x="373993" y="151432"/>
                  </a:lnTo>
                  <a:lnTo>
                    <a:pt x="375209" y="104897"/>
                  </a:lnTo>
                  <a:lnTo>
                    <a:pt x="363902" y="63632"/>
                  </a:lnTo>
                  <a:lnTo>
                    <a:pt x="339687" y="30178"/>
                  </a:lnTo>
                  <a:lnTo>
                    <a:pt x="304662" y="8377"/>
                  </a:lnTo>
                  <a:lnTo>
                    <a:pt x="262730" y="0"/>
                  </a:lnTo>
                  <a:lnTo>
                    <a:pt x="216402" y="4477"/>
                  </a:lnTo>
                  <a:lnTo>
                    <a:pt x="168190" y="21241"/>
                  </a:lnTo>
                  <a:lnTo>
                    <a:pt x="120606" y="49725"/>
                  </a:lnTo>
                  <a:lnTo>
                    <a:pt x="76162" y="8936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00376" y="3036950"/>
              <a:ext cx="1691639" cy="2145665"/>
            </a:xfrm>
            <a:custGeom>
              <a:avLst/>
              <a:gdLst/>
              <a:ahLst/>
              <a:cxnLst/>
              <a:rect l="l" t="t" r="r" b="b"/>
              <a:pathLst>
                <a:path w="1691639" h="2145665">
                  <a:moveTo>
                    <a:pt x="29972" y="0"/>
                  </a:moveTo>
                  <a:lnTo>
                    <a:pt x="0" y="23622"/>
                  </a:lnTo>
                  <a:lnTo>
                    <a:pt x="94234" y="143637"/>
                  </a:lnTo>
                  <a:lnTo>
                    <a:pt x="124332" y="120014"/>
                  </a:lnTo>
                  <a:lnTo>
                    <a:pt x="29972" y="0"/>
                  </a:lnTo>
                  <a:close/>
                </a:path>
                <a:path w="1691639" h="2145665">
                  <a:moveTo>
                    <a:pt x="195072" y="210058"/>
                  </a:moveTo>
                  <a:lnTo>
                    <a:pt x="164973" y="233679"/>
                  </a:lnTo>
                  <a:lnTo>
                    <a:pt x="259334" y="353695"/>
                  </a:lnTo>
                  <a:lnTo>
                    <a:pt x="289306" y="330073"/>
                  </a:lnTo>
                  <a:lnTo>
                    <a:pt x="195072" y="210058"/>
                  </a:lnTo>
                  <a:close/>
                </a:path>
                <a:path w="1691639" h="2145665">
                  <a:moveTo>
                    <a:pt x="360044" y="420115"/>
                  </a:moveTo>
                  <a:lnTo>
                    <a:pt x="330073" y="443738"/>
                  </a:lnTo>
                  <a:lnTo>
                    <a:pt x="424306" y="563752"/>
                  </a:lnTo>
                  <a:lnTo>
                    <a:pt x="454406" y="540131"/>
                  </a:lnTo>
                  <a:lnTo>
                    <a:pt x="360044" y="420115"/>
                  </a:lnTo>
                  <a:close/>
                </a:path>
                <a:path w="1691639" h="2145665">
                  <a:moveTo>
                    <a:pt x="525144" y="630174"/>
                  </a:moveTo>
                  <a:lnTo>
                    <a:pt x="495046" y="653669"/>
                  </a:lnTo>
                  <a:lnTo>
                    <a:pt x="589407" y="773684"/>
                  </a:lnTo>
                  <a:lnTo>
                    <a:pt x="619379" y="750188"/>
                  </a:lnTo>
                  <a:lnTo>
                    <a:pt x="525144" y="630174"/>
                  </a:lnTo>
                  <a:close/>
                </a:path>
                <a:path w="1691639" h="2145665">
                  <a:moveTo>
                    <a:pt x="690118" y="840232"/>
                  </a:moveTo>
                  <a:lnTo>
                    <a:pt x="660146" y="863726"/>
                  </a:lnTo>
                  <a:lnTo>
                    <a:pt x="754379" y="983742"/>
                  </a:lnTo>
                  <a:lnTo>
                    <a:pt x="784478" y="960247"/>
                  </a:lnTo>
                  <a:lnTo>
                    <a:pt x="690118" y="840232"/>
                  </a:lnTo>
                  <a:close/>
                </a:path>
                <a:path w="1691639" h="2145665">
                  <a:moveTo>
                    <a:pt x="855090" y="1050290"/>
                  </a:moveTo>
                  <a:lnTo>
                    <a:pt x="825119" y="1073785"/>
                  </a:lnTo>
                  <a:lnTo>
                    <a:pt x="919479" y="1193800"/>
                  </a:lnTo>
                  <a:lnTo>
                    <a:pt x="949451" y="1170305"/>
                  </a:lnTo>
                  <a:lnTo>
                    <a:pt x="855090" y="1050290"/>
                  </a:lnTo>
                  <a:close/>
                </a:path>
                <a:path w="1691639" h="2145665">
                  <a:moveTo>
                    <a:pt x="1020190" y="1260221"/>
                  </a:moveTo>
                  <a:lnTo>
                    <a:pt x="990219" y="1283843"/>
                  </a:lnTo>
                  <a:lnTo>
                    <a:pt x="1084452" y="1403858"/>
                  </a:lnTo>
                  <a:lnTo>
                    <a:pt x="1114425" y="1380236"/>
                  </a:lnTo>
                  <a:lnTo>
                    <a:pt x="1020190" y="1260221"/>
                  </a:lnTo>
                  <a:close/>
                </a:path>
                <a:path w="1691639" h="2145665">
                  <a:moveTo>
                    <a:pt x="1185164" y="1470279"/>
                  </a:moveTo>
                  <a:lnTo>
                    <a:pt x="1155191" y="1493901"/>
                  </a:lnTo>
                  <a:lnTo>
                    <a:pt x="1249552" y="1613916"/>
                  </a:lnTo>
                  <a:lnTo>
                    <a:pt x="1279525" y="1590294"/>
                  </a:lnTo>
                  <a:lnTo>
                    <a:pt x="1185164" y="1470279"/>
                  </a:lnTo>
                  <a:close/>
                </a:path>
                <a:path w="1691639" h="2145665">
                  <a:moveTo>
                    <a:pt x="1350264" y="1680337"/>
                  </a:moveTo>
                  <a:lnTo>
                    <a:pt x="1320291" y="1703959"/>
                  </a:lnTo>
                  <a:lnTo>
                    <a:pt x="1414526" y="1823974"/>
                  </a:lnTo>
                  <a:lnTo>
                    <a:pt x="1444498" y="1800352"/>
                  </a:lnTo>
                  <a:lnTo>
                    <a:pt x="1350264" y="1680337"/>
                  </a:lnTo>
                  <a:close/>
                </a:path>
                <a:path w="1691639" h="2145665">
                  <a:moveTo>
                    <a:pt x="1665604" y="2020062"/>
                  </a:moveTo>
                  <a:lnTo>
                    <a:pt x="1575689" y="2090801"/>
                  </a:lnTo>
                  <a:lnTo>
                    <a:pt x="1691386" y="2145411"/>
                  </a:lnTo>
                  <a:lnTo>
                    <a:pt x="1665604" y="2020062"/>
                  </a:lnTo>
                  <a:close/>
                </a:path>
                <a:path w="1691639" h="2145665">
                  <a:moveTo>
                    <a:pt x="1515237" y="1890395"/>
                  </a:moveTo>
                  <a:lnTo>
                    <a:pt x="1485264" y="1914017"/>
                  </a:lnTo>
                  <a:lnTo>
                    <a:pt x="1579626" y="2034032"/>
                  </a:lnTo>
                  <a:lnTo>
                    <a:pt x="1609598" y="2010410"/>
                  </a:lnTo>
                  <a:lnTo>
                    <a:pt x="1515237" y="18903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226558" y="5624321"/>
            <a:ext cx="641985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800" b="1" spc="-25" dirty="0"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30673" y="5624321"/>
            <a:ext cx="596265" cy="36449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320"/>
              </a:spcBef>
            </a:pPr>
            <a:r>
              <a:rPr sz="1800" spc="-25" dirty="0">
                <a:latin typeface="Arial"/>
                <a:cs typeface="Arial"/>
              </a:rPr>
              <a:t>Ho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17823" y="5652312"/>
            <a:ext cx="805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MaNV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901947" y="5915088"/>
            <a:ext cx="634365" cy="12700"/>
          </a:xfrm>
          <a:custGeom>
            <a:avLst/>
            <a:gdLst/>
            <a:ahLst/>
            <a:cxnLst/>
            <a:rect l="l" t="t" r="r" b="b"/>
            <a:pathLst>
              <a:path w="634364" h="12700">
                <a:moveTo>
                  <a:pt x="633984" y="0"/>
                </a:moveTo>
                <a:lnTo>
                  <a:pt x="0" y="0"/>
                </a:lnTo>
                <a:lnTo>
                  <a:pt x="0" y="12192"/>
                </a:lnTo>
                <a:lnTo>
                  <a:pt x="633984" y="12192"/>
                </a:lnTo>
                <a:lnTo>
                  <a:pt x="633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887851" y="5287136"/>
            <a:ext cx="1205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810000" y="5623559"/>
            <a:ext cx="2057400" cy="365760"/>
          </a:xfrm>
          <a:custGeom>
            <a:avLst/>
            <a:gdLst/>
            <a:ahLst/>
            <a:cxnLst/>
            <a:rect l="l" t="t" r="r" b="b"/>
            <a:pathLst>
              <a:path w="2057400" h="365760">
                <a:moveTo>
                  <a:pt x="0" y="0"/>
                </a:moveTo>
                <a:lnTo>
                  <a:pt x="2057400" y="1523"/>
                </a:lnTo>
              </a:path>
              <a:path w="2057400" h="365760">
                <a:moveTo>
                  <a:pt x="0" y="364235"/>
                </a:moveTo>
                <a:lnTo>
                  <a:pt x="2057400" y="365759"/>
                </a:lnTo>
              </a:path>
              <a:path w="2057400" h="365760">
                <a:moveTo>
                  <a:pt x="0" y="0"/>
                </a:moveTo>
                <a:lnTo>
                  <a:pt x="1524" y="364235"/>
                </a:lnTo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582674" y="4588002"/>
            <a:ext cx="1466215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Chuyenmon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2762" y="4588002"/>
            <a:ext cx="820419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MaNV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9520" y="4251401"/>
            <a:ext cx="181546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KYSUPHANMEM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06873" y="4588002"/>
            <a:ext cx="1009015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Capbac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886961" y="4588002"/>
            <a:ext cx="820419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MaNV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964051" y="4251401"/>
            <a:ext cx="10769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KYTHUAT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373873" y="4588002"/>
            <a:ext cx="1085215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Dinhmuc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553961" y="4588002"/>
            <a:ext cx="820419" cy="365760"/>
          </a:xfrm>
          <a:prstGeom prst="rect">
            <a:avLst/>
          </a:prstGeom>
          <a:ln w="1412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MaNV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631685" y="4251401"/>
            <a:ext cx="1155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BANHANG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65606" y="4953000"/>
            <a:ext cx="5803900" cy="1270635"/>
          </a:xfrm>
          <a:custGeom>
            <a:avLst/>
            <a:gdLst/>
            <a:ahLst/>
            <a:cxnLst/>
            <a:rect l="l" t="t" r="r" b="b"/>
            <a:pathLst>
              <a:path w="5803900" h="1270635">
                <a:moveTo>
                  <a:pt x="3136519" y="0"/>
                </a:moveTo>
                <a:lnTo>
                  <a:pt x="3123819" y="0"/>
                </a:lnTo>
                <a:lnTo>
                  <a:pt x="3123819" y="328549"/>
                </a:lnTo>
                <a:lnTo>
                  <a:pt x="2409444" y="328549"/>
                </a:lnTo>
                <a:lnTo>
                  <a:pt x="2409444" y="846137"/>
                </a:lnTo>
                <a:lnTo>
                  <a:pt x="12700" y="846137"/>
                </a:lnTo>
                <a:lnTo>
                  <a:pt x="12700" y="0"/>
                </a:lnTo>
                <a:lnTo>
                  <a:pt x="0" y="0"/>
                </a:lnTo>
                <a:lnTo>
                  <a:pt x="0" y="858837"/>
                </a:lnTo>
                <a:lnTo>
                  <a:pt x="2409444" y="858837"/>
                </a:lnTo>
                <a:lnTo>
                  <a:pt x="2568194" y="858837"/>
                </a:lnTo>
                <a:lnTo>
                  <a:pt x="2568194" y="890587"/>
                </a:lnTo>
                <a:lnTo>
                  <a:pt x="2568575" y="890397"/>
                </a:lnTo>
                <a:lnTo>
                  <a:pt x="2568575" y="890587"/>
                </a:lnTo>
                <a:lnTo>
                  <a:pt x="2632075" y="858837"/>
                </a:lnTo>
                <a:lnTo>
                  <a:pt x="2644775" y="852487"/>
                </a:lnTo>
                <a:lnTo>
                  <a:pt x="2632075" y="846137"/>
                </a:lnTo>
                <a:lnTo>
                  <a:pt x="2568575" y="814387"/>
                </a:lnTo>
                <a:lnTo>
                  <a:pt x="2568575" y="814578"/>
                </a:lnTo>
                <a:lnTo>
                  <a:pt x="2568194" y="814387"/>
                </a:lnTo>
                <a:lnTo>
                  <a:pt x="2568194" y="846137"/>
                </a:lnTo>
                <a:lnTo>
                  <a:pt x="2422144" y="846137"/>
                </a:lnTo>
                <a:lnTo>
                  <a:pt x="2422144" y="341249"/>
                </a:lnTo>
                <a:lnTo>
                  <a:pt x="3136519" y="341249"/>
                </a:lnTo>
                <a:lnTo>
                  <a:pt x="3136519" y="328549"/>
                </a:lnTo>
                <a:lnTo>
                  <a:pt x="3136519" y="0"/>
                </a:lnTo>
                <a:close/>
              </a:path>
              <a:path w="5803900" h="1270635">
                <a:moveTo>
                  <a:pt x="5803900" y="0"/>
                </a:moveTo>
                <a:lnTo>
                  <a:pt x="5791200" y="0"/>
                </a:lnTo>
                <a:lnTo>
                  <a:pt x="5791200" y="1257312"/>
                </a:lnTo>
                <a:lnTo>
                  <a:pt x="3060700" y="1257312"/>
                </a:lnTo>
                <a:lnTo>
                  <a:pt x="3060700" y="1111250"/>
                </a:lnTo>
                <a:lnTo>
                  <a:pt x="3092450" y="1111250"/>
                </a:lnTo>
                <a:lnTo>
                  <a:pt x="3086100" y="1098550"/>
                </a:lnTo>
                <a:lnTo>
                  <a:pt x="3054350" y="1035050"/>
                </a:lnTo>
                <a:lnTo>
                  <a:pt x="3016250" y="1111250"/>
                </a:lnTo>
                <a:lnTo>
                  <a:pt x="3048000" y="1111250"/>
                </a:lnTo>
                <a:lnTo>
                  <a:pt x="3048000" y="1270012"/>
                </a:lnTo>
                <a:lnTo>
                  <a:pt x="5803900" y="1270025"/>
                </a:lnTo>
                <a:lnTo>
                  <a:pt x="5803900" y="1263675"/>
                </a:lnTo>
                <a:lnTo>
                  <a:pt x="3060700" y="1263662"/>
                </a:lnTo>
                <a:lnTo>
                  <a:pt x="5791200" y="1263662"/>
                </a:lnTo>
                <a:lnTo>
                  <a:pt x="5803900" y="1263675"/>
                </a:lnTo>
                <a:lnTo>
                  <a:pt x="5803900" y="1257312"/>
                </a:lnTo>
                <a:lnTo>
                  <a:pt x="5803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object 54"/>
          <p:cNvGrpSpPr/>
          <p:nvPr/>
        </p:nvGrpSpPr>
        <p:grpSpPr>
          <a:xfrm>
            <a:off x="684167" y="2891789"/>
            <a:ext cx="7858125" cy="1383665"/>
            <a:chOff x="684167" y="2891789"/>
            <a:chExt cx="7858125" cy="1383665"/>
          </a:xfrm>
        </p:grpSpPr>
        <p:sp>
          <p:nvSpPr>
            <p:cNvPr id="55" name="object 55"/>
            <p:cNvSpPr/>
            <p:nvPr/>
          </p:nvSpPr>
          <p:spPr>
            <a:xfrm>
              <a:off x="688847" y="4041647"/>
              <a:ext cx="7848600" cy="228600"/>
            </a:xfrm>
            <a:custGeom>
              <a:avLst/>
              <a:gdLst/>
              <a:ahLst/>
              <a:cxnLst/>
              <a:rect l="l" t="t" r="r" b="b"/>
              <a:pathLst>
                <a:path w="7848600" h="228600">
                  <a:moveTo>
                    <a:pt x="0" y="228600"/>
                  </a:moveTo>
                  <a:lnTo>
                    <a:pt x="38129" y="190054"/>
                  </a:lnTo>
                  <a:lnTo>
                    <a:pt x="101826" y="167328"/>
                  </a:lnTo>
                  <a:lnTo>
                    <a:pt x="143686" y="157114"/>
                  </a:lnTo>
                  <a:lnTo>
                    <a:pt x="191565" y="147780"/>
                  </a:lnTo>
                  <a:lnTo>
                    <a:pt x="244973" y="139412"/>
                  </a:lnTo>
                  <a:lnTo>
                    <a:pt x="303419" y="132096"/>
                  </a:lnTo>
                  <a:lnTo>
                    <a:pt x="366413" y="125918"/>
                  </a:lnTo>
                  <a:lnTo>
                    <a:pt x="433464" y="120964"/>
                  </a:lnTo>
                  <a:lnTo>
                    <a:pt x="504080" y="117319"/>
                  </a:lnTo>
                  <a:lnTo>
                    <a:pt x="577773" y="115069"/>
                  </a:lnTo>
                  <a:lnTo>
                    <a:pt x="654049" y="114300"/>
                  </a:lnTo>
                  <a:lnTo>
                    <a:pt x="3270250" y="114300"/>
                  </a:lnTo>
                  <a:lnTo>
                    <a:pt x="3346519" y="113530"/>
                  </a:lnTo>
                  <a:lnTo>
                    <a:pt x="3420207" y="111280"/>
                  </a:lnTo>
                  <a:lnTo>
                    <a:pt x="3490820" y="107635"/>
                  </a:lnTo>
                  <a:lnTo>
                    <a:pt x="3557869" y="102681"/>
                  </a:lnTo>
                  <a:lnTo>
                    <a:pt x="3620863" y="96503"/>
                  </a:lnTo>
                  <a:lnTo>
                    <a:pt x="3679310" y="89187"/>
                  </a:lnTo>
                  <a:lnTo>
                    <a:pt x="3732720" y="80819"/>
                  </a:lnTo>
                  <a:lnTo>
                    <a:pt x="3780601" y="71485"/>
                  </a:lnTo>
                  <a:lnTo>
                    <a:pt x="3822463" y="61271"/>
                  </a:lnTo>
                  <a:lnTo>
                    <a:pt x="3886166" y="38545"/>
                  </a:lnTo>
                  <a:lnTo>
                    <a:pt x="3919899" y="13328"/>
                  </a:lnTo>
                  <a:lnTo>
                    <a:pt x="3924300" y="0"/>
                  </a:lnTo>
                  <a:lnTo>
                    <a:pt x="3928700" y="13328"/>
                  </a:lnTo>
                  <a:lnTo>
                    <a:pt x="3962433" y="38545"/>
                  </a:lnTo>
                  <a:lnTo>
                    <a:pt x="4026136" y="61271"/>
                  </a:lnTo>
                  <a:lnTo>
                    <a:pt x="4067998" y="71485"/>
                  </a:lnTo>
                  <a:lnTo>
                    <a:pt x="4115879" y="80819"/>
                  </a:lnTo>
                  <a:lnTo>
                    <a:pt x="4169289" y="89187"/>
                  </a:lnTo>
                  <a:lnTo>
                    <a:pt x="4227736" y="96503"/>
                  </a:lnTo>
                  <a:lnTo>
                    <a:pt x="4290730" y="102681"/>
                  </a:lnTo>
                  <a:lnTo>
                    <a:pt x="4357779" y="107635"/>
                  </a:lnTo>
                  <a:lnTo>
                    <a:pt x="4428392" y="111280"/>
                  </a:lnTo>
                  <a:lnTo>
                    <a:pt x="4502080" y="113530"/>
                  </a:lnTo>
                  <a:lnTo>
                    <a:pt x="4578350" y="114300"/>
                  </a:lnTo>
                  <a:lnTo>
                    <a:pt x="7194550" y="114300"/>
                  </a:lnTo>
                  <a:lnTo>
                    <a:pt x="7270819" y="115069"/>
                  </a:lnTo>
                  <a:lnTo>
                    <a:pt x="7344507" y="117319"/>
                  </a:lnTo>
                  <a:lnTo>
                    <a:pt x="7415120" y="120964"/>
                  </a:lnTo>
                  <a:lnTo>
                    <a:pt x="7482169" y="125918"/>
                  </a:lnTo>
                  <a:lnTo>
                    <a:pt x="7545163" y="132096"/>
                  </a:lnTo>
                  <a:lnTo>
                    <a:pt x="7603610" y="139412"/>
                  </a:lnTo>
                  <a:lnTo>
                    <a:pt x="7657020" y="147780"/>
                  </a:lnTo>
                  <a:lnTo>
                    <a:pt x="7704901" y="157114"/>
                  </a:lnTo>
                  <a:lnTo>
                    <a:pt x="7746763" y="167328"/>
                  </a:lnTo>
                  <a:lnTo>
                    <a:pt x="7810466" y="190054"/>
                  </a:lnTo>
                  <a:lnTo>
                    <a:pt x="7844199" y="215271"/>
                  </a:lnTo>
                  <a:lnTo>
                    <a:pt x="7848600" y="228600"/>
                  </a:lnTo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16019" y="2891789"/>
              <a:ext cx="745490" cy="989330"/>
            </a:xfrm>
            <a:custGeom>
              <a:avLst/>
              <a:gdLst/>
              <a:ahLst/>
              <a:cxnLst/>
              <a:rect l="l" t="t" r="r" b="b"/>
              <a:pathLst>
                <a:path w="745489" h="989329">
                  <a:moveTo>
                    <a:pt x="37083" y="0"/>
                  </a:moveTo>
                  <a:lnTo>
                    <a:pt x="0" y="9144"/>
                  </a:lnTo>
                  <a:lnTo>
                    <a:pt x="2158" y="17525"/>
                  </a:lnTo>
                  <a:lnTo>
                    <a:pt x="4063" y="26543"/>
                  </a:lnTo>
                  <a:lnTo>
                    <a:pt x="12572" y="73913"/>
                  </a:lnTo>
                  <a:lnTo>
                    <a:pt x="22225" y="135127"/>
                  </a:lnTo>
                  <a:lnTo>
                    <a:pt x="25907" y="157861"/>
                  </a:lnTo>
                  <a:lnTo>
                    <a:pt x="63500" y="151892"/>
                  </a:lnTo>
                  <a:lnTo>
                    <a:pt x="59943" y="129286"/>
                  </a:lnTo>
                  <a:lnTo>
                    <a:pt x="57403" y="112902"/>
                  </a:lnTo>
                  <a:lnTo>
                    <a:pt x="54863" y="97155"/>
                  </a:lnTo>
                  <a:lnTo>
                    <a:pt x="52577" y="82042"/>
                  </a:lnTo>
                  <a:lnTo>
                    <a:pt x="50164" y="67563"/>
                  </a:lnTo>
                  <a:lnTo>
                    <a:pt x="45719" y="41275"/>
                  </a:lnTo>
                  <a:lnTo>
                    <a:pt x="43560" y="29337"/>
                  </a:lnTo>
                  <a:lnTo>
                    <a:pt x="41401" y="18414"/>
                  </a:lnTo>
                  <a:lnTo>
                    <a:pt x="39115" y="8382"/>
                  </a:lnTo>
                  <a:lnTo>
                    <a:pt x="37083" y="0"/>
                  </a:lnTo>
                  <a:close/>
                </a:path>
                <a:path w="745489" h="989329">
                  <a:moveTo>
                    <a:pt x="83946" y="263779"/>
                  </a:moveTo>
                  <a:lnTo>
                    <a:pt x="46608" y="271272"/>
                  </a:lnTo>
                  <a:lnTo>
                    <a:pt x="48259" y="280035"/>
                  </a:lnTo>
                  <a:lnTo>
                    <a:pt x="56768" y="317626"/>
                  </a:lnTo>
                  <a:lnTo>
                    <a:pt x="66420" y="354711"/>
                  </a:lnTo>
                  <a:lnTo>
                    <a:pt x="77088" y="390779"/>
                  </a:lnTo>
                  <a:lnTo>
                    <a:pt x="82803" y="407924"/>
                  </a:lnTo>
                  <a:lnTo>
                    <a:pt x="87629" y="421259"/>
                  </a:lnTo>
                  <a:lnTo>
                    <a:pt x="123443" y="407924"/>
                  </a:lnTo>
                  <a:lnTo>
                    <a:pt x="119125" y="396367"/>
                  </a:lnTo>
                  <a:lnTo>
                    <a:pt x="113664" y="379857"/>
                  </a:lnTo>
                  <a:lnTo>
                    <a:pt x="103250" y="345186"/>
                  </a:lnTo>
                  <a:lnTo>
                    <a:pt x="93979" y="309245"/>
                  </a:lnTo>
                  <a:lnTo>
                    <a:pt x="85725" y="272414"/>
                  </a:lnTo>
                  <a:lnTo>
                    <a:pt x="83946" y="263779"/>
                  </a:lnTo>
                  <a:close/>
                </a:path>
                <a:path w="745489" h="989329">
                  <a:moveTo>
                    <a:pt x="173735" y="502285"/>
                  </a:moveTo>
                  <a:lnTo>
                    <a:pt x="145160" y="527558"/>
                  </a:lnTo>
                  <a:lnTo>
                    <a:pt x="154177" y="537718"/>
                  </a:lnTo>
                  <a:lnTo>
                    <a:pt x="164845" y="548639"/>
                  </a:lnTo>
                  <a:lnTo>
                    <a:pt x="200025" y="578358"/>
                  </a:lnTo>
                  <a:lnTo>
                    <a:pt x="252983" y="612394"/>
                  </a:lnTo>
                  <a:lnTo>
                    <a:pt x="272033" y="622554"/>
                  </a:lnTo>
                  <a:lnTo>
                    <a:pt x="289940" y="588772"/>
                  </a:lnTo>
                  <a:lnTo>
                    <a:pt x="272541" y="579627"/>
                  </a:lnTo>
                  <a:lnTo>
                    <a:pt x="247395" y="564642"/>
                  </a:lnTo>
                  <a:lnTo>
                    <a:pt x="223774" y="548639"/>
                  </a:lnTo>
                  <a:lnTo>
                    <a:pt x="202056" y="531240"/>
                  </a:lnTo>
                  <a:lnTo>
                    <a:pt x="192150" y="522097"/>
                  </a:lnTo>
                  <a:lnTo>
                    <a:pt x="182752" y="512445"/>
                  </a:lnTo>
                  <a:lnTo>
                    <a:pt x="173735" y="502285"/>
                  </a:lnTo>
                  <a:close/>
                </a:path>
                <a:path w="745489" h="989329">
                  <a:moveTo>
                    <a:pt x="392556" y="635762"/>
                  </a:moveTo>
                  <a:lnTo>
                    <a:pt x="377570" y="670940"/>
                  </a:lnTo>
                  <a:lnTo>
                    <a:pt x="424688" y="691261"/>
                  </a:lnTo>
                  <a:lnTo>
                    <a:pt x="451612" y="703326"/>
                  </a:lnTo>
                  <a:lnTo>
                    <a:pt x="477012" y="715518"/>
                  </a:lnTo>
                  <a:lnTo>
                    <a:pt x="500506" y="728218"/>
                  </a:lnTo>
                  <a:lnTo>
                    <a:pt x="511301" y="734568"/>
                  </a:lnTo>
                  <a:lnTo>
                    <a:pt x="512317" y="735330"/>
                  </a:lnTo>
                  <a:lnTo>
                    <a:pt x="532810" y="703326"/>
                  </a:lnTo>
                  <a:lnTo>
                    <a:pt x="533088" y="703326"/>
                  </a:lnTo>
                  <a:lnTo>
                    <a:pt x="530732" y="701801"/>
                  </a:lnTo>
                  <a:lnTo>
                    <a:pt x="518540" y="694563"/>
                  </a:lnTo>
                  <a:lnTo>
                    <a:pt x="493521" y="681227"/>
                  </a:lnTo>
                  <a:lnTo>
                    <a:pt x="467232" y="668527"/>
                  </a:lnTo>
                  <a:lnTo>
                    <a:pt x="439927" y="656209"/>
                  </a:lnTo>
                  <a:lnTo>
                    <a:pt x="392556" y="635762"/>
                  </a:lnTo>
                  <a:close/>
                </a:path>
                <a:path w="745489" h="989329">
                  <a:moveTo>
                    <a:pt x="667103" y="903453"/>
                  </a:moveTo>
                  <a:lnTo>
                    <a:pt x="635126" y="924179"/>
                  </a:lnTo>
                  <a:lnTo>
                    <a:pt x="745489" y="989076"/>
                  </a:lnTo>
                  <a:lnTo>
                    <a:pt x="737633" y="919480"/>
                  </a:lnTo>
                  <a:lnTo>
                    <a:pt x="677544" y="919480"/>
                  </a:lnTo>
                  <a:lnTo>
                    <a:pt x="667103" y="903453"/>
                  </a:lnTo>
                  <a:close/>
                </a:path>
                <a:path w="745489" h="989329">
                  <a:moveTo>
                    <a:pt x="699142" y="882687"/>
                  </a:moveTo>
                  <a:lnTo>
                    <a:pt x="667103" y="903453"/>
                  </a:lnTo>
                  <a:lnTo>
                    <a:pt x="677544" y="919480"/>
                  </a:lnTo>
                  <a:lnTo>
                    <a:pt x="709549" y="898652"/>
                  </a:lnTo>
                  <a:lnTo>
                    <a:pt x="699142" y="882687"/>
                  </a:lnTo>
                  <a:close/>
                </a:path>
                <a:path w="745489" h="989329">
                  <a:moveTo>
                    <a:pt x="731138" y="861949"/>
                  </a:moveTo>
                  <a:lnTo>
                    <a:pt x="699142" y="882687"/>
                  </a:lnTo>
                  <a:lnTo>
                    <a:pt x="709549" y="898652"/>
                  </a:lnTo>
                  <a:lnTo>
                    <a:pt x="677544" y="919480"/>
                  </a:lnTo>
                  <a:lnTo>
                    <a:pt x="737633" y="919480"/>
                  </a:lnTo>
                  <a:lnTo>
                    <a:pt x="731138" y="861949"/>
                  </a:lnTo>
                  <a:close/>
                </a:path>
                <a:path w="745489" h="989329">
                  <a:moveTo>
                    <a:pt x="622934" y="781558"/>
                  </a:moveTo>
                  <a:lnTo>
                    <a:pt x="594359" y="806831"/>
                  </a:lnTo>
                  <a:lnTo>
                    <a:pt x="604392" y="818261"/>
                  </a:lnTo>
                  <a:lnTo>
                    <a:pt x="618363" y="835152"/>
                  </a:lnTo>
                  <a:lnTo>
                    <a:pt x="631570" y="852170"/>
                  </a:lnTo>
                  <a:lnTo>
                    <a:pt x="644016" y="869188"/>
                  </a:lnTo>
                  <a:lnTo>
                    <a:pt x="655574" y="885952"/>
                  </a:lnTo>
                  <a:lnTo>
                    <a:pt x="667103" y="903453"/>
                  </a:lnTo>
                  <a:lnTo>
                    <a:pt x="699142" y="882687"/>
                  </a:lnTo>
                  <a:lnTo>
                    <a:pt x="674751" y="846582"/>
                  </a:lnTo>
                  <a:lnTo>
                    <a:pt x="647826" y="810768"/>
                  </a:lnTo>
                  <a:lnTo>
                    <a:pt x="632967" y="792861"/>
                  </a:lnTo>
                  <a:lnTo>
                    <a:pt x="622934" y="7815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BC3FDAD7-6F73-6620-3152-4C4458D69D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2313</Words>
  <Application>Microsoft Office PowerPoint</Application>
  <PresentationFormat>On-screen Show (4:3)</PresentationFormat>
  <Paragraphs>655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Symbol</vt:lpstr>
      <vt:lpstr>Tahoma</vt:lpstr>
      <vt:lpstr>Times New Roman</vt:lpstr>
      <vt:lpstr>Wingdings</vt:lpstr>
      <vt:lpstr>Office Theme</vt:lpstr>
      <vt:lpstr>PowerPoint Presentation</vt:lpstr>
      <vt:lpstr>Nội dung trình bày</vt:lpstr>
      <vt:lpstr>Các khái niệm của mô hình</vt:lpstr>
      <vt:lpstr>Quan hệ</vt:lpstr>
      <vt:lpstr>Quan hệ</vt:lpstr>
      <vt:lpstr>Thuộc tính</vt:lpstr>
      <vt:lpstr>Miền xác định</vt:lpstr>
      <vt:lpstr>Bộ dữ liệu, Lược đồ quan hệ</vt:lpstr>
      <vt:lpstr>Định nghĩa hình thức</vt:lpstr>
      <vt:lpstr>Các đặc trưng của quan hệ</vt:lpstr>
      <vt:lpstr>Các ký hiệu của mô hình</vt:lpstr>
      <vt:lpstr>Các ràng buộc của mô hình</vt:lpstr>
      <vt:lpstr>Ràng buộc về khóa</vt:lpstr>
      <vt:lpstr>Ràng buộc về khóa</vt:lpstr>
      <vt:lpstr>CSDL và lược đồ CSDL quan hệ</vt:lpstr>
      <vt:lpstr>CSDL và lược đồ CSDL quan hệ</vt:lpstr>
      <vt:lpstr>RBTV thực thể và tham chiếu</vt:lpstr>
      <vt:lpstr>RBTV thực thể và tham chiếu</vt:lpstr>
      <vt:lpstr>RBTV thực thể và tham chiếu</vt:lpstr>
      <vt:lpstr>Chuyển từ ER, EER sang Quan hệ</vt:lpstr>
      <vt:lpstr>Chuyển đổi kiểu thực thể mạnh</vt:lpstr>
      <vt:lpstr>Chuyển đổi kiểu thực thể yếu</vt:lpstr>
      <vt:lpstr>Chuyển đổi kiểu thực thể yếu</vt:lpstr>
      <vt:lpstr>Chuyển đổi kiểu liên kết 1:1</vt:lpstr>
      <vt:lpstr>Chuyển đổi kiểu liên kết 1:1</vt:lpstr>
      <vt:lpstr>Chuyển đổi kiểu liên kết 1:1</vt:lpstr>
      <vt:lpstr>Chuyển đổi kiểu liên kết 1:1</vt:lpstr>
      <vt:lpstr>Chuyển đổi kiểu liên kết 1:N</vt:lpstr>
      <vt:lpstr>Chuyển đổi kiểu liên kết M:N</vt:lpstr>
      <vt:lpstr>Chuyển đổi thuộc tính đa trị</vt:lpstr>
      <vt:lpstr>Chuyển đổi kiểu liên kết bậc cao</vt:lpstr>
      <vt:lpstr>Chuyển đổi CBH, TQH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Mô hình dữ liệu quan hệ</dc:title>
  <dc:creator>Dũng Hà Thanh</dc:creator>
  <cp:lastModifiedBy>Nguyễn Thanh Tiến</cp:lastModifiedBy>
  <cp:revision>1</cp:revision>
  <dcterms:created xsi:type="dcterms:W3CDTF">2025-04-29T05:28:34Z</dcterms:created>
  <dcterms:modified xsi:type="dcterms:W3CDTF">2025-04-29T09:52:47Z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2025-04-29T00:00:00Z</vt:filetime>
  </property>
  <property fmtid="{D5CDD505-2E9C-101B-9397-08002B2CF9AE}" pid="5" name="Producer">
    <vt:lpwstr>3-Heights(TM) PDF Security Shell 4.8.25.2 (http://www.pdf-tools.com)</vt:lpwstr>
  </property>
</Properties>
</file>