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6B4895-9C35-43E2-A001-61E37994B969}" v="1" dt="2025-05-13T02:01:05.9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93801-FD5B-4EC6-B5E3-EFFE0D61DB1B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2F78D-103F-4E14-B604-4672C92A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10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1F02F-635F-422A-859A-A1010FED069C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23F74-409D-44C1-8346-D5865F5CADA4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5D9C-AFB5-495D-A0C9-E6B4EC73CCFF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A1E68-DD54-4C7A-A83A-1795C24E9B30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66A0-CF36-46A3-95C5-DF5C478175B2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4">
                <a:moveTo>
                  <a:pt x="0" y="0"/>
                </a:moveTo>
                <a:lnTo>
                  <a:pt x="8534400" y="1523"/>
                </a:lnTo>
              </a:path>
            </a:pathLst>
          </a:custGeom>
          <a:ln w="284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815" y="41274"/>
            <a:ext cx="7741920" cy="694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91902-6E57-4071-BF7C-0F320CB4AAF8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24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458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02</a:t>
            </a:r>
            <a:endParaRPr sz="4000">
              <a:latin typeface="Arial"/>
              <a:cs typeface="Arial"/>
            </a:endParaRPr>
          </a:p>
          <a:p>
            <a:pPr marL="1725930" marR="1718945" indent="1089660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Mô </a:t>
            </a:r>
            <a:r>
              <a:rPr sz="4400" b="1" spc="-20" dirty="0">
                <a:latin typeface="Arial"/>
                <a:cs typeface="Arial"/>
              </a:rPr>
              <a:t>hình </a:t>
            </a:r>
            <a:r>
              <a:rPr sz="4400" b="1" dirty="0">
                <a:latin typeface="Arial"/>
                <a:cs typeface="Arial"/>
              </a:rPr>
              <a:t>thực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thể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liên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kết</a:t>
            </a:r>
            <a:endParaRPr sz="4400">
              <a:latin typeface="Arial"/>
              <a:cs typeface="Arial"/>
            </a:endParaRPr>
          </a:p>
          <a:p>
            <a:pPr marL="515620">
              <a:lnSpc>
                <a:spcPct val="100000"/>
              </a:lnSpc>
              <a:spcBef>
                <a:spcPts val="5"/>
              </a:spcBef>
            </a:pPr>
            <a:r>
              <a:rPr sz="4400" b="1" spc="-10" dirty="0">
                <a:latin typeface="Arial"/>
                <a:cs typeface="Arial"/>
              </a:rPr>
              <a:t>(Entity-</a:t>
            </a:r>
            <a:r>
              <a:rPr sz="4400" b="1" dirty="0">
                <a:latin typeface="Arial"/>
                <a:cs typeface="Arial"/>
              </a:rPr>
              <a:t>Relationship -</a:t>
            </a:r>
            <a:r>
              <a:rPr sz="4400" b="1" spc="2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ER)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3F292-B307-CD27-3DA5-18861BB324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726694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Quá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trình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thiết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cài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đặt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CSDL.</a:t>
            </a:r>
            <a:endParaRPr sz="3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0520" algn="l"/>
              </a:tabLst>
            </a:pPr>
            <a:r>
              <a:rPr sz="3200" dirty="0">
                <a:latin typeface="Arial"/>
                <a:cs typeface="Arial"/>
              </a:rPr>
              <a:t>Mô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ER.</a:t>
            </a:r>
            <a:endParaRPr sz="32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Mô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ER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mở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rộng.</a:t>
            </a:r>
            <a:endParaRPr sz="3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0520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vấn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đề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về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thiết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mức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khái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niệm.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A5059-6B5A-1003-2E89-B088A87326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Quá</a:t>
            </a:r>
            <a:r>
              <a:rPr spc="-55" dirty="0"/>
              <a:t> </a:t>
            </a:r>
            <a:r>
              <a:rPr dirty="0"/>
              <a:t>trình</a:t>
            </a:r>
            <a:r>
              <a:rPr spc="-70" dirty="0"/>
              <a:t> </a:t>
            </a:r>
            <a:r>
              <a:rPr dirty="0"/>
              <a:t>thiết</a:t>
            </a:r>
            <a:r>
              <a:rPr spc="-50" dirty="0"/>
              <a:t> </a:t>
            </a:r>
            <a:r>
              <a:rPr dirty="0"/>
              <a:t>kế</a:t>
            </a:r>
            <a:r>
              <a:rPr spc="-60" dirty="0"/>
              <a:t> </a:t>
            </a:r>
            <a:r>
              <a:rPr dirty="0"/>
              <a:t>và</a:t>
            </a:r>
            <a:r>
              <a:rPr spc="-60" dirty="0"/>
              <a:t> </a:t>
            </a:r>
            <a:r>
              <a:rPr dirty="0"/>
              <a:t>cài</a:t>
            </a:r>
            <a:r>
              <a:rPr spc="-50" dirty="0"/>
              <a:t> </a:t>
            </a:r>
            <a:r>
              <a:rPr dirty="0"/>
              <a:t>đặt</a:t>
            </a:r>
            <a:r>
              <a:rPr spc="-60" dirty="0"/>
              <a:t> </a:t>
            </a:r>
            <a:r>
              <a:rPr spc="-20" dirty="0"/>
              <a:t>CSDL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523"/>
            <a:ext cx="7802880" cy="24568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Thiết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trúc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logic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vật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lý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CSDL.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Mục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đích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Thỏa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mãn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yêu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dụng.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Cung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cấu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trúc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dễ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hiểu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thông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tin.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Hổ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đòi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hỏi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về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năng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lý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quả.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6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đoạn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cài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đặt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810000"/>
            <a:ext cx="2362200" cy="6096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571500" marR="67310" indent="-495300">
              <a:lnSpc>
                <a:spcPct val="100000"/>
              </a:lnSpc>
              <a:spcBef>
                <a:spcPts val="200"/>
              </a:spcBef>
            </a:pPr>
            <a:r>
              <a:rPr sz="1800" dirty="0">
                <a:latin typeface="Arial"/>
                <a:cs typeface="Arial"/>
              </a:rPr>
              <a:t>Thu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thập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tích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yêu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cầu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3161" y="3810761"/>
            <a:ext cx="1752600" cy="609600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27000" marR="120650" indent="34290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kế </a:t>
            </a:r>
            <a:r>
              <a:rPr sz="1800" dirty="0">
                <a:latin typeface="Arial"/>
                <a:cs typeface="Arial"/>
              </a:rPr>
              <a:t>mức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khái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niệm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1800" y="3810000"/>
            <a:ext cx="1752600" cy="6096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01625" marR="291465" indent="92710">
              <a:lnSpc>
                <a:spcPct val="100000"/>
              </a:lnSpc>
              <a:spcBef>
                <a:spcPts val="200"/>
              </a:spcBef>
            </a:pPr>
            <a:r>
              <a:rPr sz="1800" dirty="0">
                <a:latin typeface="Arial"/>
                <a:cs typeface="Arial"/>
              </a:rPr>
              <a:t>Lựa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chọn </a:t>
            </a:r>
            <a:r>
              <a:rPr sz="1800" dirty="0">
                <a:latin typeface="Arial"/>
                <a:cs typeface="Arial"/>
              </a:rPr>
              <a:t>HQT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761" y="5182361"/>
            <a:ext cx="3048000" cy="609600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Arial"/>
                <a:cs typeface="Arial"/>
              </a:rPr>
              <a:t>Chuyển đổi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mô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hình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liệu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(Thiết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mức</a:t>
            </a:r>
            <a:r>
              <a:rPr sz="1800" spc="-10" dirty="0">
                <a:latin typeface="Arial"/>
                <a:cs typeface="Arial"/>
              </a:rPr>
              <a:t> logic)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9361" y="5182361"/>
            <a:ext cx="1752600" cy="609600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kế</a:t>
            </a:r>
            <a:endParaRPr sz="1800">
              <a:latin typeface="Arial"/>
              <a:cs typeface="Arial"/>
            </a:endParaRPr>
          </a:p>
          <a:p>
            <a:pPr marL="34925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mức vật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lý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0800" y="5181600"/>
            <a:ext cx="2286000" cy="6096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00"/>
              </a:spcBef>
            </a:pPr>
            <a:r>
              <a:rPr sz="1800" dirty="0">
                <a:latin typeface="Arial"/>
                <a:cs typeface="Arial"/>
              </a:rPr>
              <a:t>Cài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đặt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tinh</a:t>
            </a:r>
            <a:r>
              <a:rPr sz="1800" spc="-20" dirty="0">
                <a:latin typeface="Arial"/>
                <a:cs typeface="Arial"/>
              </a:rPr>
              <a:t> chỉnh</a:t>
            </a:r>
            <a:endParaRPr sz="1800">
              <a:latin typeface="Arial"/>
              <a:cs typeface="Arial"/>
            </a:endParaRPr>
          </a:p>
          <a:p>
            <a:pPr marL="3175"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hệ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95600" y="4078223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0"/>
                </a:moveTo>
                <a:lnTo>
                  <a:pt x="990600" y="76200"/>
                </a:lnTo>
                <a:lnTo>
                  <a:pt x="1054100" y="44450"/>
                </a:lnTo>
                <a:lnTo>
                  <a:pt x="1003300" y="44450"/>
                </a:lnTo>
                <a:lnTo>
                  <a:pt x="1003300" y="31750"/>
                </a:lnTo>
                <a:lnTo>
                  <a:pt x="1054100" y="31750"/>
                </a:lnTo>
                <a:lnTo>
                  <a:pt x="990600" y="0"/>
                </a:lnTo>
                <a:close/>
              </a:path>
              <a:path w="1066800" h="76200">
                <a:moveTo>
                  <a:pt x="0" y="30225"/>
                </a:moveTo>
                <a:lnTo>
                  <a:pt x="0" y="42925"/>
                </a:lnTo>
                <a:lnTo>
                  <a:pt x="1003299" y="44450"/>
                </a:lnTo>
                <a:lnTo>
                  <a:pt x="990600" y="44450"/>
                </a:lnTo>
                <a:lnTo>
                  <a:pt x="990600" y="31750"/>
                </a:lnTo>
                <a:lnTo>
                  <a:pt x="1003299" y="31750"/>
                </a:lnTo>
                <a:lnTo>
                  <a:pt x="0" y="30225"/>
                </a:lnTo>
                <a:close/>
              </a:path>
              <a:path w="1066800" h="76200">
                <a:moveTo>
                  <a:pt x="1054100" y="31750"/>
                </a:moveTo>
                <a:lnTo>
                  <a:pt x="1003300" y="31750"/>
                </a:lnTo>
                <a:lnTo>
                  <a:pt x="1003300" y="44450"/>
                </a:lnTo>
                <a:lnTo>
                  <a:pt x="1054100" y="44450"/>
                </a:lnTo>
                <a:lnTo>
                  <a:pt x="1066800" y="38100"/>
                </a:lnTo>
                <a:lnTo>
                  <a:pt x="1054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0" y="4078223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0"/>
                </a:moveTo>
                <a:lnTo>
                  <a:pt x="990600" y="76200"/>
                </a:lnTo>
                <a:lnTo>
                  <a:pt x="1054100" y="44450"/>
                </a:lnTo>
                <a:lnTo>
                  <a:pt x="1003300" y="44450"/>
                </a:lnTo>
                <a:lnTo>
                  <a:pt x="1003300" y="31750"/>
                </a:lnTo>
                <a:lnTo>
                  <a:pt x="1054100" y="31750"/>
                </a:lnTo>
                <a:lnTo>
                  <a:pt x="990600" y="0"/>
                </a:lnTo>
                <a:close/>
              </a:path>
              <a:path w="1066800" h="76200">
                <a:moveTo>
                  <a:pt x="0" y="30225"/>
                </a:moveTo>
                <a:lnTo>
                  <a:pt x="0" y="42925"/>
                </a:lnTo>
                <a:lnTo>
                  <a:pt x="1003299" y="44450"/>
                </a:lnTo>
                <a:lnTo>
                  <a:pt x="990600" y="44450"/>
                </a:lnTo>
                <a:lnTo>
                  <a:pt x="990600" y="31750"/>
                </a:lnTo>
                <a:lnTo>
                  <a:pt x="1003299" y="31750"/>
                </a:lnTo>
                <a:lnTo>
                  <a:pt x="0" y="30225"/>
                </a:lnTo>
                <a:close/>
              </a:path>
              <a:path w="1066800" h="76200">
                <a:moveTo>
                  <a:pt x="1054100" y="31750"/>
                </a:moveTo>
                <a:lnTo>
                  <a:pt x="1003300" y="31750"/>
                </a:lnTo>
                <a:lnTo>
                  <a:pt x="1003300" y="44450"/>
                </a:lnTo>
                <a:lnTo>
                  <a:pt x="1054100" y="44450"/>
                </a:lnTo>
                <a:lnTo>
                  <a:pt x="1066800" y="38100"/>
                </a:lnTo>
                <a:lnTo>
                  <a:pt x="1054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9000" y="54496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526" y="0"/>
                </a:moveTo>
                <a:lnTo>
                  <a:pt x="533425" y="30352"/>
                </a:lnTo>
                <a:lnTo>
                  <a:pt x="533399" y="38226"/>
                </a:lnTo>
                <a:lnTo>
                  <a:pt x="533273" y="76199"/>
                </a:lnTo>
                <a:lnTo>
                  <a:pt x="597091" y="44449"/>
                </a:lnTo>
                <a:lnTo>
                  <a:pt x="546100" y="44449"/>
                </a:lnTo>
                <a:lnTo>
                  <a:pt x="546100" y="31749"/>
                </a:lnTo>
                <a:lnTo>
                  <a:pt x="596710" y="31749"/>
                </a:lnTo>
                <a:lnTo>
                  <a:pt x="533526" y="0"/>
                </a:lnTo>
                <a:close/>
              </a:path>
              <a:path w="609600" h="76200">
                <a:moveTo>
                  <a:pt x="0" y="30352"/>
                </a:moveTo>
                <a:lnTo>
                  <a:pt x="0" y="43052"/>
                </a:lnTo>
                <a:lnTo>
                  <a:pt x="546099" y="44449"/>
                </a:lnTo>
                <a:lnTo>
                  <a:pt x="533378" y="44449"/>
                </a:lnTo>
                <a:lnTo>
                  <a:pt x="533421" y="31749"/>
                </a:lnTo>
                <a:lnTo>
                  <a:pt x="546100" y="31749"/>
                </a:lnTo>
                <a:lnTo>
                  <a:pt x="0" y="30352"/>
                </a:lnTo>
                <a:close/>
              </a:path>
              <a:path w="609600" h="76200">
                <a:moveTo>
                  <a:pt x="596710" y="31749"/>
                </a:moveTo>
                <a:lnTo>
                  <a:pt x="546100" y="31749"/>
                </a:lnTo>
                <a:lnTo>
                  <a:pt x="546100" y="44449"/>
                </a:lnTo>
                <a:lnTo>
                  <a:pt x="597091" y="44449"/>
                </a:lnTo>
                <a:lnTo>
                  <a:pt x="609600" y="38226"/>
                </a:lnTo>
                <a:lnTo>
                  <a:pt x="59671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91200" y="5449696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526" y="0"/>
                </a:moveTo>
                <a:lnTo>
                  <a:pt x="533425" y="30352"/>
                </a:lnTo>
                <a:lnTo>
                  <a:pt x="533399" y="38226"/>
                </a:lnTo>
                <a:lnTo>
                  <a:pt x="533273" y="76199"/>
                </a:lnTo>
                <a:lnTo>
                  <a:pt x="597091" y="44449"/>
                </a:lnTo>
                <a:lnTo>
                  <a:pt x="546100" y="44449"/>
                </a:lnTo>
                <a:lnTo>
                  <a:pt x="546100" y="31749"/>
                </a:lnTo>
                <a:lnTo>
                  <a:pt x="596710" y="31749"/>
                </a:lnTo>
                <a:lnTo>
                  <a:pt x="533526" y="0"/>
                </a:lnTo>
                <a:close/>
              </a:path>
              <a:path w="609600" h="76200">
                <a:moveTo>
                  <a:pt x="0" y="30352"/>
                </a:moveTo>
                <a:lnTo>
                  <a:pt x="0" y="43052"/>
                </a:lnTo>
                <a:lnTo>
                  <a:pt x="546099" y="44449"/>
                </a:lnTo>
                <a:lnTo>
                  <a:pt x="533378" y="44449"/>
                </a:lnTo>
                <a:lnTo>
                  <a:pt x="533421" y="31749"/>
                </a:lnTo>
                <a:lnTo>
                  <a:pt x="546100" y="31749"/>
                </a:lnTo>
                <a:lnTo>
                  <a:pt x="0" y="30352"/>
                </a:lnTo>
                <a:close/>
              </a:path>
              <a:path w="609600" h="76200">
                <a:moveTo>
                  <a:pt x="596710" y="31749"/>
                </a:moveTo>
                <a:lnTo>
                  <a:pt x="546100" y="31749"/>
                </a:lnTo>
                <a:lnTo>
                  <a:pt x="546100" y="44449"/>
                </a:lnTo>
                <a:lnTo>
                  <a:pt x="597091" y="44449"/>
                </a:lnTo>
                <a:lnTo>
                  <a:pt x="609600" y="38226"/>
                </a:lnTo>
                <a:lnTo>
                  <a:pt x="59671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66900" y="4419600"/>
            <a:ext cx="5797550" cy="762000"/>
          </a:xfrm>
          <a:custGeom>
            <a:avLst/>
            <a:gdLst/>
            <a:ahLst/>
            <a:cxnLst/>
            <a:rect l="l" t="t" r="r" b="b"/>
            <a:pathLst>
              <a:path w="5797550" h="762000">
                <a:moveTo>
                  <a:pt x="31750" y="685800"/>
                </a:moveTo>
                <a:lnTo>
                  <a:pt x="0" y="685800"/>
                </a:lnTo>
                <a:lnTo>
                  <a:pt x="38100" y="762000"/>
                </a:lnTo>
                <a:lnTo>
                  <a:pt x="69850" y="698500"/>
                </a:lnTo>
                <a:lnTo>
                  <a:pt x="31750" y="698500"/>
                </a:lnTo>
                <a:lnTo>
                  <a:pt x="31750" y="685800"/>
                </a:lnTo>
                <a:close/>
              </a:path>
              <a:path w="5797550" h="762000">
                <a:moveTo>
                  <a:pt x="5784850" y="374650"/>
                </a:moveTo>
                <a:lnTo>
                  <a:pt x="31750" y="374650"/>
                </a:lnTo>
                <a:lnTo>
                  <a:pt x="31750" y="698500"/>
                </a:lnTo>
                <a:lnTo>
                  <a:pt x="44450" y="698500"/>
                </a:lnTo>
                <a:lnTo>
                  <a:pt x="44450" y="387350"/>
                </a:lnTo>
                <a:lnTo>
                  <a:pt x="38100" y="387350"/>
                </a:lnTo>
                <a:lnTo>
                  <a:pt x="44450" y="381000"/>
                </a:lnTo>
                <a:lnTo>
                  <a:pt x="5784850" y="381000"/>
                </a:lnTo>
                <a:lnTo>
                  <a:pt x="5784850" y="374650"/>
                </a:lnTo>
                <a:close/>
              </a:path>
              <a:path w="5797550" h="762000">
                <a:moveTo>
                  <a:pt x="76200" y="685800"/>
                </a:moveTo>
                <a:lnTo>
                  <a:pt x="44450" y="685800"/>
                </a:lnTo>
                <a:lnTo>
                  <a:pt x="44450" y="698500"/>
                </a:lnTo>
                <a:lnTo>
                  <a:pt x="69850" y="698500"/>
                </a:lnTo>
                <a:lnTo>
                  <a:pt x="76200" y="685800"/>
                </a:lnTo>
                <a:close/>
              </a:path>
              <a:path w="5797550" h="762000">
                <a:moveTo>
                  <a:pt x="44450" y="381000"/>
                </a:moveTo>
                <a:lnTo>
                  <a:pt x="38100" y="387350"/>
                </a:lnTo>
                <a:lnTo>
                  <a:pt x="44450" y="387350"/>
                </a:lnTo>
                <a:lnTo>
                  <a:pt x="44450" y="381000"/>
                </a:lnTo>
                <a:close/>
              </a:path>
              <a:path w="5797550" h="762000">
                <a:moveTo>
                  <a:pt x="5797550" y="374650"/>
                </a:moveTo>
                <a:lnTo>
                  <a:pt x="5791200" y="374650"/>
                </a:lnTo>
                <a:lnTo>
                  <a:pt x="5784850" y="381000"/>
                </a:lnTo>
                <a:lnTo>
                  <a:pt x="44450" y="381000"/>
                </a:lnTo>
                <a:lnTo>
                  <a:pt x="44450" y="387350"/>
                </a:lnTo>
                <a:lnTo>
                  <a:pt x="5797550" y="387350"/>
                </a:lnTo>
                <a:lnTo>
                  <a:pt x="5797550" y="374650"/>
                </a:lnTo>
                <a:close/>
              </a:path>
              <a:path w="5797550" h="762000">
                <a:moveTo>
                  <a:pt x="5797550" y="0"/>
                </a:moveTo>
                <a:lnTo>
                  <a:pt x="5784850" y="0"/>
                </a:lnTo>
                <a:lnTo>
                  <a:pt x="5784850" y="381000"/>
                </a:lnTo>
                <a:lnTo>
                  <a:pt x="5791200" y="374650"/>
                </a:lnTo>
                <a:lnTo>
                  <a:pt x="5797550" y="374650"/>
                </a:lnTo>
                <a:lnTo>
                  <a:pt x="5797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4635DF1-6D04-0919-5171-30ECD3703B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Quá</a:t>
            </a:r>
            <a:r>
              <a:rPr spc="-55" dirty="0"/>
              <a:t> </a:t>
            </a:r>
            <a:r>
              <a:rPr dirty="0"/>
              <a:t>trình</a:t>
            </a:r>
            <a:r>
              <a:rPr spc="-175" dirty="0"/>
              <a:t> </a:t>
            </a:r>
            <a:r>
              <a:rPr dirty="0"/>
              <a:t>thiết</a:t>
            </a:r>
            <a:r>
              <a:rPr spc="-60" dirty="0"/>
              <a:t> </a:t>
            </a:r>
            <a:r>
              <a:rPr dirty="0"/>
              <a:t>kế</a:t>
            </a:r>
            <a:r>
              <a:rPr spc="-70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dirty="0"/>
              <a:t>cài</a:t>
            </a:r>
            <a:r>
              <a:rPr spc="-65" dirty="0"/>
              <a:t> </a:t>
            </a:r>
            <a:r>
              <a:rPr dirty="0"/>
              <a:t>đặt</a:t>
            </a:r>
            <a:r>
              <a:rPr spc="-65" dirty="0"/>
              <a:t> </a:t>
            </a:r>
            <a:r>
              <a:rPr spc="-20" dirty="0"/>
              <a:t>CSDL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3660" y="1374647"/>
            <a:ext cx="1777364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"/>
                <a:cs typeface="Arial"/>
              </a:rPr>
              <a:t>Yêu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cầu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20" dirty="0">
                <a:latin typeface="Arial"/>
                <a:cs typeface="Arial"/>
              </a:rPr>
              <a:t> liệu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5020" y="2212848"/>
            <a:ext cx="2882265" cy="643255"/>
          </a:xfrm>
          <a:custGeom>
            <a:avLst/>
            <a:gdLst/>
            <a:ahLst/>
            <a:cxnLst/>
            <a:rect l="l" t="t" r="r" b="b"/>
            <a:pathLst>
              <a:path w="2882265" h="643255">
                <a:moveTo>
                  <a:pt x="0" y="643127"/>
                </a:moveTo>
                <a:lnTo>
                  <a:pt x="2881884" y="643127"/>
                </a:lnTo>
                <a:lnTo>
                  <a:pt x="2881884" y="0"/>
                </a:lnTo>
                <a:lnTo>
                  <a:pt x="0" y="0"/>
                </a:lnTo>
                <a:lnTo>
                  <a:pt x="0" y="643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43505" y="2241930"/>
            <a:ext cx="27260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khái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niệm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(Độc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lập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HQT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CSDL)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5895" y="3649979"/>
            <a:ext cx="2581910" cy="643255"/>
          </a:xfrm>
          <a:custGeom>
            <a:avLst/>
            <a:gdLst/>
            <a:ahLst/>
            <a:cxnLst/>
            <a:rect l="l" t="t" r="r" b="b"/>
            <a:pathLst>
              <a:path w="2581910" h="643254">
                <a:moveTo>
                  <a:pt x="0" y="643128"/>
                </a:moveTo>
                <a:lnTo>
                  <a:pt x="2581656" y="643128"/>
                </a:lnTo>
                <a:lnTo>
                  <a:pt x="2581656" y="0"/>
                </a:lnTo>
                <a:lnTo>
                  <a:pt x="0" y="0"/>
                </a:lnTo>
                <a:lnTo>
                  <a:pt x="0" y="643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97429" y="3679063"/>
            <a:ext cx="2420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03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logic </a:t>
            </a:r>
            <a:r>
              <a:rPr sz="1800" dirty="0">
                <a:latin typeface="Arial"/>
                <a:cs typeface="Arial"/>
              </a:rPr>
              <a:t>(Phụ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HQT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CSDL)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12848" y="4765547"/>
            <a:ext cx="2581910" cy="643255"/>
          </a:xfrm>
          <a:custGeom>
            <a:avLst/>
            <a:gdLst/>
            <a:ahLst/>
            <a:cxnLst/>
            <a:rect l="l" t="t" r="r" b="b"/>
            <a:pathLst>
              <a:path w="2581910" h="643254">
                <a:moveTo>
                  <a:pt x="0" y="643127"/>
                </a:moveTo>
                <a:lnTo>
                  <a:pt x="2581655" y="643127"/>
                </a:lnTo>
                <a:lnTo>
                  <a:pt x="2581655" y="0"/>
                </a:lnTo>
                <a:lnTo>
                  <a:pt x="0" y="0"/>
                </a:lnTo>
                <a:lnTo>
                  <a:pt x="0" y="643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94382" y="4795266"/>
            <a:ext cx="24199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(Phụ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HQT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CSDL)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9820" y="5859779"/>
            <a:ext cx="226060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Câu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lệnh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DDL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25" dirty="0">
                <a:latin typeface="Arial"/>
                <a:cs typeface="Arial"/>
              </a:rPr>
              <a:t> 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12570" y="1743328"/>
            <a:ext cx="2032000" cy="4306570"/>
          </a:xfrm>
          <a:custGeom>
            <a:avLst/>
            <a:gdLst/>
            <a:ahLst/>
            <a:cxnLst/>
            <a:rect l="l" t="t" r="r" b="b"/>
            <a:pathLst>
              <a:path w="2032000" h="4306570">
                <a:moveTo>
                  <a:pt x="857377" y="4293552"/>
                </a:moveTo>
                <a:lnTo>
                  <a:pt x="857250" y="4293552"/>
                </a:lnTo>
                <a:lnTo>
                  <a:pt x="857250" y="4293108"/>
                </a:lnTo>
                <a:lnTo>
                  <a:pt x="379476" y="4293108"/>
                </a:lnTo>
                <a:lnTo>
                  <a:pt x="379476" y="2234565"/>
                </a:lnTo>
                <a:lnTo>
                  <a:pt x="627126" y="2234565"/>
                </a:lnTo>
                <a:lnTo>
                  <a:pt x="627126" y="2266315"/>
                </a:lnTo>
                <a:lnTo>
                  <a:pt x="690626" y="2234565"/>
                </a:lnTo>
                <a:lnTo>
                  <a:pt x="703326" y="2228215"/>
                </a:lnTo>
                <a:lnTo>
                  <a:pt x="690626" y="2221865"/>
                </a:lnTo>
                <a:lnTo>
                  <a:pt x="627126" y="2190115"/>
                </a:lnTo>
                <a:lnTo>
                  <a:pt x="627126" y="2221865"/>
                </a:lnTo>
                <a:lnTo>
                  <a:pt x="366776" y="2221865"/>
                </a:lnTo>
                <a:lnTo>
                  <a:pt x="366776" y="4293108"/>
                </a:lnTo>
                <a:lnTo>
                  <a:pt x="12700" y="4293108"/>
                </a:lnTo>
                <a:lnTo>
                  <a:pt x="12700" y="797433"/>
                </a:lnTo>
                <a:lnTo>
                  <a:pt x="476250" y="797433"/>
                </a:lnTo>
                <a:lnTo>
                  <a:pt x="476250" y="829183"/>
                </a:lnTo>
                <a:lnTo>
                  <a:pt x="539750" y="797433"/>
                </a:lnTo>
                <a:lnTo>
                  <a:pt x="552450" y="791083"/>
                </a:lnTo>
                <a:lnTo>
                  <a:pt x="539750" y="784733"/>
                </a:lnTo>
                <a:lnTo>
                  <a:pt x="476250" y="752983"/>
                </a:lnTo>
                <a:lnTo>
                  <a:pt x="476250" y="784733"/>
                </a:lnTo>
                <a:lnTo>
                  <a:pt x="0" y="784733"/>
                </a:lnTo>
                <a:lnTo>
                  <a:pt x="0" y="4305808"/>
                </a:lnTo>
                <a:lnTo>
                  <a:pt x="366776" y="4305808"/>
                </a:lnTo>
                <a:lnTo>
                  <a:pt x="366776" y="4306252"/>
                </a:lnTo>
                <a:lnTo>
                  <a:pt x="857377" y="4306252"/>
                </a:lnTo>
                <a:lnTo>
                  <a:pt x="857377" y="4299902"/>
                </a:lnTo>
                <a:lnTo>
                  <a:pt x="857377" y="4293552"/>
                </a:lnTo>
                <a:close/>
              </a:path>
              <a:path w="2032000" h="4306570">
                <a:moveTo>
                  <a:pt x="2026666" y="4040263"/>
                </a:moveTo>
                <a:lnTo>
                  <a:pt x="1994992" y="4040060"/>
                </a:lnTo>
                <a:lnTo>
                  <a:pt x="1997583" y="3665347"/>
                </a:lnTo>
                <a:lnTo>
                  <a:pt x="1984883" y="3665347"/>
                </a:lnTo>
                <a:lnTo>
                  <a:pt x="1982304" y="4039730"/>
                </a:lnTo>
                <a:lnTo>
                  <a:pt x="1982292" y="4039959"/>
                </a:lnTo>
                <a:lnTo>
                  <a:pt x="1950466" y="4039730"/>
                </a:lnTo>
                <a:lnTo>
                  <a:pt x="1988058" y="4116197"/>
                </a:lnTo>
                <a:lnTo>
                  <a:pt x="2020316" y="4052747"/>
                </a:lnTo>
                <a:lnTo>
                  <a:pt x="2026666" y="4040263"/>
                </a:lnTo>
                <a:close/>
              </a:path>
              <a:path w="2032000" h="4306570">
                <a:moveTo>
                  <a:pt x="2029714" y="2946908"/>
                </a:moveTo>
                <a:lnTo>
                  <a:pt x="1997913" y="2946717"/>
                </a:lnTo>
                <a:lnTo>
                  <a:pt x="2000631" y="2549779"/>
                </a:lnTo>
                <a:lnTo>
                  <a:pt x="1987931" y="2549779"/>
                </a:lnTo>
                <a:lnTo>
                  <a:pt x="1985213" y="2946400"/>
                </a:lnTo>
                <a:lnTo>
                  <a:pt x="1985200" y="2946628"/>
                </a:lnTo>
                <a:lnTo>
                  <a:pt x="1953514" y="2946400"/>
                </a:lnTo>
                <a:lnTo>
                  <a:pt x="1991106" y="3022854"/>
                </a:lnTo>
                <a:lnTo>
                  <a:pt x="2023376" y="2959354"/>
                </a:lnTo>
                <a:lnTo>
                  <a:pt x="2029714" y="2946908"/>
                </a:lnTo>
                <a:close/>
              </a:path>
              <a:path w="2032000" h="4306570">
                <a:moveTo>
                  <a:pt x="2031619" y="393446"/>
                </a:moveTo>
                <a:lnTo>
                  <a:pt x="1999856" y="393776"/>
                </a:lnTo>
                <a:lnTo>
                  <a:pt x="1995932" y="254"/>
                </a:lnTo>
                <a:lnTo>
                  <a:pt x="1995932" y="0"/>
                </a:lnTo>
                <a:lnTo>
                  <a:pt x="1983232" y="254"/>
                </a:lnTo>
                <a:lnTo>
                  <a:pt x="1987156" y="393446"/>
                </a:lnTo>
                <a:lnTo>
                  <a:pt x="1987156" y="393903"/>
                </a:lnTo>
                <a:lnTo>
                  <a:pt x="1955419" y="394208"/>
                </a:lnTo>
                <a:lnTo>
                  <a:pt x="1994281" y="470027"/>
                </a:lnTo>
                <a:lnTo>
                  <a:pt x="2025167" y="406654"/>
                </a:lnTo>
                <a:lnTo>
                  <a:pt x="2031619" y="393446"/>
                </a:lnTo>
                <a:close/>
              </a:path>
              <a:path w="2032000" h="4306570">
                <a:moveTo>
                  <a:pt x="2032000" y="1830324"/>
                </a:moveTo>
                <a:lnTo>
                  <a:pt x="2000351" y="1830324"/>
                </a:lnTo>
                <a:lnTo>
                  <a:pt x="1998980" y="1112647"/>
                </a:lnTo>
                <a:lnTo>
                  <a:pt x="1986280" y="1112647"/>
                </a:lnTo>
                <a:lnTo>
                  <a:pt x="1987651" y="1830324"/>
                </a:lnTo>
                <a:lnTo>
                  <a:pt x="1955927" y="1830324"/>
                </a:lnTo>
                <a:lnTo>
                  <a:pt x="1994154" y="1906397"/>
                </a:lnTo>
                <a:lnTo>
                  <a:pt x="2025738" y="1842897"/>
                </a:lnTo>
                <a:lnTo>
                  <a:pt x="2032000" y="1830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69379" y="1374647"/>
            <a:ext cx="157607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"/>
                <a:cs typeface="Arial"/>
              </a:rPr>
              <a:t>Yêu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cầu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lý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9903" y="2212848"/>
            <a:ext cx="2327275" cy="6432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dụng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(Độc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lập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HQT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CSDL)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5832" y="5858255"/>
            <a:ext cx="194310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Cài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đặt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dụng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15123" y="1743455"/>
            <a:ext cx="76200" cy="469900"/>
          </a:xfrm>
          <a:custGeom>
            <a:avLst/>
            <a:gdLst/>
            <a:ahLst/>
            <a:cxnLst/>
            <a:rect l="l" t="t" r="r" b="b"/>
            <a:pathLst>
              <a:path w="76200" h="469900">
                <a:moveTo>
                  <a:pt x="0" y="393446"/>
                </a:moveTo>
                <a:lnTo>
                  <a:pt x="37592" y="469900"/>
                </a:lnTo>
                <a:lnTo>
                  <a:pt x="69872" y="406400"/>
                </a:lnTo>
                <a:lnTo>
                  <a:pt x="31623" y="406400"/>
                </a:lnTo>
                <a:lnTo>
                  <a:pt x="31710" y="393742"/>
                </a:lnTo>
                <a:lnTo>
                  <a:pt x="44410" y="393742"/>
                </a:lnTo>
                <a:lnTo>
                  <a:pt x="0" y="393446"/>
                </a:lnTo>
                <a:close/>
              </a:path>
              <a:path w="76200" h="469900">
                <a:moveTo>
                  <a:pt x="47117" y="0"/>
                </a:moveTo>
                <a:lnTo>
                  <a:pt x="34417" y="0"/>
                </a:lnTo>
                <a:lnTo>
                  <a:pt x="31712" y="393446"/>
                </a:lnTo>
                <a:lnTo>
                  <a:pt x="31623" y="406400"/>
                </a:lnTo>
                <a:lnTo>
                  <a:pt x="44323" y="406400"/>
                </a:lnTo>
                <a:lnTo>
                  <a:pt x="47117" y="0"/>
                </a:lnTo>
                <a:close/>
              </a:path>
              <a:path w="76200" h="469900">
                <a:moveTo>
                  <a:pt x="44410" y="393742"/>
                </a:moveTo>
                <a:lnTo>
                  <a:pt x="44323" y="406400"/>
                </a:lnTo>
                <a:lnTo>
                  <a:pt x="69872" y="406400"/>
                </a:lnTo>
                <a:lnTo>
                  <a:pt x="76200" y="393954"/>
                </a:lnTo>
                <a:lnTo>
                  <a:pt x="44410" y="3937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94504" y="2855975"/>
            <a:ext cx="2490470" cy="3188335"/>
          </a:xfrm>
          <a:custGeom>
            <a:avLst/>
            <a:gdLst/>
            <a:ahLst/>
            <a:cxnLst/>
            <a:rect l="l" t="t" r="r" b="b"/>
            <a:pathLst>
              <a:path w="2490470" h="3188335">
                <a:moveTo>
                  <a:pt x="2447925" y="807085"/>
                </a:moveTo>
                <a:lnTo>
                  <a:pt x="2441575" y="796163"/>
                </a:lnTo>
                <a:lnTo>
                  <a:pt x="566902" y="1892947"/>
                </a:lnTo>
                <a:lnTo>
                  <a:pt x="52463" y="1172400"/>
                </a:lnTo>
                <a:lnTo>
                  <a:pt x="66967" y="1162050"/>
                </a:lnTo>
                <a:lnTo>
                  <a:pt x="78359" y="1153922"/>
                </a:lnTo>
                <a:lnTo>
                  <a:pt x="3048" y="1114044"/>
                </a:lnTo>
                <a:lnTo>
                  <a:pt x="16256" y="1198245"/>
                </a:lnTo>
                <a:lnTo>
                  <a:pt x="42164" y="1179753"/>
                </a:lnTo>
                <a:lnTo>
                  <a:pt x="555929" y="1899361"/>
                </a:lnTo>
                <a:lnTo>
                  <a:pt x="62522" y="2188032"/>
                </a:lnTo>
                <a:lnTo>
                  <a:pt x="46482" y="2160651"/>
                </a:lnTo>
                <a:lnTo>
                  <a:pt x="0" y="2231898"/>
                </a:lnTo>
                <a:lnTo>
                  <a:pt x="84963" y="2226310"/>
                </a:lnTo>
                <a:lnTo>
                  <a:pt x="72669" y="2205355"/>
                </a:lnTo>
                <a:lnTo>
                  <a:pt x="68935" y="2198979"/>
                </a:lnTo>
                <a:lnTo>
                  <a:pt x="563333" y="1909724"/>
                </a:lnTo>
                <a:lnTo>
                  <a:pt x="1475867" y="3187827"/>
                </a:lnTo>
                <a:lnTo>
                  <a:pt x="1486154" y="3180448"/>
                </a:lnTo>
                <a:lnTo>
                  <a:pt x="574294" y="1903310"/>
                </a:lnTo>
                <a:lnTo>
                  <a:pt x="2447925" y="807085"/>
                </a:lnTo>
                <a:close/>
              </a:path>
              <a:path w="2490470" h="3188335">
                <a:moveTo>
                  <a:pt x="2490343" y="2927426"/>
                </a:moveTo>
                <a:lnTo>
                  <a:pt x="2458618" y="2927426"/>
                </a:lnTo>
                <a:lnTo>
                  <a:pt x="2464816" y="0"/>
                </a:lnTo>
                <a:lnTo>
                  <a:pt x="2452116" y="0"/>
                </a:lnTo>
                <a:lnTo>
                  <a:pt x="2445918" y="2927426"/>
                </a:lnTo>
                <a:lnTo>
                  <a:pt x="2414206" y="2927426"/>
                </a:lnTo>
                <a:lnTo>
                  <a:pt x="2452116" y="3003550"/>
                </a:lnTo>
                <a:lnTo>
                  <a:pt x="2483980" y="2940075"/>
                </a:lnTo>
                <a:lnTo>
                  <a:pt x="2490343" y="2927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8579" y="1408303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349" y="2236978"/>
            <a:ext cx="610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349" y="3081909"/>
            <a:ext cx="610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226" y="3677157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4: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226" y="4787265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5: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226" y="5887618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Gđ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6: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86305" y="957198"/>
            <a:ext cx="646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5505" algn="l"/>
              </a:tabLst>
            </a:pPr>
            <a:r>
              <a:rPr sz="1800" b="1" dirty="0">
                <a:latin typeface="Arial"/>
                <a:cs typeface="Arial"/>
              </a:rPr>
              <a:t>Nội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dung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và cấu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trúc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của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dữ</a:t>
            </a:r>
            <a:r>
              <a:rPr sz="1800" b="1" spc="-20" dirty="0">
                <a:latin typeface="Arial"/>
                <a:cs typeface="Arial"/>
              </a:rPr>
              <a:t> liệu</a:t>
            </a:r>
            <a:r>
              <a:rPr sz="1800" b="1" dirty="0">
                <a:latin typeface="Arial"/>
                <a:cs typeface="Arial"/>
              </a:rPr>
              <a:t>	Ứng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dụng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CSDL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AD534EB-8BB2-48B3-3568-D99580B178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Mô</a:t>
            </a:r>
            <a:r>
              <a:rPr sz="3600" spc="-5" dirty="0"/>
              <a:t> </a:t>
            </a:r>
            <a:r>
              <a:rPr sz="3600" dirty="0"/>
              <a:t>hình </a:t>
            </a:r>
            <a:r>
              <a:rPr sz="3600" spc="-25" dirty="0"/>
              <a:t>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6936740" cy="48190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Ý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nghĩa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thiết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CSDL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mức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khái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niệm.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Trừu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tượng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hóa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trúc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CSDL.</a:t>
            </a:r>
            <a:endParaRPr sz="2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Nội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dung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chi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tiết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Phát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biểu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bài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toán.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Thực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tính.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Liên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kết.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yếu.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Lược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79F5A-377F-2C55-BCEB-86767BEAD2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Bài</a:t>
            </a:r>
            <a:r>
              <a:rPr spc="-25" dirty="0"/>
              <a:t> </a:t>
            </a:r>
            <a:r>
              <a:rPr spc="-20" dirty="0"/>
              <a:t>toán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078470" cy="510857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Xét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phân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tích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yêu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cầu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công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35" dirty="0">
                <a:latin typeface="Arial"/>
                <a:cs typeface="Arial"/>
              </a:rPr>
              <a:t>ty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Công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phòng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ban</a:t>
            </a:r>
            <a:endParaRPr sz="2800">
              <a:latin typeface="Arial"/>
              <a:cs typeface="Arial"/>
            </a:endParaRPr>
          </a:p>
          <a:p>
            <a:pPr marL="1153795" marR="461009" lvl="2" indent="-226695">
              <a:lnSpc>
                <a:spcPct val="100000"/>
              </a:lnSpc>
              <a:spcBef>
                <a:spcPts val="620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một 	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phòng.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60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trụ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60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Cần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thời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điểm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chức.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Công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án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60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địa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điểm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triển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khai.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60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án.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Công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viên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2932A-B4C6-29FA-E04C-B7ECDB2E9E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Bài </a:t>
            </a:r>
            <a:r>
              <a:rPr sz="3600" spc="-20" dirty="0"/>
              <a:t>toán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1057147"/>
            <a:ext cx="8351520" cy="48901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153795" marR="612775" indent="-226695">
              <a:lnSpc>
                <a:spcPts val="2590"/>
              </a:lnSpc>
              <a:spcBef>
                <a:spcPts val="42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mức 	</a:t>
            </a:r>
            <a:r>
              <a:rPr sz="2400" dirty="0">
                <a:latin typeface="Arial"/>
                <a:cs typeface="Arial"/>
              </a:rPr>
              <a:t>lương,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thích.</a:t>
            </a:r>
            <a:endParaRPr sz="2400">
              <a:latin typeface="Arial"/>
              <a:cs typeface="Arial"/>
            </a:endParaRPr>
          </a:p>
          <a:p>
            <a:pPr marL="1154430" indent="-227329">
              <a:lnSpc>
                <a:spcPct val="100000"/>
              </a:lnSpc>
              <a:spcBef>
                <a:spcPts val="27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phòng.</a:t>
            </a:r>
            <a:endParaRPr sz="2400">
              <a:latin typeface="Arial"/>
              <a:cs typeface="Arial"/>
            </a:endParaRPr>
          </a:p>
          <a:p>
            <a:pPr marL="1153795" indent="-226695">
              <a:lnSpc>
                <a:spcPct val="100000"/>
              </a:lnSpc>
              <a:spcBef>
                <a:spcPts val="31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án.</a:t>
            </a:r>
            <a:endParaRPr sz="2400">
              <a:latin typeface="Arial"/>
              <a:cs typeface="Arial"/>
            </a:endParaRPr>
          </a:p>
          <a:p>
            <a:pPr marL="751840" indent="-281940">
              <a:lnSpc>
                <a:spcPct val="100000"/>
              </a:lnSpc>
              <a:spcBef>
                <a:spcPts val="34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1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thân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nhân</a:t>
            </a:r>
            <a:endParaRPr sz="2800">
              <a:latin typeface="Arial"/>
              <a:cs typeface="Arial"/>
            </a:endParaRPr>
          </a:p>
          <a:p>
            <a:pPr marL="1154430" lvl="1" indent="-227329">
              <a:lnSpc>
                <a:spcPts val="2735"/>
              </a:lnSpc>
              <a:spcBef>
                <a:spcPts val="330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quan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751840" indent="-281940">
              <a:lnSpc>
                <a:spcPct val="100000"/>
              </a:lnSpc>
              <a:spcBef>
                <a:spcPts val="35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Yêu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cầu</a:t>
            </a:r>
            <a:endParaRPr sz="2800">
              <a:latin typeface="Arial"/>
              <a:cs typeface="Arial"/>
            </a:endParaRPr>
          </a:p>
          <a:p>
            <a:pPr marL="1154430" lvl="1" indent="-227329">
              <a:lnSpc>
                <a:spcPts val="2735"/>
              </a:lnSpc>
              <a:spcBef>
                <a:spcPts val="31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Muốn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giờ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viên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trong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tuần.</a:t>
            </a:r>
            <a:endParaRPr sz="2400">
              <a:latin typeface="Arial"/>
              <a:cs typeface="Arial"/>
            </a:endParaRPr>
          </a:p>
          <a:p>
            <a:pPr marL="1153795" lvl="1" indent="-226695">
              <a:lnSpc>
                <a:spcPct val="100000"/>
              </a:lnSpc>
              <a:spcBef>
                <a:spcPts val="31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Muốn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400"/>
              </a:spcBef>
              <a:buFont typeface="Wingdings"/>
              <a:buChar char=""/>
              <a:tabLst>
                <a:tab pos="350520" algn="l"/>
              </a:tabLst>
            </a:pPr>
            <a:r>
              <a:rPr sz="3200" dirty="0">
                <a:latin typeface="Arial"/>
                <a:cs typeface="Arial"/>
              </a:rPr>
              <a:t>Xây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dựng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mô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hình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liệu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biểu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diễn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công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ty.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3656C-CC7C-B9A2-5EF7-099DF993AD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Thực</a:t>
            </a:r>
            <a:r>
              <a:rPr sz="3600" spc="-30" dirty="0"/>
              <a:t> </a:t>
            </a:r>
            <a:r>
              <a:rPr sz="3600" dirty="0"/>
              <a:t>thể,</a:t>
            </a:r>
            <a:r>
              <a:rPr sz="3600" spc="-25" dirty="0"/>
              <a:t> </a:t>
            </a:r>
            <a:r>
              <a:rPr sz="3600" dirty="0"/>
              <a:t>thuộc</a:t>
            </a:r>
            <a:r>
              <a:rPr sz="3600" spc="-45" dirty="0"/>
              <a:t> </a:t>
            </a:r>
            <a:r>
              <a:rPr sz="3600" spc="-20" dirty="0"/>
              <a:t>tính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986737"/>
            <a:ext cx="8507095" cy="448945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92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(Entity)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Đối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tượng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niệm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thế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thực.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60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Nhân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“Nguyễn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Văn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A”,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“X”.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Thuộc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(Attribute)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Tính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chất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thể.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61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phòng,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viên.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cụ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trữ.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định.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FA0BF-E9A4-A808-7900-DCE7B194C2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Thực</a:t>
            </a:r>
            <a:r>
              <a:rPr sz="3600" spc="-30" dirty="0"/>
              <a:t> </a:t>
            </a:r>
            <a:r>
              <a:rPr sz="3600" dirty="0"/>
              <a:t>thể,</a:t>
            </a:r>
            <a:r>
              <a:rPr sz="3600" spc="-25" dirty="0"/>
              <a:t> </a:t>
            </a:r>
            <a:r>
              <a:rPr sz="3600" dirty="0"/>
              <a:t>thuộc</a:t>
            </a:r>
            <a:r>
              <a:rPr sz="3600" spc="-45" dirty="0"/>
              <a:t> </a:t>
            </a:r>
            <a:r>
              <a:rPr sz="3600" spc="-20" dirty="0"/>
              <a:t>tính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7740650" cy="49631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loại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tính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Thuộc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(nguyên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tử)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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gộp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Giới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Họ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(Họ,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Đệm,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Tên).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trị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Mã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viên.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Sở</a:t>
            </a:r>
            <a:r>
              <a:rPr sz="2000" spc="-10" dirty="0">
                <a:latin typeface="Arial"/>
                <a:cs typeface="Arial"/>
              </a:rPr>
              <a:t> thích.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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dẫn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xuất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54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Ngày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sinh.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har char="-"/>
              <a:tabLst>
                <a:tab pos="1155700" algn="l"/>
              </a:tabLst>
            </a:pPr>
            <a:r>
              <a:rPr sz="2000" spc="-10" dirty="0">
                <a:latin typeface="Arial"/>
                <a:cs typeface="Arial"/>
              </a:rPr>
              <a:t>Tuổi.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Kiểu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(Entity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Type)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Tập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giống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Tập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viên.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23CF3-8117-A6E7-A676-7189604F0B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Thuộc</a:t>
            </a:r>
            <a:r>
              <a:rPr sz="3600" spc="-5" dirty="0"/>
              <a:t> </a:t>
            </a:r>
            <a:r>
              <a:rPr sz="3600" dirty="0"/>
              <a:t>tính, thực</a:t>
            </a:r>
            <a:r>
              <a:rPr sz="3600" spc="5" dirty="0"/>
              <a:t> </a:t>
            </a:r>
            <a:r>
              <a:rPr sz="3600" spc="-25" dirty="0"/>
              <a:t>thể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634740" y="5722620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92267" y="4594859"/>
            <a:ext cx="1122045" cy="523240"/>
          </a:xfrm>
          <a:custGeom>
            <a:avLst/>
            <a:gdLst/>
            <a:ahLst/>
            <a:cxnLst/>
            <a:rect l="l" t="t" r="r" b="b"/>
            <a:pathLst>
              <a:path w="1122045" h="523239">
                <a:moveTo>
                  <a:pt x="0" y="261365"/>
                </a:moveTo>
                <a:lnTo>
                  <a:pt x="14811" y="201421"/>
                </a:lnTo>
                <a:lnTo>
                  <a:pt x="57001" y="146401"/>
                </a:lnTo>
                <a:lnTo>
                  <a:pt x="87311" y="121228"/>
                </a:lnTo>
                <a:lnTo>
                  <a:pt x="123204" y="97873"/>
                </a:lnTo>
                <a:lnTo>
                  <a:pt x="164258" y="76533"/>
                </a:lnTo>
                <a:lnTo>
                  <a:pt x="210054" y="57403"/>
                </a:lnTo>
                <a:lnTo>
                  <a:pt x="260170" y="40679"/>
                </a:lnTo>
                <a:lnTo>
                  <a:pt x="314186" y="26556"/>
                </a:lnTo>
                <a:lnTo>
                  <a:pt x="371680" y="15231"/>
                </a:lnTo>
                <a:lnTo>
                  <a:pt x="432233" y="6900"/>
                </a:lnTo>
                <a:lnTo>
                  <a:pt x="495424" y="1757"/>
                </a:lnTo>
                <a:lnTo>
                  <a:pt x="560832" y="0"/>
                </a:lnTo>
                <a:lnTo>
                  <a:pt x="626239" y="1757"/>
                </a:lnTo>
                <a:lnTo>
                  <a:pt x="689430" y="6900"/>
                </a:lnTo>
                <a:lnTo>
                  <a:pt x="749983" y="15231"/>
                </a:lnTo>
                <a:lnTo>
                  <a:pt x="807477" y="26556"/>
                </a:lnTo>
                <a:lnTo>
                  <a:pt x="861493" y="40679"/>
                </a:lnTo>
                <a:lnTo>
                  <a:pt x="911609" y="57403"/>
                </a:lnTo>
                <a:lnTo>
                  <a:pt x="957405" y="76533"/>
                </a:lnTo>
                <a:lnTo>
                  <a:pt x="998459" y="97873"/>
                </a:lnTo>
                <a:lnTo>
                  <a:pt x="1034352" y="121228"/>
                </a:lnTo>
                <a:lnTo>
                  <a:pt x="1064662" y="146401"/>
                </a:lnTo>
                <a:lnTo>
                  <a:pt x="1106852" y="201421"/>
                </a:lnTo>
                <a:lnTo>
                  <a:pt x="1121664" y="261365"/>
                </a:lnTo>
                <a:lnTo>
                  <a:pt x="1117891" y="291856"/>
                </a:lnTo>
                <a:lnTo>
                  <a:pt x="1088969" y="349534"/>
                </a:lnTo>
                <a:lnTo>
                  <a:pt x="1034352" y="401503"/>
                </a:lnTo>
                <a:lnTo>
                  <a:pt x="998459" y="424858"/>
                </a:lnTo>
                <a:lnTo>
                  <a:pt x="957405" y="446198"/>
                </a:lnTo>
                <a:lnTo>
                  <a:pt x="911609" y="465328"/>
                </a:lnTo>
                <a:lnTo>
                  <a:pt x="861493" y="482052"/>
                </a:lnTo>
                <a:lnTo>
                  <a:pt x="807477" y="496175"/>
                </a:lnTo>
                <a:lnTo>
                  <a:pt x="749983" y="507500"/>
                </a:lnTo>
                <a:lnTo>
                  <a:pt x="689430" y="515831"/>
                </a:lnTo>
                <a:lnTo>
                  <a:pt x="626239" y="520974"/>
                </a:lnTo>
                <a:lnTo>
                  <a:pt x="560832" y="522731"/>
                </a:lnTo>
                <a:lnTo>
                  <a:pt x="495424" y="520974"/>
                </a:lnTo>
                <a:lnTo>
                  <a:pt x="432233" y="515831"/>
                </a:lnTo>
                <a:lnTo>
                  <a:pt x="371680" y="507500"/>
                </a:lnTo>
                <a:lnTo>
                  <a:pt x="314186" y="496175"/>
                </a:lnTo>
                <a:lnTo>
                  <a:pt x="260170" y="482052"/>
                </a:lnTo>
                <a:lnTo>
                  <a:pt x="210054" y="465328"/>
                </a:lnTo>
                <a:lnTo>
                  <a:pt x="164258" y="446198"/>
                </a:lnTo>
                <a:lnTo>
                  <a:pt x="123204" y="424858"/>
                </a:lnTo>
                <a:lnTo>
                  <a:pt x="87311" y="401503"/>
                </a:lnTo>
                <a:lnTo>
                  <a:pt x="57001" y="376330"/>
                </a:lnTo>
                <a:lnTo>
                  <a:pt x="14811" y="321310"/>
                </a:lnTo>
                <a:lnTo>
                  <a:pt x="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37123" y="4701285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4444" y="3799332"/>
            <a:ext cx="3493135" cy="1924050"/>
          </a:xfrm>
          <a:custGeom>
            <a:avLst/>
            <a:gdLst/>
            <a:ahLst/>
            <a:cxnLst/>
            <a:rect l="l" t="t" r="r" b="b"/>
            <a:pathLst>
              <a:path w="3493134" h="1924050">
                <a:moveTo>
                  <a:pt x="1157351" y="1187196"/>
                </a:moveTo>
                <a:lnTo>
                  <a:pt x="0" y="1923796"/>
                </a:lnTo>
              </a:path>
              <a:path w="3493134" h="1924050">
                <a:moveTo>
                  <a:pt x="2822448" y="261366"/>
                </a:moveTo>
                <a:lnTo>
                  <a:pt x="2826836" y="218958"/>
                </a:lnTo>
                <a:lnTo>
                  <a:pt x="2839541" y="178734"/>
                </a:lnTo>
                <a:lnTo>
                  <a:pt x="2859872" y="141230"/>
                </a:lnTo>
                <a:lnTo>
                  <a:pt x="2887138" y="106984"/>
                </a:lnTo>
                <a:lnTo>
                  <a:pt x="2920650" y="76533"/>
                </a:lnTo>
                <a:lnTo>
                  <a:pt x="2959717" y="50413"/>
                </a:lnTo>
                <a:lnTo>
                  <a:pt x="3003649" y="29163"/>
                </a:lnTo>
                <a:lnTo>
                  <a:pt x="3051755" y="13319"/>
                </a:lnTo>
                <a:lnTo>
                  <a:pt x="3103344" y="3419"/>
                </a:lnTo>
                <a:lnTo>
                  <a:pt x="3157728" y="0"/>
                </a:lnTo>
                <a:lnTo>
                  <a:pt x="3212111" y="3419"/>
                </a:lnTo>
                <a:lnTo>
                  <a:pt x="3263700" y="13319"/>
                </a:lnTo>
                <a:lnTo>
                  <a:pt x="3311806" y="29163"/>
                </a:lnTo>
                <a:lnTo>
                  <a:pt x="3355738" y="50413"/>
                </a:lnTo>
                <a:lnTo>
                  <a:pt x="3394805" y="76533"/>
                </a:lnTo>
                <a:lnTo>
                  <a:pt x="3428317" y="106984"/>
                </a:lnTo>
                <a:lnTo>
                  <a:pt x="3455583" y="141230"/>
                </a:lnTo>
                <a:lnTo>
                  <a:pt x="3475914" y="178734"/>
                </a:lnTo>
                <a:lnTo>
                  <a:pt x="3488619" y="218958"/>
                </a:lnTo>
                <a:lnTo>
                  <a:pt x="3493007" y="261366"/>
                </a:lnTo>
                <a:lnTo>
                  <a:pt x="3488619" y="303773"/>
                </a:lnTo>
                <a:lnTo>
                  <a:pt x="3475914" y="343997"/>
                </a:lnTo>
                <a:lnTo>
                  <a:pt x="3455583" y="381501"/>
                </a:lnTo>
                <a:lnTo>
                  <a:pt x="3428317" y="415747"/>
                </a:lnTo>
                <a:lnTo>
                  <a:pt x="3394805" y="446198"/>
                </a:lnTo>
                <a:lnTo>
                  <a:pt x="3355738" y="472318"/>
                </a:lnTo>
                <a:lnTo>
                  <a:pt x="3311806" y="493568"/>
                </a:lnTo>
                <a:lnTo>
                  <a:pt x="3263700" y="509412"/>
                </a:lnTo>
                <a:lnTo>
                  <a:pt x="3212111" y="519312"/>
                </a:lnTo>
                <a:lnTo>
                  <a:pt x="3157728" y="522732"/>
                </a:lnTo>
                <a:lnTo>
                  <a:pt x="3103344" y="519312"/>
                </a:lnTo>
                <a:lnTo>
                  <a:pt x="3051755" y="509412"/>
                </a:lnTo>
                <a:lnTo>
                  <a:pt x="3003649" y="493568"/>
                </a:lnTo>
                <a:lnTo>
                  <a:pt x="2959717" y="472318"/>
                </a:lnTo>
                <a:lnTo>
                  <a:pt x="2920650" y="446198"/>
                </a:lnTo>
                <a:lnTo>
                  <a:pt x="2887138" y="415747"/>
                </a:lnTo>
                <a:lnTo>
                  <a:pt x="2859872" y="381501"/>
                </a:lnTo>
                <a:lnTo>
                  <a:pt x="2839541" y="343997"/>
                </a:lnTo>
                <a:lnTo>
                  <a:pt x="2826836" y="303773"/>
                </a:lnTo>
                <a:lnTo>
                  <a:pt x="2822448" y="26136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15581" y="3905757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97268" y="4408932"/>
            <a:ext cx="942340" cy="523240"/>
          </a:xfrm>
          <a:custGeom>
            <a:avLst/>
            <a:gdLst/>
            <a:ahLst/>
            <a:cxnLst/>
            <a:rect l="l" t="t" r="r" b="b"/>
            <a:pathLst>
              <a:path w="942340" h="523239">
                <a:moveTo>
                  <a:pt x="0" y="261366"/>
                </a:moveTo>
                <a:lnTo>
                  <a:pt x="14381" y="196994"/>
                </a:lnTo>
                <a:lnTo>
                  <a:pt x="55171" y="138474"/>
                </a:lnTo>
                <a:lnTo>
                  <a:pt x="84368" y="112019"/>
                </a:lnTo>
                <a:lnTo>
                  <a:pt x="118842" y="87762"/>
                </a:lnTo>
                <a:lnTo>
                  <a:pt x="158155" y="65945"/>
                </a:lnTo>
                <a:lnTo>
                  <a:pt x="201864" y="46814"/>
                </a:lnTo>
                <a:lnTo>
                  <a:pt x="249528" y="30613"/>
                </a:lnTo>
                <a:lnTo>
                  <a:pt x="300707" y="17586"/>
                </a:lnTo>
                <a:lnTo>
                  <a:pt x="354958" y="7979"/>
                </a:lnTo>
                <a:lnTo>
                  <a:pt x="411842" y="2035"/>
                </a:lnTo>
                <a:lnTo>
                  <a:pt x="470915" y="0"/>
                </a:lnTo>
                <a:lnTo>
                  <a:pt x="529989" y="2035"/>
                </a:lnTo>
                <a:lnTo>
                  <a:pt x="586873" y="7979"/>
                </a:lnTo>
                <a:lnTo>
                  <a:pt x="641124" y="17586"/>
                </a:lnTo>
                <a:lnTo>
                  <a:pt x="692303" y="30613"/>
                </a:lnTo>
                <a:lnTo>
                  <a:pt x="739967" y="46814"/>
                </a:lnTo>
                <a:lnTo>
                  <a:pt x="783676" y="65945"/>
                </a:lnTo>
                <a:lnTo>
                  <a:pt x="822989" y="87762"/>
                </a:lnTo>
                <a:lnTo>
                  <a:pt x="857463" y="112019"/>
                </a:lnTo>
                <a:lnTo>
                  <a:pt x="886660" y="138474"/>
                </a:lnTo>
                <a:lnTo>
                  <a:pt x="927450" y="196994"/>
                </a:lnTo>
                <a:lnTo>
                  <a:pt x="941831" y="261366"/>
                </a:lnTo>
                <a:lnTo>
                  <a:pt x="938163" y="294161"/>
                </a:lnTo>
                <a:lnTo>
                  <a:pt x="910135" y="355851"/>
                </a:lnTo>
                <a:lnTo>
                  <a:pt x="857463" y="410712"/>
                </a:lnTo>
                <a:lnTo>
                  <a:pt x="822989" y="434969"/>
                </a:lnTo>
                <a:lnTo>
                  <a:pt x="783676" y="456786"/>
                </a:lnTo>
                <a:lnTo>
                  <a:pt x="739967" y="475917"/>
                </a:lnTo>
                <a:lnTo>
                  <a:pt x="692303" y="492118"/>
                </a:lnTo>
                <a:lnTo>
                  <a:pt x="641124" y="505145"/>
                </a:lnTo>
                <a:lnTo>
                  <a:pt x="586873" y="514752"/>
                </a:lnTo>
                <a:lnTo>
                  <a:pt x="529989" y="520696"/>
                </a:lnTo>
                <a:lnTo>
                  <a:pt x="470915" y="522732"/>
                </a:lnTo>
                <a:lnTo>
                  <a:pt x="411842" y="520696"/>
                </a:lnTo>
                <a:lnTo>
                  <a:pt x="354958" y="514752"/>
                </a:lnTo>
                <a:lnTo>
                  <a:pt x="300707" y="505145"/>
                </a:lnTo>
                <a:lnTo>
                  <a:pt x="249528" y="492118"/>
                </a:lnTo>
                <a:lnTo>
                  <a:pt x="201864" y="475917"/>
                </a:lnTo>
                <a:lnTo>
                  <a:pt x="158155" y="456786"/>
                </a:lnTo>
                <a:lnTo>
                  <a:pt x="118842" y="434969"/>
                </a:lnTo>
                <a:lnTo>
                  <a:pt x="84368" y="410712"/>
                </a:lnTo>
                <a:lnTo>
                  <a:pt x="55171" y="384257"/>
                </a:lnTo>
                <a:lnTo>
                  <a:pt x="14381" y="325737"/>
                </a:lnTo>
                <a:lnTo>
                  <a:pt x="0" y="26136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16216" y="4515739"/>
            <a:ext cx="50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Dem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88707" y="5094732"/>
            <a:ext cx="817244" cy="523240"/>
          </a:xfrm>
          <a:custGeom>
            <a:avLst/>
            <a:gdLst/>
            <a:ahLst/>
            <a:cxnLst/>
            <a:rect l="l" t="t" r="r" b="b"/>
            <a:pathLst>
              <a:path w="817245" h="523239">
                <a:moveTo>
                  <a:pt x="0" y="261366"/>
                </a:moveTo>
                <a:lnTo>
                  <a:pt x="14590" y="191867"/>
                </a:lnTo>
                <a:lnTo>
                  <a:pt x="55767" y="129427"/>
                </a:lnTo>
                <a:lnTo>
                  <a:pt x="85107" y="101631"/>
                </a:lnTo>
                <a:lnTo>
                  <a:pt x="119634" y="76533"/>
                </a:lnTo>
                <a:lnTo>
                  <a:pt x="158859" y="54443"/>
                </a:lnTo>
                <a:lnTo>
                  <a:pt x="202296" y="35672"/>
                </a:lnTo>
                <a:lnTo>
                  <a:pt x="249459" y="20532"/>
                </a:lnTo>
                <a:lnTo>
                  <a:pt x="299861" y="9332"/>
                </a:lnTo>
                <a:lnTo>
                  <a:pt x="353014" y="2384"/>
                </a:lnTo>
                <a:lnTo>
                  <a:pt x="408432" y="0"/>
                </a:lnTo>
                <a:lnTo>
                  <a:pt x="463849" y="2384"/>
                </a:lnTo>
                <a:lnTo>
                  <a:pt x="517002" y="9332"/>
                </a:lnTo>
                <a:lnTo>
                  <a:pt x="567404" y="20532"/>
                </a:lnTo>
                <a:lnTo>
                  <a:pt x="614567" y="35672"/>
                </a:lnTo>
                <a:lnTo>
                  <a:pt x="658004" y="54443"/>
                </a:lnTo>
                <a:lnTo>
                  <a:pt x="697230" y="76533"/>
                </a:lnTo>
                <a:lnTo>
                  <a:pt x="731756" y="101631"/>
                </a:lnTo>
                <a:lnTo>
                  <a:pt x="761096" y="129427"/>
                </a:lnTo>
                <a:lnTo>
                  <a:pt x="784764" y="159609"/>
                </a:lnTo>
                <a:lnTo>
                  <a:pt x="813135" y="225889"/>
                </a:lnTo>
                <a:lnTo>
                  <a:pt x="816864" y="261366"/>
                </a:lnTo>
                <a:lnTo>
                  <a:pt x="813135" y="296842"/>
                </a:lnTo>
                <a:lnTo>
                  <a:pt x="784764" y="363122"/>
                </a:lnTo>
                <a:lnTo>
                  <a:pt x="761096" y="393304"/>
                </a:lnTo>
                <a:lnTo>
                  <a:pt x="731756" y="421100"/>
                </a:lnTo>
                <a:lnTo>
                  <a:pt x="697229" y="446198"/>
                </a:lnTo>
                <a:lnTo>
                  <a:pt x="658004" y="468288"/>
                </a:lnTo>
                <a:lnTo>
                  <a:pt x="614567" y="487059"/>
                </a:lnTo>
                <a:lnTo>
                  <a:pt x="567404" y="502199"/>
                </a:lnTo>
                <a:lnTo>
                  <a:pt x="517002" y="513399"/>
                </a:lnTo>
                <a:lnTo>
                  <a:pt x="463849" y="520347"/>
                </a:lnTo>
                <a:lnTo>
                  <a:pt x="408432" y="522732"/>
                </a:lnTo>
                <a:lnTo>
                  <a:pt x="353014" y="520347"/>
                </a:lnTo>
                <a:lnTo>
                  <a:pt x="299861" y="513399"/>
                </a:lnTo>
                <a:lnTo>
                  <a:pt x="249459" y="502199"/>
                </a:lnTo>
                <a:lnTo>
                  <a:pt x="202296" y="487059"/>
                </a:lnTo>
                <a:lnTo>
                  <a:pt x="158859" y="468288"/>
                </a:lnTo>
                <a:lnTo>
                  <a:pt x="119633" y="446198"/>
                </a:lnTo>
                <a:lnTo>
                  <a:pt x="85107" y="421100"/>
                </a:lnTo>
                <a:lnTo>
                  <a:pt x="55767" y="393304"/>
                </a:lnTo>
                <a:lnTo>
                  <a:pt x="32099" y="363122"/>
                </a:lnTo>
                <a:lnTo>
                  <a:pt x="3728" y="296842"/>
                </a:lnTo>
                <a:lnTo>
                  <a:pt x="0" y="26136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00670" y="5201234"/>
            <a:ext cx="395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66444" y="4191000"/>
            <a:ext cx="6126480" cy="1033144"/>
          </a:xfrm>
          <a:custGeom>
            <a:avLst/>
            <a:gdLst/>
            <a:ahLst/>
            <a:cxnLst/>
            <a:rect l="l" t="t" r="r" b="b"/>
            <a:pathLst>
              <a:path w="6126480" h="1033145">
                <a:moveTo>
                  <a:pt x="6037199" y="0"/>
                </a:moveTo>
                <a:lnTo>
                  <a:pt x="4879848" y="665099"/>
                </a:lnTo>
              </a:path>
              <a:path w="6126480" h="1033145">
                <a:moveTo>
                  <a:pt x="5970524" y="480060"/>
                </a:moveTo>
                <a:lnTo>
                  <a:pt x="4879848" y="665861"/>
                </a:lnTo>
              </a:path>
              <a:path w="6126480" h="1033145">
                <a:moveTo>
                  <a:pt x="6125972" y="1032763"/>
                </a:moveTo>
                <a:lnTo>
                  <a:pt x="4879848" y="664463"/>
                </a:lnTo>
              </a:path>
              <a:path w="6126480" h="1033145">
                <a:moveTo>
                  <a:pt x="0" y="326898"/>
                </a:moveTo>
                <a:lnTo>
                  <a:pt x="11597" y="282314"/>
                </a:lnTo>
                <a:lnTo>
                  <a:pt x="45107" y="240181"/>
                </a:lnTo>
                <a:lnTo>
                  <a:pt x="98607" y="201125"/>
                </a:lnTo>
                <a:lnTo>
                  <a:pt x="132253" y="182946"/>
                </a:lnTo>
                <a:lnTo>
                  <a:pt x="170176" y="165772"/>
                </a:lnTo>
                <a:lnTo>
                  <a:pt x="212135" y="149680"/>
                </a:lnTo>
                <a:lnTo>
                  <a:pt x="257890" y="134749"/>
                </a:lnTo>
                <a:lnTo>
                  <a:pt x="307201" y="121058"/>
                </a:lnTo>
                <a:lnTo>
                  <a:pt x="359827" y="108683"/>
                </a:lnTo>
                <a:lnTo>
                  <a:pt x="415529" y="97705"/>
                </a:lnTo>
                <a:lnTo>
                  <a:pt x="474065" y="88200"/>
                </a:lnTo>
                <a:lnTo>
                  <a:pt x="535196" y="80248"/>
                </a:lnTo>
                <a:lnTo>
                  <a:pt x="598682" y="73927"/>
                </a:lnTo>
                <a:lnTo>
                  <a:pt x="664282" y="69315"/>
                </a:lnTo>
                <a:lnTo>
                  <a:pt x="731755" y="66490"/>
                </a:lnTo>
                <a:lnTo>
                  <a:pt x="800862" y="65531"/>
                </a:lnTo>
                <a:lnTo>
                  <a:pt x="869968" y="66490"/>
                </a:lnTo>
                <a:lnTo>
                  <a:pt x="937441" y="69315"/>
                </a:lnTo>
                <a:lnTo>
                  <a:pt x="1003041" y="73927"/>
                </a:lnTo>
                <a:lnTo>
                  <a:pt x="1066527" y="80248"/>
                </a:lnTo>
                <a:lnTo>
                  <a:pt x="1127658" y="88200"/>
                </a:lnTo>
                <a:lnTo>
                  <a:pt x="1186194" y="97705"/>
                </a:lnTo>
                <a:lnTo>
                  <a:pt x="1241896" y="108683"/>
                </a:lnTo>
                <a:lnTo>
                  <a:pt x="1294522" y="121058"/>
                </a:lnTo>
                <a:lnTo>
                  <a:pt x="1343833" y="134749"/>
                </a:lnTo>
                <a:lnTo>
                  <a:pt x="1389588" y="149680"/>
                </a:lnTo>
                <a:lnTo>
                  <a:pt x="1431547" y="165772"/>
                </a:lnTo>
                <a:lnTo>
                  <a:pt x="1469470" y="182946"/>
                </a:lnTo>
                <a:lnTo>
                  <a:pt x="1503116" y="201125"/>
                </a:lnTo>
                <a:lnTo>
                  <a:pt x="1556616" y="240181"/>
                </a:lnTo>
                <a:lnTo>
                  <a:pt x="1590126" y="282314"/>
                </a:lnTo>
                <a:lnTo>
                  <a:pt x="1601724" y="326898"/>
                </a:lnTo>
                <a:lnTo>
                  <a:pt x="1598784" y="349456"/>
                </a:lnTo>
                <a:lnTo>
                  <a:pt x="1575990" y="392893"/>
                </a:lnTo>
                <a:lnTo>
                  <a:pt x="1532245" y="433566"/>
                </a:lnTo>
                <a:lnTo>
                  <a:pt x="1469470" y="470849"/>
                </a:lnTo>
                <a:lnTo>
                  <a:pt x="1431547" y="488023"/>
                </a:lnTo>
                <a:lnTo>
                  <a:pt x="1389588" y="504115"/>
                </a:lnTo>
                <a:lnTo>
                  <a:pt x="1343833" y="519046"/>
                </a:lnTo>
                <a:lnTo>
                  <a:pt x="1294522" y="532737"/>
                </a:lnTo>
                <a:lnTo>
                  <a:pt x="1241896" y="545112"/>
                </a:lnTo>
                <a:lnTo>
                  <a:pt x="1186194" y="556090"/>
                </a:lnTo>
                <a:lnTo>
                  <a:pt x="1127658" y="565595"/>
                </a:lnTo>
                <a:lnTo>
                  <a:pt x="1066527" y="573547"/>
                </a:lnTo>
                <a:lnTo>
                  <a:pt x="1003041" y="579868"/>
                </a:lnTo>
                <a:lnTo>
                  <a:pt x="937441" y="584480"/>
                </a:lnTo>
                <a:lnTo>
                  <a:pt x="869968" y="587305"/>
                </a:lnTo>
                <a:lnTo>
                  <a:pt x="800862" y="588263"/>
                </a:lnTo>
                <a:lnTo>
                  <a:pt x="731755" y="587305"/>
                </a:lnTo>
                <a:lnTo>
                  <a:pt x="664282" y="584480"/>
                </a:lnTo>
                <a:lnTo>
                  <a:pt x="598682" y="579868"/>
                </a:lnTo>
                <a:lnTo>
                  <a:pt x="535196" y="573547"/>
                </a:lnTo>
                <a:lnTo>
                  <a:pt x="474065" y="565595"/>
                </a:lnTo>
                <a:lnTo>
                  <a:pt x="415529" y="556090"/>
                </a:lnTo>
                <a:lnTo>
                  <a:pt x="359827" y="545112"/>
                </a:lnTo>
                <a:lnTo>
                  <a:pt x="307201" y="532737"/>
                </a:lnTo>
                <a:lnTo>
                  <a:pt x="257890" y="519046"/>
                </a:lnTo>
                <a:lnTo>
                  <a:pt x="212135" y="504115"/>
                </a:lnTo>
                <a:lnTo>
                  <a:pt x="170176" y="488023"/>
                </a:lnTo>
                <a:lnTo>
                  <a:pt x="132253" y="470849"/>
                </a:lnTo>
                <a:lnTo>
                  <a:pt x="98607" y="452670"/>
                </a:lnTo>
                <a:lnTo>
                  <a:pt x="45107" y="413614"/>
                </a:lnTo>
                <a:lnTo>
                  <a:pt x="11597" y="371481"/>
                </a:lnTo>
                <a:lnTo>
                  <a:pt x="0" y="32689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82038" y="4363339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61069" y="3718369"/>
            <a:ext cx="1860550" cy="2009775"/>
            <a:chOff x="2461069" y="3718369"/>
            <a:chExt cx="1860550" cy="2009775"/>
          </a:xfrm>
        </p:grpSpPr>
        <p:sp>
          <p:nvSpPr>
            <p:cNvPr id="15" name="object 15"/>
            <p:cNvSpPr/>
            <p:nvPr/>
          </p:nvSpPr>
          <p:spPr>
            <a:xfrm>
              <a:off x="2465832" y="4648200"/>
              <a:ext cx="1851025" cy="1075055"/>
            </a:xfrm>
            <a:custGeom>
              <a:avLst/>
              <a:gdLst/>
              <a:ahLst/>
              <a:cxnLst/>
              <a:rect l="l" t="t" r="r" b="b"/>
              <a:pathLst>
                <a:path w="1851025" h="1075054">
                  <a:moveTo>
                    <a:pt x="0" y="0"/>
                  </a:moveTo>
                  <a:lnTo>
                    <a:pt x="1851025" y="107473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93848" y="3723132"/>
              <a:ext cx="889000" cy="523240"/>
            </a:xfrm>
            <a:custGeom>
              <a:avLst/>
              <a:gdLst/>
              <a:ahLst/>
              <a:cxnLst/>
              <a:rect l="l" t="t" r="r" b="b"/>
              <a:pathLst>
                <a:path w="889000" h="523239">
                  <a:moveTo>
                    <a:pt x="0" y="261366"/>
                  </a:moveTo>
                  <a:lnTo>
                    <a:pt x="15867" y="191867"/>
                  </a:lnTo>
                  <a:lnTo>
                    <a:pt x="60649" y="129427"/>
                  </a:lnTo>
                  <a:lnTo>
                    <a:pt x="92560" y="101631"/>
                  </a:lnTo>
                  <a:lnTo>
                    <a:pt x="130111" y="76533"/>
                  </a:lnTo>
                  <a:lnTo>
                    <a:pt x="172774" y="54443"/>
                  </a:lnTo>
                  <a:lnTo>
                    <a:pt x="220020" y="35672"/>
                  </a:lnTo>
                  <a:lnTo>
                    <a:pt x="271319" y="20532"/>
                  </a:lnTo>
                  <a:lnTo>
                    <a:pt x="326143" y="9332"/>
                  </a:lnTo>
                  <a:lnTo>
                    <a:pt x="383961" y="2384"/>
                  </a:lnTo>
                  <a:lnTo>
                    <a:pt x="444245" y="0"/>
                  </a:lnTo>
                  <a:lnTo>
                    <a:pt x="504530" y="2384"/>
                  </a:lnTo>
                  <a:lnTo>
                    <a:pt x="562348" y="9332"/>
                  </a:lnTo>
                  <a:lnTo>
                    <a:pt x="617172" y="20532"/>
                  </a:lnTo>
                  <a:lnTo>
                    <a:pt x="668471" y="35672"/>
                  </a:lnTo>
                  <a:lnTo>
                    <a:pt x="715717" y="54443"/>
                  </a:lnTo>
                  <a:lnTo>
                    <a:pt x="758380" y="76533"/>
                  </a:lnTo>
                  <a:lnTo>
                    <a:pt x="795931" y="101631"/>
                  </a:lnTo>
                  <a:lnTo>
                    <a:pt x="827842" y="129427"/>
                  </a:lnTo>
                  <a:lnTo>
                    <a:pt x="853582" y="159609"/>
                  </a:lnTo>
                  <a:lnTo>
                    <a:pt x="884436" y="225889"/>
                  </a:lnTo>
                  <a:lnTo>
                    <a:pt x="888491" y="261366"/>
                  </a:lnTo>
                  <a:lnTo>
                    <a:pt x="884436" y="296842"/>
                  </a:lnTo>
                  <a:lnTo>
                    <a:pt x="853582" y="363122"/>
                  </a:lnTo>
                  <a:lnTo>
                    <a:pt x="827842" y="393304"/>
                  </a:lnTo>
                  <a:lnTo>
                    <a:pt x="795931" y="421100"/>
                  </a:lnTo>
                  <a:lnTo>
                    <a:pt x="758380" y="446198"/>
                  </a:lnTo>
                  <a:lnTo>
                    <a:pt x="715717" y="468288"/>
                  </a:lnTo>
                  <a:lnTo>
                    <a:pt x="668471" y="487059"/>
                  </a:lnTo>
                  <a:lnTo>
                    <a:pt x="617172" y="502199"/>
                  </a:lnTo>
                  <a:lnTo>
                    <a:pt x="562348" y="513399"/>
                  </a:lnTo>
                  <a:lnTo>
                    <a:pt x="504530" y="520347"/>
                  </a:lnTo>
                  <a:lnTo>
                    <a:pt x="444245" y="522732"/>
                  </a:lnTo>
                  <a:lnTo>
                    <a:pt x="383961" y="520347"/>
                  </a:lnTo>
                  <a:lnTo>
                    <a:pt x="326143" y="513399"/>
                  </a:lnTo>
                  <a:lnTo>
                    <a:pt x="271319" y="502199"/>
                  </a:lnTo>
                  <a:lnTo>
                    <a:pt x="220020" y="487059"/>
                  </a:lnTo>
                  <a:lnTo>
                    <a:pt x="172774" y="468288"/>
                  </a:lnTo>
                  <a:lnTo>
                    <a:pt x="130111" y="446198"/>
                  </a:lnTo>
                  <a:lnTo>
                    <a:pt x="92560" y="421100"/>
                  </a:lnTo>
                  <a:lnTo>
                    <a:pt x="60649" y="393304"/>
                  </a:lnTo>
                  <a:lnTo>
                    <a:pt x="34909" y="363122"/>
                  </a:lnTo>
                  <a:lnTo>
                    <a:pt x="4055" y="296842"/>
                  </a:lnTo>
                  <a:lnTo>
                    <a:pt x="0" y="261366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08477" y="3829557"/>
            <a:ext cx="462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Tuoi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14665" y="4163377"/>
            <a:ext cx="2807335" cy="1564005"/>
            <a:chOff x="1514665" y="4163377"/>
            <a:chExt cx="2807335" cy="1564005"/>
          </a:xfrm>
        </p:grpSpPr>
        <p:sp>
          <p:nvSpPr>
            <p:cNvPr id="19" name="object 19"/>
            <p:cNvSpPr/>
            <p:nvPr/>
          </p:nvSpPr>
          <p:spPr>
            <a:xfrm>
              <a:off x="3038855" y="4168140"/>
              <a:ext cx="1278255" cy="1554480"/>
            </a:xfrm>
            <a:custGeom>
              <a:avLst/>
              <a:gdLst/>
              <a:ahLst/>
              <a:cxnLst/>
              <a:rect l="l" t="t" r="r" b="b"/>
              <a:pathLst>
                <a:path w="1278254" h="1554479">
                  <a:moveTo>
                    <a:pt x="0" y="0"/>
                  </a:moveTo>
                  <a:lnTo>
                    <a:pt x="1278001" y="155416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9427" y="4942332"/>
              <a:ext cx="1049020" cy="523240"/>
            </a:xfrm>
            <a:custGeom>
              <a:avLst/>
              <a:gdLst/>
              <a:ahLst/>
              <a:cxnLst/>
              <a:rect l="l" t="t" r="r" b="b"/>
              <a:pathLst>
                <a:path w="1049020" h="523239">
                  <a:moveTo>
                    <a:pt x="524255" y="0"/>
                  </a:moveTo>
                  <a:lnTo>
                    <a:pt x="463112" y="1757"/>
                  </a:lnTo>
                  <a:lnTo>
                    <a:pt x="404042" y="6900"/>
                  </a:lnTo>
                  <a:lnTo>
                    <a:pt x="347437" y="15231"/>
                  </a:lnTo>
                  <a:lnTo>
                    <a:pt x="293692" y="26556"/>
                  </a:lnTo>
                  <a:lnTo>
                    <a:pt x="243199" y="40679"/>
                  </a:lnTo>
                  <a:lnTo>
                    <a:pt x="196351" y="57403"/>
                  </a:lnTo>
                  <a:lnTo>
                    <a:pt x="153542" y="76533"/>
                  </a:lnTo>
                  <a:lnTo>
                    <a:pt x="115166" y="97873"/>
                  </a:lnTo>
                  <a:lnTo>
                    <a:pt x="81615" y="121228"/>
                  </a:lnTo>
                  <a:lnTo>
                    <a:pt x="30561" y="173197"/>
                  </a:lnTo>
                  <a:lnTo>
                    <a:pt x="3526" y="230875"/>
                  </a:lnTo>
                  <a:lnTo>
                    <a:pt x="0" y="261366"/>
                  </a:lnTo>
                  <a:lnTo>
                    <a:pt x="3526" y="291856"/>
                  </a:lnTo>
                  <a:lnTo>
                    <a:pt x="30561" y="349534"/>
                  </a:lnTo>
                  <a:lnTo>
                    <a:pt x="81615" y="401503"/>
                  </a:lnTo>
                  <a:lnTo>
                    <a:pt x="115166" y="424858"/>
                  </a:lnTo>
                  <a:lnTo>
                    <a:pt x="153542" y="446198"/>
                  </a:lnTo>
                  <a:lnTo>
                    <a:pt x="196351" y="465328"/>
                  </a:lnTo>
                  <a:lnTo>
                    <a:pt x="243199" y="482052"/>
                  </a:lnTo>
                  <a:lnTo>
                    <a:pt x="293692" y="496175"/>
                  </a:lnTo>
                  <a:lnTo>
                    <a:pt x="347437" y="507500"/>
                  </a:lnTo>
                  <a:lnTo>
                    <a:pt x="404042" y="515831"/>
                  </a:lnTo>
                  <a:lnTo>
                    <a:pt x="463112" y="520974"/>
                  </a:lnTo>
                  <a:lnTo>
                    <a:pt x="524255" y="522732"/>
                  </a:lnTo>
                  <a:lnTo>
                    <a:pt x="585399" y="520974"/>
                  </a:lnTo>
                  <a:lnTo>
                    <a:pt x="644469" y="515831"/>
                  </a:lnTo>
                  <a:lnTo>
                    <a:pt x="701074" y="507500"/>
                  </a:lnTo>
                  <a:lnTo>
                    <a:pt x="754819" y="496175"/>
                  </a:lnTo>
                  <a:lnTo>
                    <a:pt x="805312" y="482052"/>
                  </a:lnTo>
                  <a:lnTo>
                    <a:pt x="852160" y="465328"/>
                  </a:lnTo>
                  <a:lnTo>
                    <a:pt x="894968" y="446198"/>
                  </a:lnTo>
                  <a:lnTo>
                    <a:pt x="933345" y="424858"/>
                  </a:lnTo>
                  <a:lnTo>
                    <a:pt x="966896" y="401503"/>
                  </a:lnTo>
                  <a:lnTo>
                    <a:pt x="1017950" y="349534"/>
                  </a:lnTo>
                  <a:lnTo>
                    <a:pt x="1044985" y="291856"/>
                  </a:lnTo>
                  <a:lnTo>
                    <a:pt x="1048511" y="261366"/>
                  </a:lnTo>
                  <a:lnTo>
                    <a:pt x="1044985" y="230875"/>
                  </a:lnTo>
                  <a:lnTo>
                    <a:pt x="1017950" y="173197"/>
                  </a:lnTo>
                  <a:lnTo>
                    <a:pt x="966896" y="121228"/>
                  </a:lnTo>
                  <a:lnTo>
                    <a:pt x="933345" y="97873"/>
                  </a:lnTo>
                  <a:lnTo>
                    <a:pt x="894968" y="76533"/>
                  </a:lnTo>
                  <a:lnTo>
                    <a:pt x="852160" y="57403"/>
                  </a:lnTo>
                  <a:lnTo>
                    <a:pt x="805312" y="40679"/>
                  </a:lnTo>
                  <a:lnTo>
                    <a:pt x="754819" y="26556"/>
                  </a:lnTo>
                  <a:lnTo>
                    <a:pt x="701074" y="15231"/>
                  </a:lnTo>
                  <a:lnTo>
                    <a:pt x="644469" y="6900"/>
                  </a:lnTo>
                  <a:lnTo>
                    <a:pt x="585399" y="1757"/>
                  </a:lnTo>
                  <a:lnTo>
                    <a:pt x="524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9427" y="4942332"/>
              <a:ext cx="1049020" cy="523240"/>
            </a:xfrm>
            <a:custGeom>
              <a:avLst/>
              <a:gdLst/>
              <a:ahLst/>
              <a:cxnLst/>
              <a:rect l="l" t="t" r="r" b="b"/>
              <a:pathLst>
                <a:path w="1049020" h="523239">
                  <a:moveTo>
                    <a:pt x="0" y="261366"/>
                  </a:moveTo>
                  <a:lnTo>
                    <a:pt x="13844" y="201421"/>
                  </a:lnTo>
                  <a:lnTo>
                    <a:pt x="53282" y="146401"/>
                  </a:lnTo>
                  <a:lnTo>
                    <a:pt x="115166" y="97873"/>
                  </a:lnTo>
                  <a:lnTo>
                    <a:pt x="153542" y="76533"/>
                  </a:lnTo>
                  <a:lnTo>
                    <a:pt x="196351" y="57403"/>
                  </a:lnTo>
                  <a:lnTo>
                    <a:pt x="243199" y="40679"/>
                  </a:lnTo>
                  <a:lnTo>
                    <a:pt x="293692" y="26556"/>
                  </a:lnTo>
                  <a:lnTo>
                    <a:pt x="347437" y="15231"/>
                  </a:lnTo>
                  <a:lnTo>
                    <a:pt x="404042" y="6900"/>
                  </a:lnTo>
                  <a:lnTo>
                    <a:pt x="463112" y="1757"/>
                  </a:lnTo>
                  <a:lnTo>
                    <a:pt x="524255" y="0"/>
                  </a:lnTo>
                  <a:lnTo>
                    <a:pt x="585399" y="1757"/>
                  </a:lnTo>
                  <a:lnTo>
                    <a:pt x="644469" y="6900"/>
                  </a:lnTo>
                  <a:lnTo>
                    <a:pt x="701074" y="15231"/>
                  </a:lnTo>
                  <a:lnTo>
                    <a:pt x="754819" y="26556"/>
                  </a:lnTo>
                  <a:lnTo>
                    <a:pt x="805312" y="40679"/>
                  </a:lnTo>
                  <a:lnTo>
                    <a:pt x="852160" y="57403"/>
                  </a:lnTo>
                  <a:lnTo>
                    <a:pt x="894968" y="76533"/>
                  </a:lnTo>
                  <a:lnTo>
                    <a:pt x="933345" y="97873"/>
                  </a:lnTo>
                  <a:lnTo>
                    <a:pt x="966896" y="121228"/>
                  </a:lnTo>
                  <a:lnTo>
                    <a:pt x="1017950" y="173197"/>
                  </a:lnTo>
                  <a:lnTo>
                    <a:pt x="1044985" y="230875"/>
                  </a:lnTo>
                  <a:lnTo>
                    <a:pt x="1048511" y="261366"/>
                  </a:lnTo>
                  <a:lnTo>
                    <a:pt x="1044985" y="291856"/>
                  </a:lnTo>
                  <a:lnTo>
                    <a:pt x="1017950" y="349534"/>
                  </a:lnTo>
                  <a:lnTo>
                    <a:pt x="966896" y="401503"/>
                  </a:lnTo>
                  <a:lnTo>
                    <a:pt x="933345" y="424858"/>
                  </a:lnTo>
                  <a:lnTo>
                    <a:pt x="894968" y="446198"/>
                  </a:lnTo>
                  <a:lnTo>
                    <a:pt x="852160" y="465328"/>
                  </a:lnTo>
                  <a:lnTo>
                    <a:pt x="805312" y="482052"/>
                  </a:lnTo>
                  <a:lnTo>
                    <a:pt x="754819" y="496175"/>
                  </a:lnTo>
                  <a:lnTo>
                    <a:pt x="701074" y="507500"/>
                  </a:lnTo>
                  <a:lnTo>
                    <a:pt x="644469" y="515831"/>
                  </a:lnTo>
                  <a:lnTo>
                    <a:pt x="585399" y="520974"/>
                  </a:lnTo>
                  <a:lnTo>
                    <a:pt x="524255" y="522732"/>
                  </a:lnTo>
                  <a:lnTo>
                    <a:pt x="463112" y="520974"/>
                  </a:lnTo>
                  <a:lnTo>
                    <a:pt x="404042" y="515831"/>
                  </a:lnTo>
                  <a:lnTo>
                    <a:pt x="347437" y="507500"/>
                  </a:lnTo>
                  <a:lnTo>
                    <a:pt x="293692" y="496175"/>
                  </a:lnTo>
                  <a:lnTo>
                    <a:pt x="243199" y="482052"/>
                  </a:lnTo>
                  <a:lnTo>
                    <a:pt x="196351" y="465328"/>
                  </a:lnTo>
                  <a:lnTo>
                    <a:pt x="153542" y="446198"/>
                  </a:lnTo>
                  <a:lnTo>
                    <a:pt x="115166" y="424858"/>
                  </a:lnTo>
                  <a:lnTo>
                    <a:pt x="81615" y="401503"/>
                  </a:lnTo>
                  <a:lnTo>
                    <a:pt x="30561" y="349534"/>
                  </a:lnTo>
                  <a:lnTo>
                    <a:pt x="3526" y="291856"/>
                  </a:lnTo>
                  <a:lnTo>
                    <a:pt x="0" y="261366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52092" y="5049139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07729" y="3655758"/>
            <a:ext cx="3900804" cy="2072639"/>
            <a:chOff x="2407729" y="3655758"/>
            <a:chExt cx="3900804" cy="2072639"/>
          </a:xfrm>
        </p:grpSpPr>
        <p:sp>
          <p:nvSpPr>
            <p:cNvPr id="24" name="object 24"/>
            <p:cNvSpPr/>
            <p:nvPr/>
          </p:nvSpPr>
          <p:spPr>
            <a:xfrm>
              <a:off x="2412492" y="5204460"/>
              <a:ext cx="1901825" cy="519430"/>
            </a:xfrm>
            <a:custGeom>
              <a:avLst/>
              <a:gdLst/>
              <a:ahLst/>
              <a:cxnLst/>
              <a:rect l="l" t="t" r="r" b="b"/>
              <a:pathLst>
                <a:path w="1901825" h="519429">
                  <a:moveTo>
                    <a:pt x="0" y="0"/>
                  </a:moveTo>
                  <a:lnTo>
                    <a:pt x="1901824" y="51911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52238" y="3675126"/>
              <a:ext cx="1336675" cy="524510"/>
            </a:xfrm>
            <a:custGeom>
              <a:avLst/>
              <a:gdLst/>
              <a:ahLst/>
              <a:cxnLst/>
              <a:rect l="l" t="t" r="r" b="b"/>
              <a:pathLst>
                <a:path w="1336675" h="524510">
                  <a:moveTo>
                    <a:pt x="668274" y="0"/>
                  </a:moveTo>
                  <a:lnTo>
                    <a:pt x="599949" y="1353"/>
                  </a:lnTo>
                  <a:lnTo>
                    <a:pt x="533597" y="5325"/>
                  </a:lnTo>
                  <a:lnTo>
                    <a:pt x="469555" y="11783"/>
                  </a:lnTo>
                  <a:lnTo>
                    <a:pt x="408158" y="20597"/>
                  </a:lnTo>
                  <a:lnTo>
                    <a:pt x="349741" y="31635"/>
                  </a:lnTo>
                  <a:lnTo>
                    <a:pt x="294642" y="44764"/>
                  </a:lnTo>
                  <a:lnTo>
                    <a:pt x="243196" y="59853"/>
                  </a:lnTo>
                  <a:lnTo>
                    <a:pt x="195738" y="76771"/>
                  </a:lnTo>
                  <a:lnTo>
                    <a:pt x="152606" y="95385"/>
                  </a:lnTo>
                  <a:lnTo>
                    <a:pt x="114134" y="115565"/>
                  </a:lnTo>
                  <a:lnTo>
                    <a:pt x="80660" y="137177"/>
                  </a:lnTo>
                  <a:lnTo>
                    <a:pt x="30045" y="184175"/>
                  </a:lnTo>
                  <a:lnTo>
                    <a:pt x="3450" y="235325"/>
                  </a:lnTo>
                  <a:lnTo>
                    <a:pt x="0" y="262128"/>
                  </a:lnTo>
                  <a:lnTo>
                    <a:pt x="3450" y="288930"/>
                  </a:lnTo>
                  <a:lnTo>
                    <a:pt x="30045" y="340080"/>
                  </a:lnTo>
                  <a:lnTo>
                    <a:pt x="80660" y="387078"/>
                  </a:lnTo>
                  <a:lnTo>
                    <a:pt x="114134" y="408690"/>
                  </a:lnTo>
                  <a:lnTo>
                    <a:pt x="152606" y="428870"/>
                  </a:lnTo>
                  <a:lnTo>
                    <a:pt x="195738" y="447484"/>
                  </a:lnTo>
                  <a:lnTo>
                    <a:pt x="243196" y="464402"/>
                  </a:lnTo>
                  <a:lnTo>
                    <a:pt x="294642" y="479491"/>
                  </a:lnTo>
                  <a:lnTo>
                    <a:pt x="349741" y="492620"/>
                  </a:lnTo>
                  <a:lnTo>
                    <a:pt x="408158" y="503658"/>
                  </a:lnTo>
                  <a:lnTo>
                    <a:pt x="469555" y="512472"/>
                  </a:lnTo>
                  <a:lnTo>
                    <a:pt x="533597" y="518930"/>
                  </a:lnTo>
                  <a:lnTo>
                    <a:pt x="599949" y="522902"/>
                  </a:lnTo>
                  <a:lnTo>
                    <a:pt x="668274" y="524256"/>
                  </a:lnTo>
                  <a:lnTo>
                    <a:pt x="736598" y="522902"/>
                  </a:lnTo>
                  <a:lnTo>
                    <a:pt x="802950" y="518930"/>
                  </a:lnTo>
                  <a:lnTo>
                    <a:pt x="866992" y="512472"/>
                  </a:lnTo>
                  <a:lnTo>
                    <a:pt x="928389" y="503658"/>
                  </a:lnTo>
                  <a:lnTo>
                    <a:pt x="986806" y="492620"/>
                  </a:lnTo>
                  <a:lnTo>
                    <a:pt x="1041905" y="479491"/>
                  </a:lnTo>
                  <a:lnTo>
                    <a:pt x="1093351" y="464402"/>
                  </a:lnTo>
                  <a:lnTo>
                    <a:pt x="1140809" y="447484"/>
                  </a:lnTo>
                  <a:lnTo>
                    <a:pt x="1183941" y="428870"/>
                  </a:lnTo>
                  <a:lnTo>
                    <a:pt x="1222413" y="408690"/>
                  </a:lnTo>
                  <a:lnTo>
                    <a:pt x="1255887" y="387078"/>
                  </a:lnTo>
                  <a:lnTo>
                    <a:pt x="1306502" y="340080"/>
                  </a:lnTo>
                  <a:lnTo>
                    <a:pt x="1333097" y="288930"/>
                  </a:lnTo>
                  <a:lnTo>
                    <a:pt x="1336548" y="262128"/>
                  </a:lnTo>
                  <a:lnTo>
                    <a:pt x="1333097" y="235325"/>
                  </a:lnTo>
                  <a:lnTo>
                    <a:pt x="1306502" y="184175"/>
                  </a:lnTo>
                  <a:lnTo>
                    <a:pt x="1255887" y="137177"/>
                  </a:lnTo>
                  <a:lnTo>
                    <a:pt x="1222413" y="115565"/>
                  </a:lnTo>
                  <a:lnTo>
                    <a:pt x="1183941" y="95385"/>
                  </a:lnTo>
                  <a:lnTo>
                    <a:pt x="1140809" y="76771"/>
                  </a:lnTo>
                  <a:lnTo>
                    <a:pt x="1093351" y="59853"/>
                  </a:lnTo>
                  <a:lnTo>
                    <a:pt x="1041905" y="44764"/>
                  </a:lnTo>
                  <a:lnTo>
                    <a:pt x="986806" y="31635"/>
                  </a:lnTo>
                  <a:lnTo>
                    <a:pt x="928389" y="20597"/>
                  </a:lnTo>
                  <a:lnTo>
                    <a:pt x="866992" y="11783"/>
                  </a:lnTo>
                  <a:lnTo>
                    <a:pt x="802950" y="5325"/>
                  </a:lnTo>
                  <a:lnTo>
                    <a:pt x="736598" y="1353"/>
                  </a:lnTo>
                  <a:lnTo>
                    <a:pt x="668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52238" y="3675126"/>
              <a:ext cx="1336675" cy="524510"/>
            </a:xfrm>
            <a:custGeom>
              <a:avLst/>
              <a:gdLst/>
              <a:ahLst/>
              <a:cxnLst/>
              <a:rect l="l" t="t" r="r" b="b"/>
              <a:pathLst>
                <a:path w="1336675" h="524510">
                  <a:moveTo>
                    <a:pt x="0" y="262128"/>
                  </a:moveTo>
                  <a:lnTo>
                    <a:pt x="13577" y="209296"/>
                  </a:lnTo>
                  <a:lnTo>
                    <a:pt x="52518" y="160091"/>
                  </a:lnTo>
                  <a:lnTo>
                    <a:pt x="114134" y="115565"/>
                  </a:lnTo>
                  <a:lnTo>
                    <a:pt x="152606" y="95385"/>
                  </a:lnTo>
                  <a:lnTo>
                    <a:pt x="195738" y="76771"/>
                  </a:lnTo>
                  <a:lnTo>
                    <a:pt x="243196" y="59853"/>
                  </a:lnTo>
                  <a:lnTo>
                    <a:pt x="294642" y="44764"/>
                  </a:lnTo>
                  <a:lnTo>
                    <a:pt x="349741" y="31635"/>
                  </a:lnTo>
                  <a:lnTo>
                    <a:pt x="408158" y="20597"/>
                  </a:lnTo>
                  <a:lnTo>
                    <a:pt x="469555" y="11783"/>
                  </a:lnTo>
                  <a:lnTo>
                    <a:pt x="533597" y="5325"/>
                  </a:lnTo>
                  <a:lnTo>
                    <a:pt x="599949" y="1353"/>
                  </a:lnTo>
                  <a:lnTo>
                    <a:pt x="668274" y="0"/>
                  </a:lnTo>
                  <a:lnTo>
                    <a:pt x="736598" y="1353"/>
                  </a:lnTo>
                  <a:lnTo>
                    <a:pt x="802950" y="5325"/>
                  </a:lnTo>
                  <a:lnTo>
                    <a:pt x="866992" y="11783"/>
                  </a:lnTo>
                  <a:lnTo>
                    <a:pt x="928389" y="20597"/>
                  </a:lnTo>
                  <a:lnTo>
                    <a:pt x="986806" y="31635"/>
                  </a:lnTo>
                  <a:lnTo>
                    <a:pt x="1041905" y="44764"/>
                  </a:lnTo>
                  <a:lnTo>
                    <a:pt x="1093351" y="59853"/>
                  </a:lnTo>
                  <a:lnTo>
                    <a:pt x="1140809" y="76771"/>
                  </a:lnTo>
                  <a:lnTo>
                    <a:pt x="1183941" y="95385"/>
                  </a:lnTo>
                  <a:lnTo>
                    <a:pt x="1222413" y="115565"/>
                  </a:lnTo>
                  <a:lnTo>
                    <a:pt x="1255887" y="137177"/>
                  </a:lnTo>
                  <a:lnTo>
                    <a:pt x="1306502" y="184175"/>
                  </a:lnTo>
                  <a:lnTo>
                    <a:pt x="1333097" y="235325"/>
                  </a:lnTo>
                  <a:lnTo>
                    <a:pt x="1336548" y="262128"/>
                  </a:lnTo>
                  <a:lnTo>
                    <a:pt x="1333097" y="288930"/>
                  </a:lnTo>
                  <a:lnTo>
                    <a:pt x="1306502" y="340080"/>
                  </a:lnTo>
                  <a:lnTo>
                    <a:pt x="1255887" y="387078"/>
                  </a:lnTo>
                  <a:lnTo>
                    <a:pt x="1222413" y="408690"/>
                  </a:lnTo>
                  <a:lnTo>
                    <a:pt x="1183941" y="428870"/>
                  </a:lnTo>
                  <a:lnTo>
                    <a:pt x="1140809" y="447484"/>
                  </a:lnTo>
                  <a:lnTo>
                    <a:pt x="1093351" y="464402"/>
                  </a:lnTo>
                  <a:lnTo>
                    <a:pt x="1041905" y="479491"/>
                  </a:lnTo>
                  <a:lnTo>
                    <a:pt x="986806" y="492620"/>
                  </a:lnTo>
                  <a:lnTo>
                    <a:pt x="928389" y="503658"/>
                  </a:lnTo>
                  <a:lnTo>
                    <a:pt x="866992" y="512472"/>
                  </a:lnTo>
                  <a:lnTo>
                    <a:pt x="802950" y="518930"/>
                  </a:lnTo>
                  <a:lnTo>
                    <a:pt x="736598" y="522902"/>
                  </a:lnTo>
                  <a:lnTo>
                    <a:pt x="668274" y="524256"/>
                  </a:lnTo>
                  <a:lnTo>
                    <a:pt x="599949" y="522902"/>
                  </a:lnTo>
                  <a:lnTo>
                    <a:pt x="533597" y="518930"/>
                  </a:lnTo>
                  <a:lnTo>
                    <a:pt x="469555" y="512472"/>
                  </a:lnTo>
                  <a:lnTo>
                    <a:pt x="408158" y="503658"/>
                  </a:lnTo>
                  <a:lnTo>
                    <a:pt x="349741" y="492620"/>
                  </a:lnTo>
                  <a:lnTo>
                    <a:pt x="294642" y="479491"/>
                  </a:lnTo>
                  <a:lnTo>
                    <a:pt x="243196" y="464402"/>
                  </a:lnTo>
                  <a:lnTo>
                    <a:pt x="195738" y="447484"/>
                  </a:lnTo>
                  <a:lnTo>
                    <a:pt x="152606" y="428870"/>
                  </a:lnTo>
                  <a:lnTo>
                    <a:pt x="114134" y="408690"/>
                  </a:lnTo>
                  <a:lnTo>
                    <a:pt x="80660" y="387078"/>
                  </a:lnTo>
                  <a:lnTo>
                    <a:pt x="30045" y="340080"/>
                  </a:lnTo>
                  <a:lnTo>
                    <a:pt x="3450" y="288930"/>
                  </a:lnTo>
                  <a:lnTo>
                    <a:pt x="0" y="262128"/>
                  </a:lnTo>
                  <a:close/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27701" y="3782059"/>
            <a:ext cx="78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Sothich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34155" y="3418332"/>
            <a:ext cx="1751964" cy="2305050"/>
          </a:xfrm>
          <a:custGeom>
            <a:avLst/>
            <a:gdLst/>
            <a:ahLst/>
            <a:cxnLst/>
            <a:rect l="l" t="t" r="r" b="b"/>
            <a:pathLst>
              <a:path w="1751964" h="2305050">
                <a:moveTo>
                  <a:pt x="1751838" y="649223"/>
                </a:moveTo>
                <a:lnTo>
                  <a:pt x="780288" y="2304986"/>
                </a:lnTo>
              </a:path>
              <a:path w="1751964" h="2305050">
                <a:moveTo>
                  <a:pt x="0" y="261365"/>
                </a:moveTo>
                <a:lnTo>
                  <a:pt x="12199" y="211686"/>
                </a:lnTo>
                <a:lnTo>
                  <a:pt x="47285" y="165159"/>
                </a:lnTo>
                <a:lnTo>
                  <a:pt x="102991" y="122660"/>
                </a:lnTo>
                <a:lnTo>
                  <a:pt x="137868" y="103194"/>
                </a:lnTo>
                <a:lnTo>
                  <a:pt x="177050" y="85064"/>
                </a:lnTo>
                <a:lnTo>
                  <a:pt x="220254" y="68377"/>
                </a:lnTo>
                <a:lnTo>
                  <a:pt x="267196" y="53244"/>
                </a:lnTo>
                <a:lnTo>
                  <a:pt x="317593" y="39774"/>
                </a:lnTo>
                <a:lnTo>
                  <a:pt x="371161" y="28076"/>
                </a:lnTo>
                <a:lnTo>
                  <a:pt x="427617" y="18260"/>
                </a:lnTo>
                <a:lnTo>
                  <a:pt x="486678" y="10435"/>
                </a:lnTo>
                <a:lnTo>
                  <a:pt x="548060" y="4710"/>
                </a:lnTo>
                <a:lnTo>
                  <a:pt x="611481" y="1195"/>
                </a:lnTo>
                <a:lnTo>
                  <a:pt x="676656" y="0"/>
                </a:lnTo>
                <a:lnTo>
                  <a:pt x="741830" y="1195"/>
                </a:lnTo>
                <a:lnTo>
                  <a:pt x="805251" y="4710"/>
                </a:lnTo>
                <a:lnTo>
                  <a:pt x="866633" y="10435"/>
                </a:lnTo>
                <a:lnTo>
                  <a:pt x="925694" y="18260"/>
                </a:lnTo>
                <a:lnTo>
                  <a:pt x="982150" y="28076"/>
                </a:lnTo>
                <a:lnTo>
                  <a:pt x="1035718" y="39774"/>
                </a:lnTo>
                <a:lnTo>
                  <a:pt x="1086115" y="53244"/>
                </a:lnTo>
                <a:lnTo>
                  <a:pt x="1133057" y="68377"/>
                </a:lnTo>
                <a:lnTo>
                  <a:pt x="1176261" y="85064"/>
                </a:lnTo>
                <a:lnTo>
                  <a:pt x="1215443" y="103194"/>
                </a:lnTo>
                <a:lnTo>
                  <a:pt x="1250320" y="122660"/>
                </a:lnTo>
                <a:lnTo>
                  <a:pt x="1306026" y="165159"/>
                </a:lnTo>
                <a:lnTo>
                  <a:pt x="1341112" y="211686"/>
                </a:lnTo>
                <a:lnTo>
                  <a:pt x="1353312" y="261365"/>
                </a:lnTo>
                <a:lnTo>
                  <a:pt x="1350214" y="286545"/>
                </a:lnTo>
                <a:lnTo>
                  <a:pt x="1326288" y="334757"/>
                </a:lnTo>
                <a:lnTo>
                  <a:pt x="1280609" y="379379"/>
                </a:lnTo>
                <a:lnTo>
                  <a:pt x="1215443" y="419537"/>
                </a:lnTo>
                <a:lnTo>
                  <a:pt x="1176261" y="437667"/>
                </a:lnTo>
                <a:lnTo>
                  <a:pt x="1133057" y="454354"/>
                </a:lnTo>
                <a:lnTo>
                  <a:pt x="1086115" y="469487"/>
                </a:lnTo>
                <a:lnTo>
                  <a:pt x="1035718" y="482957"/>
                </a:lnTo>
                <a:lnTo>
                  <a:pt x="982150" y="494655"/>
                </a:lnTo>
                <a:lnTo>
                  <a:pt x="925694" y="504471"/>
                </a:lnTo>
                <a:lnTo>
                  <a:pt x="866633" y="512296"/>
                </a:lnTo>
                <a:lnTo>
                  <a:pt x="805251" y="518021"/>
                </a:lnTo>
                <a:lnTo>
                  <a:pt x="741830" y="521536"/>
                </a:lnTo>
                <a:lnTo>
                  <a:pt x="676656" y="522731"/>
                </a:lnTo>
                <a:lnTo>
                  <a:pt x="611481" y="521536"/>
                </a:lnTo>
                <a:lnTo>
                  <a:pt x="548060" y="518021"/>
                </a:lnTo>
                <a:lnTo>
                  <a:pt x="486678" y="512296"/>
                </a:lnTo>
                <a:lnTo>
                  <a:pt x="427617" y="504471"/>
                </a:lnTo>
                <a:lnTo>
                  <a:pt x="371161" y="494655"/>
                </a:lnTo>
                <a:lnTo>
                  <a:pt x="317593" y="482957"/>
                </a:lnTo>
                <a:lnTo>
                  <a:pt x="267196" y="469487"/>
                </a:lnTo>
                <a:lnTo>
                  <a:pt x="220254" y="454354"/>
                </a:lnTo>
                <a:lnTo>
                  <a:pt x="177050" y="437667"/>
                </a:lnTo>
                <a:lnTo>
                  <a:pt x="137868" y="419537"/>
                </a:lnTo>
                <a:lnTo>
                  <a:pt x="102991" y="400071"/>
                </a:lnTo>
                <a:lnTo>
                  <a:pt x="47285" y="357572"/>
                </a:lnTo>
                <a:lnTo>
                  <a:pt x="12199" y="311045"/>
                </a:lnTo>
                <a:lnTo>
                  <a:pt x="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05815" y="1017067"/>
            <a:ext cx="6217920" cy="28079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Thuộc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khoá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Dùng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biệt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kiểu.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Mã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nhân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viên.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Khóa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khoá.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Mã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CMND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nhân</a:t>
            </a:r>
            <a:r>
              <a:rPr sz="1800" spc="-10" dirty="0">
                <a:latin typeface="Arial"/>
                <a:cs typeface="Arial"/>
              </a:rPr>
              <a:t> viên.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800">
              <a:latin typeface="Arial"/>
              <a:cs typeface="Arial"/>
            </a:endParaRPr>
          </a:p>
          <a:p>
            <a:pPr marL="351917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Gioitinh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10811" y="3863340"/>
            <a:ext cx="104775" cy="1859280"/>
          </a:xfrm>
          <a:custGeom>
            <a:avLst/>
            <a:gdLst/>
            <a:ahLst/>
            <a:cxnLst/>
            <a:rect l="l" t="t" r="r" b="b"/>
            <a:pathLst>
              <a:path w="104775" h="1859279">
                <a:moveTo>
                  <a:pt x="0" y="0"/>
                </a:moveTo>
                <a:lnTo>
                  <a:pt x="104775" y="1858962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CFC7A367-E137-2831-B7F7-11C749E54A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80" dirty="0"/>
              <a:t> </a:t>
            </a:r>
            <a:r>
              <a:rPr spc="-25" dirty="0"/>
              <a:t>kết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262620" cy="39173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thức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Liên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(Relationship)</a:t>
            </a:r>
            <a:endParaRPr sz="2000">
              <a:latin typeface="Arial"/>
              <a:cs typeface="Arial"/>
            </a:endParaRPr>
          </a:p>
          <a:p>
            <a:pPr marL="1155700" marR="42545" lvl="2" indent="-228600">
              <a:lnSpc>
                <a:spcPct val="100000"/>
              </a:lnSpc>
              <a:spcBef>
                <a:spcPts val="50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Sự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hoặc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biệt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ý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nào đó.</a:t>
            </a:r>
            <a:endParaRPr sz="18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4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Nhân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viên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tham</a:t>
            </a:r>
            <a:r>
              <a:rPr sz="1600" i="1" spc="1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gia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vào </a:t>
            </a:r>
            <a:r>
              <a:rPr sz="1600" dirty="0">
                <a:latin typeface="Arial"/>
                <a:cs typeface="Arial"/>
              </a:rPr>
              <a:t>Dự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án </a:t>
            </a:r>
            <a:r>
              <a:rPr sz="1600" spc="-25" dirty="0">
                <a:latin typeface="Arial"/>
                <a:cs typeface="Arial"/>
              </a:rPr>
              <a:t>X.</a:t>
            </a:r>
            <a:endParaRPr sz="16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409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4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Nhân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viên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giám sát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Nhân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viên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B.</a:t>
            </a:r>
            <a:endParaRPr sz="16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84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Kiểu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(Relationship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Type)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cùng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kiểu.</a:t>
            </a:r>
            <a:endParaRPr sz="1800">
              <a:latin typeface="Arial"/>
              <a:cs typeface="Arial"/>
            </a:endParaRPr>
          </a:p>
          <a:p>
            <a:pPr marL="1612900" marR="5080" indent="-2286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3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Kiểu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liên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kết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THAMGIA,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trong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đó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các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thực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thể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NHANVIEN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liên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kết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với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các </a:t>
            </a:r>
            <a:r>
              <a:rPr sz="1600" dirty="0">
                <a:latin typeface="Arial"/>
                <a:cs typeface="Arial"/>
              </a:rPr>
              <a:t>thực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thể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DUAN.</a:t>
            </a:r>
            <a:endParaRPr sz="16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Kiểu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tính.</a:t>
            </a:r>
            <a:endParaRPr sz="18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405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3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Thuộc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tính Giờ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của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kiểu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liên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kết</a:t>
            </a:r>
            <a:r>
              <a:rPr sz="1600" spc="-10" dirty="0">
                <a:latin typeface="Arial"/>
                <a:cs typeface="Arial"/>
              </a:rPr>
              <a:t> THAMGIA.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416" y="5207508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0380" y="5207508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86428" y="5212079"/>
            <a:ext cx="1225550" cy="367665"/>
          </a:xfrm>
          <a:custGeom>
            <a:avLst/>
            <a:gdLst/>
            <a:ahLst/>
            <a:cxnLst/>
            <a:rect l="l" t="t" r="r" b="b"/>
            <a:pathLst>
              <a:path w="1225550" h="367664">
                <a:moveTo>
                  <a:pt x="0" y="183642"/>
                </a:moveTo>
                <a:lnTo>
                  <a:pt x="612648" y="0"/>
                </a:lnTo>
                <a:lnTo>
                  <a:pt x="1225296" y="183642"/>
                </a:lnTo>
                <a:lnTo>
                  <a:pt x="61264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64914" y="5241416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3348" y="5391911"/>
            <a:ext cx="4448175" cy="830580"/>
          </a:xfrm>
          <a:custGeom>
            <a:avLst/>
            <a:gdLst/>
            <a:ahLst/>
            <a:cxnLst/>
            <a:rect l="l" t="t" r="r" b="b"/>
            <a:pathLst>
              <a:path w="4448175" h="830579">
                <a:moveTo>
                  <a:pt x="0" y="0"/>
                </a:moveTo>
                <a:lnTo>
                  <a:pt x="1782826" y="4825"/>
                </a:lnTo>
              </a:path>
              <a:path w="4448175" h="830579">
                <a:moveTo>
                  <a:pt x="3008376" y="4825"/>
                </a:moveTo>
                <a:lnTo>
                  <a:pt x="4448175" y="0"/>
                </a:lnTo>
              </a:path>
              <a:path w="4448175" h="830579">
                <a:moveTo>
                  <a:pt x="3127248" y="569213"/>
                </a:moveTo>
                <a:lnTo>
                  <a:pt x="3131378" y="530591"/>
                </a:lnTo>
                <a:lnTo>
                  <a:pt x="3143377" y="493728"/>
                </a:lnTo>
                <a:lnTo>
                  <a:pt x="3162656" y="459028"/>
                </a:lnTo>
                <a:lnTo>
                  <a:pt x="3188624" y="426897"/>
                </a:lnTo>
                <a:lnTo>
                  <a:pt x="3220694" y="397738"/>
                </a:lnTo>
                <a:lnTo>
                  <a:pt x="3258276" y="371956"/>
                </a:lnTo>
                <a:lnTo>
                  <a:pt x="3300781" y="349955"/>
                </a:lnTo>
                <a:lnTo>
                  <a:pt x="3347620" y="332140"/>
                </a:lnTo>
                <a:lnTo>
                  <a:pt x="3398203" y="318914"/>
                </a:lnTo>
                <a:lnTo>
                  <a:pt x="3451942" y="310681"/>
                </a:lnTo>
                <a:lnTo>
                  <a:pt x="3508248" y="307847"/>
                </a:lnTo>
                <a:lnTo>
                  <a:pt x="3564553" y="310681"/>
                </a:lnTo>
                <a:lnTo>
                  <a:pt x="3618292" y="318914"/>
                </a:lnTo>
                <a:lnTo>
                  <a:pt x="3668875" y="332140"/>
                </a:lnTo>
                <a:lnTo>
                  <a:pt x="3715714" y="349955"/>
                </a:lnTo>
                <a:lnTo>
                  <a:pt x="3758219" y="371956"/>
                </a:lnTo>
                <a:lnTo>
                  <a:pt x="3795801" y="397738"/>
                </a:lnTo>
                <a:lnTo>
                  <a:pt x="3827871" y="426897"/>
                </a:lnTo>
                <a:lnTo>
                  <a:pt x="3853839" y="459028"/>
                </a:lnTo>
                <a:lnTo>
                  <a:pt x="3873118" y="493728"/>
                </a:lnTo>
                <a:lnTo>
                  <a:pt x="3885117" y="530591"/>
                </a:lnTo>
                <a:lnTo>
                  <a:pt x="3889248" y="569213"/>
                </a:lnTo>
                <a:lnTo>
                  <a:pt x="3885117" y="607836"/>
                </a:lnTo>
                <a:lnTo>
                  <a:pt x="3873118" y="644699"/>
                </a:lnTo>
                <a:lnTo>
                  <a:pt x="3853839" y="679399"/>
                </a:lnTo>
                <a:lnTo>
                  <a:pt x="3827871" y="711530"/>
                </a:lnTo>
                <a:lnTo>
                  <a:pt x="3795801" y="740689"/>
                </a:lnTo>
                <a:lnTo>
                  <a:pt x="3758219" y="766471"/>
                </a:lnTo>
                <a:lnTo>
                  <a:pt x="3715714" y="788472"/>
                </a:lnTo>
                <a:lnTo>
                  <a:pt x="3668875" y="806287"/>
                </a:lnTo>
                <a:lnTo>
                  <a:pt x="3618292" y="819513"/>
                </a:lnTo>
                <a:lnTo>
                  <a:pt x="3564553" y="827746"/>
                </a:lnTo>
                <a:lnTo>
                  <a:pt x="3508248" y="830580"/>
                </a:lnTo>
                <a:lnTo>
                  <a:pt x="3451942" y="827746"/>
                </a:lnTo>
                <a:lnTo>
                  <a:pt x="3398203" y="819513"/>
                </a:lnTo>
                <a:lnTo>
                  <a:pt x="3347620" y="806287"/>
                </a:lnTo>
                <a:lnTo>
                  <a:pt x="3300781" y="788472"/>
                </a:lnTo>
                <a:lnTo>
                  <a:pt x="3258276" y="766471"/>
                </a:lnTo>
                <a:lnTo>
                  <a:pt x="3220694" y="740689"/>
                </a:lnTo>
                <a:lnTo>
                  <a:pt x="3188624" y="711530"/>
                </a:lnTo>
                <a:lnTo>
                  <a:pt x="3162656" y="679399"/>
                </a:lnTo>
                <a:lnTo>
                  <a:pt x="3143377" y="644699"/>
                </a:lnTo>
                <a:lnTo>
                  <a:pt x="3131378" y="607836"/>
                </a:lnTo>
                <a:lnTo>
                  <a:pt x="3127248" y="56921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22111" y="5806541"/>
            <a:ext cx="381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Gio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99076" y="5579364"/>
            <a:ext cx="846455" cy="381000"/>
          </a:xfrm>
          <a:custGeom>
            <a:avLst/>
            <a:gdLst/>
            <a:ahLst/>
            <a:cxnLst/>
            <a:rect l="l" t="t" r="r" b="b"/>
            <a:pathLst>
              <a:path w="846454" h="381000">
                <a:moveTo>
                  <a:pt x="0" y="0"/>
                </a:moveTo>
                <a:lnTo>
                  <a:pt x="846074" y="38100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96E56EB-E6CE-F6FB-0567-5821DB2EB7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Liên</a:t>
            </a:r>
            <a:r>
              <a:rPr sz="3600" spc="-5" dirty="0"/>
              <a:t> </a:t>
            </a:r>
            <a:r>
              <a:rPr sz="3600" spc="-25" dirty="0"/>
              <a:t>kết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593899" y="3041699"/>
            <a:ext cx="6108700" cy="3136900"/>
            <a:chOff x="1593899" y="3041699"/>
            <a:chExt cx="6108700" cy="3136900"/>
          </a:xfrm>
        </p:grpSpPr>
        <p:sp>
          <p:nvSpPr>
            <p:cNvPr id="4" name="object 4"/>
            <p:cNvSpPr/>
            <p:nvPr/>
          </p:nvSpPr>
          <p:spPr>
            <a:xfrm>
              <a:off x="1600200" y="3048000"/>
              <a:ext cx="6096000" cy="3124200"/>
            </a:xfrm>
            <a:custGeom>
              <a:avLst/>
              <a:gdLst/>
              <a:ahLst/>
              <a:cxnLst/>
              <a:rect l="l" t="t" r="r" b="b"/>
              <a:pathLst>
                <a:path w="6096000" h="3124200">
                  <a:moveTo>
                    <a:pt x="5029200" y="1562100"/>
                  </a:moveTo>
                  <a:lnTo>
                    <a:pt x="5030430" y="1502099"/>
                  </a:lnTo>
                  <a:lnTo>
                    <a:pt x="5034068" y="1443185"/>
                  </a:lnTo>
                  <a:lnTo>
                    <a:pt x="5040034" y="1385486"/>
                  </a:lnTo>
                  <a:lnTo>
                    <a:pt x="5048250" y="1329134"/>
                  </a:lnTo>
                  <a:lnTo>
                    <a:pt x="5058634" y="1274259"/>
                  </a:lnTo>
                  <a:lnTo>
                    <a:pt x="5071110" y="1220991"/>
                  </a:lnTo>
                  <a:lnTo>
                    <a:pt x="5085595" y="1169462"/>
                  </a:lnTo>
                  <a:lnTo>
                    <a:pt x="5102013" y="1119801"/>
                  </a:lnTo>
                  <a:lnTo>
                    <a:pt x="5120282" y="1072139"/>
                  </a:lnTo>
                  <a:lnTo>
                    <a:pt x="5140325" y="1026606"/>
                  </a:lnTo>
                  <a:lnTo>
                    <a:pt x="5162060" y="983333"/>
                  </a:lnTo>
                  <a:lnTo>
                    <a:pt x="5185409" y="942451"/>
                  </a:lnTo>
                  <a:lnTo>
                    <a:pt x="5210294" y="904089"/>
                  </a:lnTo>
                  <a:lnTo>
                    <a:pt x="5236633" y="868379"/>
                  </a:lnTo>
                  <a:lnTo>
                    <a:pt x="5264348" y="835450"/>
                  </a:lnTo>
                  <a:lnTo>
                    <a:pt x="5293359" y="805433"/>
                  </a:lnTo>
                  <a:lnTo>
                    <a:pt x="5323588" y="778460"/>
                  </a:lnTo>
                  <a:lnTo>
                    <a:pt x="5354954" y="754659"/>
                  </a:lnTo>
                  <a:lnTo>
                    <a:pt x="5387379" y="734162"/>
                  </a:lnTo>
                  <a:lnTo>
                    <a:pt x="5455086" y="703602"/>
                  </a:lnTo>
                  <a:lnTo>
                    <a:pt x="5526074" y="687821"/>
                  </a:lnTo>
                  <a:lnTo>
                    <a:pt x="5562600" y="685800"/>
                  </a:lnTo>
                  <a:lnTo>
                    <a:pt x="5599125" y="687821"/>
                  </a:lnTo>
                  <a:lnTo>
                    <a:pt x="5670113" y="703602"/>
                  </a:lnTo>
                  <a:lnTo>
                    <a:pt x="5737820" y="734162"/>
                  </a:lnTo>
                  <a:lnTo>
                    <a:pt x="5770245" y="754659"/>
                  </a:lnTo>
                  <a:lnTo>
                    <a:pt x="5801611" y="778460"/>
                  </a:lnTo>
                  <a:lnTo>
                    <a:pt x="5831840" y="805434"/>
                  </a:lnTo>
                  <a:lnTo>
                    <a:pt x="5860851" y="835450"/>
                  </a:lnTo>
                  <a:lnTo>
                    <a:pt x="5888566" y="868379"/>
                  </a:lnTo>
                  <a:lnTo>
                    <a:pt x="5914905" y="904089"/>
                  </a:lnTo>
                  <a:lnTo>
                    <a:pt x="5939790" y="942451"/>
                  </a:lnTo>
                  <a:lnTo>
                    <a:pt x="5963139" y="983333"/>
                  </a:lnTo>
                  <a:lnTo>
                    <a:pt x="5984875" y="1026606"/>
                  </a:lnTo>
                  <a:lnTo>
                    <a:pt x="6004917" y="1072139"/>
                  </a:lnTo>
                  <a:lnTo>
                    <a:pt x="6023186" y="1119801"/>
                  </a:lnTo>
                  <a:lnTo>
                    <a:pt x="6039604" y="1169462"/>
                  </a:lnTo>
                  <a:lnTo>
                    <a:pt x="6054089" y="1220991"/>
                  </a:lnTo>
                  <a:lnTo>
                    <a:pt x="6066565" y="1274259"/>
                  </a:lnTo>
                  <a:lnTo>
                    <a:pt x="6076950" y="1329134"/>
                  </a:lnTo>
                  <a:lnTo>
                    <a:pt x="6085165" y="1385486"/>
                  </a:lnTo>
                  <a:lnTo>
                    <a:pt x="6091131" y="1443185"/>
                  </a:lnTo>
                  <a:lnTo>
                    <a:pt x="6094769" y="1502099"/>
                  </a:lnTo>
                  <a:lnTo>
                    <a:pt x="6096000" y="1562100"/>
                  </a:lnTo>
                  <a:lnTo>
                    <a:pt x="6094769" y="1622100"/>
                  </a:lnTo>
                  <a:lnTo>
                    <a:pt x="6091131" y="1681014"/>
                  </a:lnTo>
                  <a:lnTo>
                    <a:pt x="6085165" y="1738713"/>
                  </a:lnTo>
                  <a:lnTo>
                    <a:pt x="6076950" y="1795065"/>
                  </a:lnTo>
                  <a:lnTo>
                    <a:pt x="6066565" y="1849940"/>
                  </a:lnTo>
                  <a:lnTo>
                    <a:pt x="6054089" y="1903208"/>
                  </a:lnTo>
                  <a:lnTo>
                    <a:pt x="6039604" y="1954737"/>
                  </a:lnTo>
                  <a:lnTo>
                    <a:pt x="6023186" y="2004398"/>
                  </a:lnTo>
                  <a:lnTo>
                    <a:pt x="6004917" y="2052060"/>
                  </a:lnTo>
                  <a:lnTo>
                    <a:pt x="5984875" y="2097593"/>
                  </a:lnTo>
                  <a:lnTo>
                    <a:pt x="5963139" y="2140866"/>
                  </a:lnTo>
                  <a:lnTo>
                    <a:pt x="5939790" y="2181748"/>
                  </a:lnTo>
                  <a:lnTo>
                    <a:pt x="5914905" y="2220110"/>
                  </a:lnTo>
                  <a:lnTo>
                    <a:pt x="5888566" y="2255820"/>
                  </a:lnTo>
                  <a:lnTo>
                    <a:pt x="5860851" y="2288749"/>
                  </a:lnTo>
                  <a:lnTo>
                    <a:pt x="5831840" y="2318766"/>
                  </a:lnTo>
                  <a:lnTo>
                    <a:pt x="5801611" y="2345739"/>
                  </a:lnTo>
                  <a:lnTo>
                    <a:pt x="5770245" y="2369540"/>
                  </a:lnTo>
                  <a:lnTo>
                    <a:pt x="5737820" y="2390037"/>
                  </a:lnTo>
                  <a:lnTo>
                    <a:pt x="5670113" y="2420597"/>
                  </a:lnTo>
                  <a:lnTo>
                    <a:pt x="5599125" y="2436378"/>
                  </a:lnTo>
                  <a:lnTo>
                    <a:pt x="5562600" y="2438400"/>
                  </a:lnTo>
                  <a:lnTo>
                    <a:pt x="5526074" y="2436378"/>
                  </a:lnTo>
                  <a:lnTo>
                    <a:pt x="5455086" y="2420597"/>
                  </a:lnTo>
                  <a:lnTo>
                    <a:pt x="5387379" y="2390037"/>
                  </a:lnTo>
                  <a:lnTo>
                    <a:pt x="5354954" y="2369540"/>
                  </a:lnTo>
                  <a:lnTo>
                    <a:pt x="5323588" y="2345739"/>
                  </a:lnTo>
                  <a:lnTo>
                    <a:pt x="5293359" y="2318766"/>
                  </a:lnTo>
                  <a:lnTo>
                    <a:pt x="5264348" y="2288749"/>
                  </a:lnTo>
                  <a:lnTo>
                    <a:pt x="5236633" y="2255820"/>
                  </a:lnTo>
                  <a:lnTo>
                    <a:pt x="5210294" y="2220110"/>
                  </a:lnTo>
                  <a:lnTo>
                    <a:pt x="5185409" y="2181748"/>
                  </a:lnTo>
                  <a:lnTo>
                    <a:pt x="5162060" y="2140866"/>
                  </a:lnTo>
                  <a:lnTo>
                    <a:pt x="5140325" y="2097593"/>
                  </a:lnTo>
                  <a:lnTo>
                    <a:pt x="5120282" y="2052060"/>
                  </a:lnTo>
                  <a:lnTo>
                    <a:pt x="5102013" y="2004398"/>
                  </a:lnTo>
                  <a:lnTo>
                    <a:pt x="5085595" y="1954737"/>
                  </a:lnTo>
                  <a:lnTo>
                    <a:pt x="5071110" y="1903208"/>
                  </a:lnTo>
                  <a:lnTo>
                    <a:pt x="5058634" y="1849940"/>
                  </a:lnTo>
                  <a:lnTo>
                    <a:pt x="5048250" y="1795065"/>
                  </a:lnTo>
                  <a:lnTo>
                    <a:pt x="5040034" y="1738713"/>
                  </a:lnTo>
                  <a:lnTo>
                    <a:pt x="5034068" y="1681014"/>
                  </a:lnTo>
                  <a:lnTo>
                    <a:pt x="5030430" y="1622100"/>
                  </a:lnTo>
                  <a:lnTo>
                    <a:pt x="5029200" y="1562100"/>
                  </a:lnTo>
                  <a:close/>
                </a:path>
                <a:path w="6096000" h="3124200">
                  <a:moveTo>
                    <a:pt x="2438400" y="1638300"/>
                  </a:moveTo>
                  <a:lnTo>
                    <a:pt x="2439076" y="1569310"/>
                  </a:lnTo>
                  <a:lnTo>
                    <a:pt x="2441083" y="1501294"/>
                  </a:lnTo>
                  <a:lnTo>
                    <a:pt x="2444384" y="1434347"/>
                  </a:lnTo>
                  <a:lnTo>
                    <a:pt x="2448946" y="1368565"/>
                  </a:lnTo>
                  <a:lnTo>
                    <a:pt x="2454733" y="1304043"/>
                  </a:lnTo>
                  <a:lnTo>
                    <a:pt x="2461711" y="1240877"/>
                  </a:lnTo>
                  <a:lnTo>
                    <a:pt x="2469844" y="1179163"/>
                  </a:lnTo>
                  <a:lnTo>
                    <a:pt x="2479097" y="1118998"/>
                  </a:lnTo>
                  <a:lnTo>
                    <a:pt x="2489437" y="1060476"/>
                  </a:lnTo>
                  <a:lnTo>
                    <a:pt x="2500827" y="1003695"/>
                  </a:lnTo>
                  <a:lnTo>
                    <a:pt x="2513233" y="948748"/>
                  </a:lnTo>
                  <a:lnTo>
                    <a:pt x="2526621" y="895734"/>
                  </a:lnTo>
                  <a:lnTo>
                    <a:pt x="2540954" y="844746"/>
                  </a:lnTo>
                  <a:lnTo>
                    <a:pt x="2556200" y="795882"/>
                  </a:lnTo>
                  <a:lnTo>
                    <a:pt x="2572321" y="749236"/>
                  </a:lnTo>
                  <a:lnTo>
                    <a:pt x="2589284" y="704905"/>
                  </a:lnTo>
                  <a:lnTo>
                    <a:pt x="2607054" y="662985"/>
                  </a:lnTo>
                  <a:lnTo>
                    <a:pt x="2625595" y="623572"/>
                  </a:lnTo>
                  <a:lnTo>
                    <a:pt x="2644874" y="586760"/>
                  </a:lnTo>
                  <a:lnTo>
                    <a:pt x="2664855" y="552647"/>
                  </a:lnTo>
                  <a:lnTo>
                    <a:pt x="2706782" y="492899"/>
                  </a:lnTo>
                  <a:lnTo>
                    <a:pt x="2751100" y="445093"/>
                  </a:lnTo>
                  <a:lnTo>
                    <a:pt x="2797528" y="409997"/>
                  </a:lnTo>
                  <a:lnTo>
                    <a:pt x="2845788" y="388377"/>
                  </a:lnTo>
                  <a:lnTo>
                    <a:pt x="2895600" y="381000"/>
                  </a:lnTo>
                  <a:lnTo>
                    <a:pt x="2920682" y="382860"/>
                  </a:lnTo>
                  <a:lnTo>
                    <a:pt x="2969753" y="397454"/>
                  </a:lnTo>
                  <a:lnTo>
                    <a:pt x="3017131" y="425908"/>
                  </a:lnTo>
                  <a:lnTo>
                    <a:pt x="3062539" y="467455"/>
                  </a:lnTo>
                  <a:lnTo>
                    <a:pt x="3105697" y="521328"/>
                  </a:lnTo>
                  <a:lnTo>
                    <a:pt x="3146325" y="586760"/>
                  </a:lnTo>
                  <a:lnTo>
                    <a:pt x="3165604" y="623572"/>
                  </a:lnTo>
                  <a:lnTo>
                    <a:pt x="3184145" y="662985"/>
                  </a:lnTo>
                  <a:lnTo>
                    <a:pt x="3201915" y="704905"/>
                  </a:lnTo>
                  <a:lnTo>
                    <a:pt x="3218878" y="749236"/>
                  </a:lnTo>
                  <a:lnTo>
                    <a:pt x="3234999" y="795882"/>
                  </a:lnTo>
                  <a:lnTo>
                    <a:pt x="3250245" y="844746"/>
                  </a:lnTo>
                  <a:lnTo>
                    <a:pt x="3264578" y="895734"/>
                  </a:lnTo>
                  <a:lnTo>
                    <a:pt x="3277966" y="948748"/>
                  </a:lnTo>
                  <a:lnTo>
                    <a:pt x="3290372" y="1003695"/>
                  </a:lnTo>
                  <a:lnTo>
                    <a:pt x="3301762" y="1060476"/>
                  </a:lnTo>
                  <a:lnTo>
                    <a:pt x="3312102" y="1118998"/>
                  </a:lnTo>
                  <a:lnTo>
                    <a:pt x="3321355" y="1179163"/>
                  </a:lnTo>
                  <a:lnTo>
                    <a:pt x="3329488" y="1240877"/>
                  </a:lnTo>
                  <a:lnTo>
                    <a:pt x="3336466" y="1304043"/>
                  </a:lnTo>
                  <a:lnTo>
                    <a:pt x="3342253" y="1368565"/>
                  </a:lnTo>
                  <a:lnTo>
                    <a:pt x="3346815" y="1434347"/>
                  </a:lnTo>
                  <a:lnTo>
                    <a:pt x="3350116" y="1501294"/>
                  </a:lnTo>
                  <a:lnTo>
                    <a:pt x="3352123" y="1569310"/>
                  </a:lnTo>
                  <a:lnTo>
                    <a:pt x="3352800" y="1638300"/>
                  </a:lnTo>
                  <a:lnTo>
                    <a:pt x="3352123" y="1707289"/>
                  </a:lnTo>
                  <a:lnTo>
                    <a:pt x="3350116" y="1775305"/>
                  </a:lnTo>
                  <a:lnTo>
                    <a:pt x="3346815" y="1842252"/>
                  </a:lnTo>
                  <a:lnTo>
                    <a:pt x="3342253" y="1908034"/>
                  </a:lnTo>
                  <a:lnTo>
                    <a:pt x="3336466" y="1972556"/>
                  </a:lnTo>
                  <a:lnTo>
                    <a:pt x="3329488" y="2035722"/>
                  </a:lnTo>
                  <a:lnTo>
                    <a:pt x="3321355" y="2097436"/>
                  </a:lnTo>
                  <a:lnTo>
                    <a:pt x="3312102" y="2157601"/>
                  </a:lnTo>
                  <a:lnTo>
                    <a:pt x="3301762" y="2216123"/>
                  </a:lnTo>
                  <a:lnTo>
                    <a:pt x="3290372" y="2272904"/>
                  </a:lnTo>
                  <a:lnTo>
                    <a:pt x="3277966" y="2327851"/>
                  </a:lnTo>
                  <a:lnTo>
                    <a:pt x="3264578" y="2380865"/>
                  </a:lnTo>
                  <a:lnTo>
                    <a:pt x="3250245" y="2431853"/>
                  </a:lnTo>
                  <a:lnTo>
                    <a:pt x="3234999" y="2480717"/>
                  </a:lnTo>
                  <a:lnTo>
                    <a:pt x="3218878" y="2527363"/>
                  </a:lnTo>
                  <a:lnTo>
                    <a:pt x="3201915" y="2571694"/>
                  </a:lnTo>
                  <a:lnTo>
                    <a:pt x="3184145" y="2613614"/>
                  </a:lnTo>
                  <a:lnTo>
                    <a:pt x="3165604" y="2653027"/>
                  </a:lnTo>
                  <a:lnTo>
                    <a:pt x="3146325" y="2689839"/>
                  </a:lnTo>
                  <a:lnTo>
                    <a:pt x="3126344" y="2723952"/>
                  </a:lnTo>
                  <a:lnTo>
                    <a:pt x="3084417" y="2783700"/>
                  </a:lnTo>
                  <a:lnTo>
                    <a:pt x="3040099" y="2831506"/>
                  </a:lnTo>
                  <a:lnTo>
                    <a:pt x="2993671" y="2866602"/>
                  </a:lnTo>
                  <a:lnTo>
                    <a:pt x="2945411" y="2888222"/>
                  </a:lnTo>
                  <a:lnTo>
                    <a:pt x="2895600" y="2895600"/>
                  </a:lnTo>
                  <a:lnTo>
                    <a:pt x="2870517" y="2893739"/>
                  </a:lnTo>
                  <a:lnTo>
                    <a:pt x="2821446" y="2879145"/>
                  </a:lnTo>
                  <a:lnTo>
                    <a:pt x="2774068" y="2850691"/>
                  </a:lnTo>
                  <a:lnTo>
                    <a:pt x="2728660" y="2809144"/>
                  </a:lnTo>
                  <a:lnTo>
                    <a:pt x="2685502" y="2755271"/>
                  </a:lnTo>
                  <a:lnTo>
                    <a:pt x="2644874" y="2689839"/>
                  </a:lnTo>
                  <a:lnTo>
                    <a:pt x="2625595" y="2653027"/>
                  </a:lnTo>
                  <a:lnTo>
                    <a:pt x="2607054" y="2613614"/>
                  </a:lnTo>
                  <a:lnTo>
                    <a:pt x="2589284" y="2571694"/>
                  </a:lnTo>
                  <a:lnTo>
                    <a:pt x="2572321" y="2527363"/>
                  </a:lnTo>
                  <a:lnTo>
                    <a:pt x="2556200" y="2480717"/>
                  </a:lnTo>
                  <a:lnTo>
                    <a:pt x="2540954" y="2431853"/>
                  </a:lnTo>
                  <a:lnTo>
                    <a:pt x="2526621" y="2380865"/>
                  </a:lnTo>
                  <a:lnTo>
                    <a:pt x="2513233" y="2327851"/>
                  </a:lnTo>
                  <a:lnTo>
                    <a:pt x="2500827" y="2272904"/>
                  </a:lnTo>
                  <a:lnTo>
                    <a:pt x="2489437" y="2216123"/>
                  </a:lnTo>
                  <a:lnTo>
                    <a:pt x="2479097" y="2157601"/>
                  </a:lnTo>
                  <a:lnTo>
                    <a:pt x="2469844" y="2097436"/>
                  </a:lnTo>
                  <a:lnTo>
                    <a:pt x="2461711" y="2035722"/>
                  </a:lnTo>
                  <a:lnTo>
                    <a:pt x="2454733" y="1972556"/>
                  </a:lnTo>
                  <a:lnTo>
                    <a:pt x="2448946" y="1908034"/>
                  </a:lnTo>
                  <a:lnTo>
                    <a:pt x="2444384" y="1842252"/>
                  </a:lnTo>
                  <a:lnTo>
                    <a:pt x="2441083" y="1775305"/>
                  </a:lnTo>
                  <a:lnTo>
                    <a:pt x="2439076" y="1707289"/>
                  </a:lnTo>
                  <a:lnTo>
                    <a:pt x="2438400" y="1638300"/>
                  </a:lnTo>
                  <a:close/>
                </a:path>
                <a:path w="6096000" h="3124200">
                  <a:moveTo>
                    <a:pt x="0" y="723900"/>
                  </a:moveTo>
                  <a:lnTo>
                    <a:pt x="1515" y="664529"/>
                  </a:lnTo>
                  <a:lnTo>
                    <a:pt x="5984" y="606480"/>
                  </a:lnTo>
                  <a:lnTo>
                    <a:pt x="13289" y="549939"/>
                  </a:lnTo>
                  <a:lnTo>
                    <a:pt x="23311" y="495092"/>
                  </a:lnTo>
                  <a:lnTo>
                    <a:pt x="35933" y="442126"/>
                  </a:lnTo>
                  <a:lnTo>
                    <a:pt x="51037" y="391227"/>
                  </a:lnTo>
                  <a:lnTo>
                    <a:pt x="68505" y="342581"/>
                  </a:lnTo>
                  <a:lnTo>
                    <a:pt x="88221" y="296375"/>
                  </a:lnTo>
                  <a:lnTo>
                    <a:pt x="110065" y="252794"/>
                  </a:lnTo>
                  <a:lnTo>
                    <a:pt x="133921" y="212026"/>
                  </a:lnTo>
                  <a:lnTo>
                    <a:pt x="159670" y="174256"/>
                  </a:lnTo>
                  <a:lnTo>
                    <a:pt x="187195" y="139671"/>
                  </a:lnTo>
                  <a:lnTo>
                    <a:pt x="216379" y="108457"/>
                  </a:lnTo>
                  <a:lnTo>
                    <a:pt x="247102" y="80800"/>
                  </a:lnTo>
                  <a:lnTo>
                    <a:pt x="279249" y="56888"/>
                  </a:lnTo>
                  <a:lnTo>
                    <a:pt x="312700" y="36905"/>
                  </a:lnTo>
                  <a:lnTo>
                    <a:pt x="383046" y="9474"/>
                  </a:lnTo>
                  <a:lnTo>
                    <a:pt x="457200" y="0"/>
                  </a:lnTo>
                  <a:lnTo>
                    <a:pt x="494693" y="2399"/>
                  </a:lnTo>
                  <a:lnTo>
                    <a:pt x="567061" y="21038"/>
                  </a:lnTo>
                  <a:lnTo>
                    <a:pt x="635150" y="56888"/>
                  </a:lnTo>
                  <a:lnTo>
                    <a:pt x="667297" y="80800"/>
                  </a:lnTo>
                  <a:lnTo>
                    <a:pt x="698020" y="108457"/>
                  </a:lnTo>
                  <a:lnTo>
                    <a:pt x="727204" y="139671"/>
                  </a:lnTo>
                  <a:lnTo>
                    <a:pt x="754729" y="174256"/>
                  </a:lnTo>
                  <a:lnTo>
                    <a:pt x="780478" y="212026"/>
                  </a:lnTo>
                  <a:lnTo>
                    <a:pt x="804334" y="252794"/>
                  </a:lnTo>
                  <a:lnTo>
                    <a:pt x="826178" y="296375"/>
                  </a:lnTo>
                  <a:lnTo>
                    <a:pt x="845894" y="342581"/>
                  </a:lnTo>
                  <a:lnTo>
                    <a:pt x="863362" y="391227"/>
                  </a:lnTo>
                  <a:lnTo>
                    <a:pt x="878466" y="442126"/>
                  </a:lnTo>
                  <a:lnTo>
                    <a:pt x="891088" y="495092"/>
                  </a:lnTo>
                  <a:lnTo>
                    <a:pt x="901110" y="549939"/>
                  </a:lnTo>
                  <a:lnTo>
                    <a:pt x="908415" y="606480"/>
                  </a:lnTo>
                  <a:lnTo>
                    <a:pt x="912884" y="664529"/>
                  </a:lnTo>
                  <a:lnTo>
                    <a:pt x="914400" y="723900"/>
                  </a:lnTo>
                  <a:lnTo>
                    <a:pt x="912884" y="783270"/>
                  </a:lnTo>
                  <a:lnTo>
                    <a:pt x="908415" y="841319"/>
                  </a:lnTo>
                  <a:lnTo>
                    <a:pt x="901110" y="897860"/>
                  </a:lnTo>
                  <a:lnTo>
                    <a:pt x="891088" y="952707"/>
                  </a:lnTo>
                  <a:lnTo>
                    <a:pt x="878466" y="1005673"/>
                  </a:lnTo>
                  <a:lnTo>
                    <a:pt x="863362" y="1056572"/>
                  </a:lnTo>
                  <a:lnTo>
                    <a:pt x="845894" y="1105218"/>
                  </a:lnTo>
                  <a:lnTo>
                    <a:pt x="826178" y="1151424"/>
                  </a:lnTo>
                  <a:lnTo>
                    <a:pt x="804334" y="1195005"/>
                  </a:lnTo>
                  <a:lnTo>
                    <a:pt x="780478" y="1235773"/>
                  </a:lnTo>
                  <a:lnTo>
                    <a:pt x="754729" y="1273543"/>
                  </a:lnTo>
                  <a:lnTo>
                    <a:pt x="727204" y="1308128"/>
                  </a:lnTo>
                  <a:lnTo>
                    <a:pt x="698020" y="1339342"/>
                  </a:lnTo>
                  <a:lnTo>
                    <a:pt x="667297" y="1366999"/>
                  </a:lnTo>
                  <a:lnTo>
                    <a:pt x="635150" y="1390911"/>
                  </a:lnTo>
                  <a:lnTo>
                    <a:pt x="601699" y="1410894"/>
                  </a:lnTo>
                  <a:lnTo>
                    <a:pt x="531353" y="1438325"/>
                  </a:lnTo>
                  <a:lnTo>
                    <a:pt x="457200" y="1447800"/>
                  </a:lnTo>
                  <a:lnTo>
                    <a:pt x="419706" y="1445400"/>
                  </a:lnTo>
                  <a:lnTo>
                    <a:pt x="347338" y="1426761"/>
                  </a:lnTo>
                  <a:lnTo>
                    <a:pt x="279249" y="1390911"/>
                  </a:lnTo>
                  <a:lnTo>
                    <a:pt x="247102" y="1366999"/>
                  </a:lnTo>
                  <a:lnTo>
                    <a:pt x="216379" y="1339342"/>
                  </a:lnTo>
                  <a:lnTo>
                    <a:pt x="187195" y="1308128"/>
                  </a:lnTo>
                  <a:lnTo>
                    <a:pt x="159670" y="1273543"/>
                  </a:lnTo>
                  <a:lnTo>
                    <a:pt x="133921" y="1235773"/>
                  </a:lnTo>
                  <a:lnTo>
                    <a:pt x="110065" y="1195005"/>
                  </a:lnTo>
                  <a:lnTo>
                    <a:pt x="88221" y="1151424"/>
                  </a:lnTo>
                  <a:lnTo>
                    <a:pt x="68505" y="1105218"/>
                  </a:lnTo>
                  <a:lnTo>
                    <a:pt x="51037" y="1056572"/>
                  </a:lnTo>
                  <a:lnTo>
                    <a:pt x="35933" y="1005673"/>
                  </a:lnTo>
                  <a:lnTo>
                    <a:pt x="23311" y="952707"/>
                  </a:lnTo>
                  <a:lnTo>
                    <a:pt x="13289" y="897860"/>
                  </a:lnTo>
                  <a:lnTo>
                    <a:pt x="5984" y="841319"/>
                  </a:lnTo>
                  <a:lnTo>
                    <a:pt x="1515" y="783270"/>
                  </a:lnTo>
                  <a:lnTo>
                    <a:pt x="0" y="723900"/>
                  </a:lnTo>
                  <a:close/>
                </a:path>
                <a:path w="6096000" h="3124200">
                  <a:moveTo>
                    <a:pt x="76200" y="2552700"/>
                  </a:moveTo>
                  <a:lnTo>
                    <a:pt x="78166" y="2494273"/>
                  </a:lnTo>
                  <a:lnTo>
                    <a:pt x="83939" y="2437533"/>
                  </a:lnTo>
                  <a:lnTo>
                    <a:pt x="93327" y="2382766"/>
                  </a:lnTo>
                  <a:lnTo>
                    <a:pt x="106138" y="2330261"/>
                  </a:lnTo>
                  <a:lnTo>
                    <a:pt x="122180" y="2280304"/>
                  </a:lnTo>
                  <a:lnTo>
                    <a:pt x="141263" y="2233184"/>
                  </a:lnTo>
                  <a:lnTo>
                    <a:pt x="163195" y="2189187"/>
                  </a:lnTo>
                  <a:lnTo>
                    <a:pt x="187785" y="2148601"/>
                  </a:lnTo>
                  <a:lnTo>
                    <a:pt x="214840" y="2111714"/>
                  </a:lnTo>
                  <a:lnTo>
                    <a:pt x="244171" y="2078812"/>
                  </a:lnTo>
                  <a:lnTo>
                    <a:pt x="275584" y="2050184"/>
                  </a:lnTo>
                  <a:lnTo>
                    <a:pt x="308889" y="2026116"/>
                  </a:lnTo>
                  <a:lnTo>
                    <a:pt x="343895" y="2006896"/>
                  </a:lnTo>
                  <a:lnTo>
                    <a:pt x="380409" y="1992812"/>
                  </a:lnTo>
                  <a:lnTo>
                    <a:pt x="418241" y="1984150"/>
                  </a:lnTo>
                  <a:lnTo>
                    <a:pt x="457200" y="1981200"/>
                  </a:lnTo>
                  <a:lnTo>
                    <a:pt x="496158" y="1984150"/>
                  </a:lnTo>
                  <a:lnTo>
                    <a:pt x="533990" y="1992812"/>
                  </a:lnTo>
                  <a:lnTo>
                    <a:pt x="570504" y="2006896"/>
                  </a:lnTo>
                  <a:lnTo>
                    <a:pt x="605510" y="2026116"/>
                  </a:lnTo>
                  <a:lnTo>
                    <a:pt x="638815" y="2050184"/>
                  </a:lnTo>
                  <a:lnTo>
                    <a:pt x="670228" y="2078812"/>
                  </a:lnTo>
                  <a:lnTo>
                    <a:pt x="699559" y="2111714"/>
                  </a:lnTo>
                  <a:lnTo>
                    <a:pt x="726614" y="2148601"/>
                  </a:lnTo>
                  <a:lnTo>
                    <a:pt x="751204" y="2189187"/>
                  </a:lnTo>
                  <a:lnTo>
                    <a:pt x="773136" y="2233184"/>
                  </a:lnTo>
                  <a:lnTo>
                    <a:pt x="792219" y="2280304"/>
                  </a:lnTo>
                  <a:lnTo>
                    <a:pt x="808261" y="2330261"/>
                  </a:lnTo>
                  <a:lnTo>
                    <a:pt x="821072" y="2382766"/>
                  </a:lnTo>
                  <a:lnTo>
                    <a:pt x="830460" y="2437533"/>
                  </a:lnTo>
                  <a:lnTo>
                    <a:pt x="836233" y="2494273"/>
                  </a:lnTo>
                  <a:lnTo>
                    <a:pt x="838200" y="2552700"/>
                  </a:lnTo>
                  <a:lnTo>
                    <a:pt x="836233" y="2611132"/>
                  </a:lnTo>
                  <a:lnTo>
                    <a:pt x="830460" y="2667877"/>
                  </a:lnTo>
                  <a:lnTo>
                    <a:pt x="821072" y="2722647"/>
                  </a:lnTo>
                  <a:lnTo>
                    <a:pt x="808261" y="2775154"/>
                  </a:lnTo>
                  <a:lnTo>
                    <a:pt x="792219" y="2825111"/>
                  </a:lnTo>
                  <a:lnTo>
                    <a:pt x="773136" y="2872232"/>
                  </a:lnTo>
                  <a:lnTo>
                    <a:pt x="751204" y="2916228"/>
                  </a:lnTo>
                  <a:lnTo>
                    <a:pt x="726614" y="2956812"/>
                  </a:lnTo>
                  <a:lnTo>
                    <a:pt x="699559" y="2993697"/>
                  </a:lnTo>
                  <a:lnTo>
                    <a:pt x="670228" y="3026597"/>
                  </a:lnTo>
                  <a:lnTo>
                    <a:pt x="638815" y="3055223"/>
                  </a:lnTo>
                  <a:lnTo>
                    <a:pt x="605510" y="3079289"/>
                  </a:lnTo>
                  <a:lnTo>
                    <a:pt x="570504" y="3098506"/>
                  </a:lnTo>
                  <a:lnTo>
                    <a:pt x="533990" y="3112589"/>
                  </a:lnTo>
                  <a:lnTo>
                    <a:pt x="496158" y="3121249"/>
                  </a:lnTo>
                  <a:lnTo>
                    <a:pt x="457200" y="3124200"/>
                  </a:lnTo>
                  <a:lnTo>
                    <a:pt x="418241" y="3121249"/>
                  </a:lnTo>
                  <a:lnTo>
                    <a:pt x="380409" y="3112589"/>
                  </a:lnTo>
                  <a:lnTo>
                    <a:pt x="343895" y="3098506"/>
                  </a:lnTo>
                  <a:lnTo>
                    <a:pt x="308889" y="3079289"/>
                  </a:lnTo>
                  <a:lnTo>
                    <a:pt x="275584" y="3055223"/>
                  </a:lnTo>
                  <a:lnTo>
                    <a:pt x="244171" y="3026597"/>
                  </a:lnTo>
                  <a:lnTo>
                    <a:pt x="214840" y="2993697"/>
                  </a:lnTo>
                  <a:lnTo>
                    <a:pt x="187785" y="2956812"/>
                  </a:lnTo>
                  <a:lnTo>
                    <a:pt x="163195" y="2916228"/>
                  </a:lnTo>
                  <a:lnTo>
                    <a:pt x="141263" y="2872232"/>
                  </a:lnTo>
                  <a:lnTo>
                    <a:pt x="122180" y="2825111"/>
                  </a:lnTo>
                  <a:lnTo>
                    <a:pt x="106138" y="2775154"/>
                  </a:lnTo>
                  <a:lnTo>
                    <a:pt x="93327" y="2722647"/>
                  </a:lnTo>
                  <a:lnTo>
                    <a:pt x="83939" y="2667877"/>
                  </a:lnTo>
                  <a:lnTo>
                    <a:pt x="78166" y="2611132"/>
                  </a:lnTo>
                  <a:lnTo>
                    <a:pt x="76200" y="25527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19600" y="3886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19600" y="3886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19600" y="4419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19600" y="4419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196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196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3424320"/>
              <a:ext cx="161760" cy="161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3881520"/>
              <a:ext cx="161760" cy="1617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5329320"/>
              <a:ext cx="161760" cy="1617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20" y="4110120"/>
              <a:ext cx="161760" cy="161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6520" y="5710320"/>
              <a:ext cx="161760" cy="1617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20" y="4567320"/>
              <a:ext cx="161760" cy="1617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1920" y="5024520"/>
              <a:ext cx="161760" cy="1617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57400" y="3505200"/>
              <a:ext cx="5110480" cy="2291080"/>
            </a:xfrm>
            <a:custGeom>
              <a:avLst/>
              <a:gdLst/>
              <a:ahLst/>
              <a:cxnLst/>
              <a:rect l="l" t="t" r="r" b="b"/>
              <a:pathLst>
                <a:path w="5110480" h="2291079">
                  <a:moveTo>
                    <a:pt x="0" y="0"/>
                  </a:moveTo>
                  <a:lnTo>
                    <a:pt x="2438400" y="457200"/>
                  </a:lnTo>
                </a:path>
                <a:path w="5110480" h="2291079">
                  <a:moveTo>
                    <a:pt x="0" y="1909572"/>
                  </a:moveTo>
                  <a:lnTo>
                    <a:pt x="2438400" y="452627"/>
                  </a:lnTo>
                </a:path>
                <a:path w="5110480" h="2291079">
                  <a:moveTo>
                    <a:pt x="5109972" y="690372"/>
                  </a:moveTo>
                  <a:lnTo>
                    <a:pt x="2433828" y="452627"/>
                  </a:lnTo>
                </a:path>
                <a:path w="5110480" h="2291079">
                  <a:moveTo>
                    <a:pt x="0" y="0"/>
                  </a:moveTo>
                  <a:lnTo>
                    <a:pt x="2438400" y="990600"/>
                  </a:lnTo>
                </a:path>
                <a:path w="5110480" h="2291079">
                  <a:moveTo>
                    <a:pt x="0" y="2290572"/>
                  </a:moveTo>
                  <a:lnTo>
                    <a:pt x="2438400" y="986027"/>
                  </a:lnTo>
                </a:path>
                <a:path w="5110480" h="2291079">
                  <a:moveTo>
                    <a:pt x="2438400" y="990600"/>
                  </a:moveTo>
                  <a:lnTo>
                    <a:pt x="5105400" y="1143000"/>
                  </a:lnTo>
                </a:path>
                <a:path w="5110480" h="2291079">
                  <a:moveTo>
                    <a:pt x="0" y="457200"/>
                  </a:moveTo>
                  <a:lnTo>
                    <a:pt x="2438400" y="1524000"/>
                  </a:lnTo>
                </a:path>
                <a:path w="5110480" h="2291079">
                  <a:moveTo>
                    <a:pt x="0" y="1909572"/>
                  </a:moveTo>
                  <a:lnTo>
                    <a:pt x="2438400" y="1519427"/>
                  </a:lnTo>
                </a:path>
                <a:path w="5110480" h="2291079">
                  <a:moveTo>
                    <a:pt x="2438400" y="1528572"/>
                  </a:moveTo>
                  <a:lnTo>
                    <a:pt x="5105400" y="681227"/>
                  </a:lnTo>
                </a:path>
                <a:path w="5110480" h="2291079">
                  <a:moveTo>
                    <a:pt x="0" y="457200"/>
                  </a:moveTo>
                  <a:lnTo>
                    <a:pt x="2438400" y="2057400"/>
                  </a:lnTo>
                </a:path>
                <a:path w="5110480" h="2291079">
                  <a:moveTo>
                    <a:pt x="0" y="1905000"/>
                  </a:moveTo>
                  <a:lnTo>
                    <a:pt x="2438400" y="2057400"/>
                  </a:lnTo>
                </a:path>
                <a:path w="5110480" h="2291079">
                  <a:moveTo>
                    <a:pt x="2438400" y="2061972"/>
                  </a:moveTo>
                  <a:lnTo>
                    <a:pt x="5105400" y="159562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414920" y="5481720"/>
            <a:ext cx="161925" cy="161925"/>
            <a:chOff x="4414920" y="5481720"/>
            <a:chExt cx="161925" cy="161925"/>
          </a:xfrm>
        </p:grpSpPr>
        <p:sp>
          <p:nvSpPr>
            <p:cNvPr id="20" name="object 20"/>
            <p:cNvSpPr/>
            <p:nvPr/>
          </p:nvSpPr>
          <p:spPr>
            <a:xfrm>
              <a:off x="4419600" y="5486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19600" y="5486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71269" y="5361838"/>
            <a:ext cx="339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"/>
                <a:cs typeface="Arial"/>
              </a:rPr>
              <a:t>E</a:t>
            </a:r>
            <a:r>
              <a:rPr sz="1950" spc="-37" baseline="-21367" dirty="0">
                <a:latin typeface="Arial"/>
                <a:cs typeface="Arial"/>
              </a:rPr>
              <a:t>3</a:t>
            </a:r>
            <a:endParaRPr sz="1950" baseline="-2136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73085" y="3928109"/>
            <a:ext cx="339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"/>
                <a:cs typeface="Arial"/>
              </a:rPr>
              <a:t>E</a:t>
            </a:r>
            <a:r>
              <a:rPr sz="1950" spc="-37" baseline="-21367" dirty="0">
                <a:latin typeface="Arial"/>
                <a:cs typeface="Arial"/>
              </a:rPr>
              <a:t>2</a:t>
            </a:r>
            <a:endParaRPr sz="1950" baseline="-2136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415" y="1017067"/>
            <a:ext cx="5968365" cy="28467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65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76555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thức</a:t>
            </a:r>
            <a:endParaRPr sz="2400">
              <a:latin typeface="Arial"/>
              <a:cs typeface="Arial"/>
            </a:endParaRPr>
          </a:p>
          <a:p>
            <a:pPr marL="7772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77240" algn="l"/>
              </a:tabLst>
            </a:pPr>
            <a:r>
              <a:rPr sz="2000" dirty="0">
                <a:latin typeface="Arial"/>
                <a:cs typeface="Arial"/>
              </a:rPr>
              <a:t>Kiểu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giữa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E</a:t>
            </a:r>
            <a:r>
              <a:rPr sz="1950" spc="-37" baseline="-21367" dirty="0">
                <a:latin typeface="Arial"/>
                <a:cs typeface="Arial"/>
              </a:rPr>
              <a:t>n</a:t>
            </a:r>
            <a:endParaRPr sz="1950" baseline="-21367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81100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baseline="-20833" dirty="0">
                <a:latin typeface="Arial"/>
                <a:cs typeface="Arial"/>
              </a:rPr>
              <a:t>i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 kết</a:t>
            </a:r>
            <a:r>
              <a:rPr sz="1800" spc="-10" dirty="0">
                <a:latin typeface="Arial"/>
                <a:cs typeface="Arial"/>
              </a:rPr>
              <a:t> n-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),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đó e</a:t>
            </a:r>
            <a:r>
              <a:rPr sz="1800" baseline="-20833" dirty="0">
                <a:latin typeface="Arial"/>
                <a:cs typeface="Arial"/>
              </a:rPr>
              <a:t>j</a:t>
            </a:r>
            <a:r>
              <a:rPr sz="1800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-37" baseline="-20833" dirty="0">
                <a:latin typeface="Arial"/>
                <a:cs typeface="Arial"/>
              </a:rPr>
              <a:t>j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95"/>
              </a:spcBef>
              <a:buChar char="-"/>
              <a:tabLst>
                <a:tab pos="1181100" algn="l"/>
              </a:tabLst>
            </a:pPr>
            <a:r>
              <a:rPr sz="1800" dirty="0">
                <a:latin typeface="Arial"/>
                <a:cs typeface="Arial"/>
              </a:rPr>
              <a:t>Một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 hệ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-37" baseline="-20833" dirty="0">
                <a:latin typeface="Arial"/>
                <a:cs typeface="Arial"/>
              </a:rPr>
              <a:t>n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81100" algn="l"/>
              </a:tabLst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 tích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Cartersian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-37" baseline="-20833" dirty="0">
                <a:latin typeface="Arial"/>
                <a:cs typeface="Arial"/>
              </a:rPr>
              <a:t>n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R="1698625" algn="r">
              <a:lnSpc>
                <a:spcPct val="100000"/>
              </a:lnSpc>
              <a:spcBef>
                <a:spcPts val="1830"/>
              </a:spcBef>
            </a:pPr>
            <a:r>
              <a:rPr sz="2000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1200"/>
              </a:spcBef>
            </a:pPr>
            <a:r>
              <a:rPr sz="2000" spc="-25" dirty="0">
                <a:latin typeface="Arial"/>
                <a:cs typeface="Arial"/>
              </a:rPr>
              <a:t>E</a:t>
            </a:r>
            <a:r>
              <a:rPr sz="1950" spc="-37" baseline="-21367" dirty="0">
                <a:latin typeface="Arial"/>
                <a:cs typeface="Arial"/>
              </a:rPr>
              <a:t>1</a:t>
            </a:r>
            <a:endParaRPr sz="1950" baseline="-21367">
              <a:latin typeface="Arial"/>
              <a:cs typeface="Arial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50A3E42-8DFF-F52B-6054-A941FE924B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80" dirty="0"/>
              <a:t> </a:t>
            </a:r>
            <a:r>
              <a:rPr spc="-25" dirty="0"/>
              <a:t>kết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319" y="1962804"/>
            <a:ext cx="6410325" cy="3971925"/>
            <a:chOff x="1519319" y="1962804"/>
            <a:chExt cx="6410325" cy="3971925"/>
          </a:xfrm>
        </p:grpSpPr>
        <p:sp>
          <p:nvSpPr>
            <p:cNvPr id="4" name="object 4"/>
            <p:cNvSpPr/>
            <p:nvPr/>
          </p:nvSpPr>
          <p:spPr>
            <a:xfrm>
              <a:off x="1523999" y="1967484"/>
              <a:ext cx="6400800" cy="3962400"/>
            </a:xfrm>
            <a:custGeom>
              <a:avLst/>
              <a:gdLst/>
              <a:ahLst/>
              <a:cxnLst/>
              <a:rect l="l" t="t" r="r" b="b"/>
              <a:pathLst>
                <a:path w="6400800" h="3962400">
                  <a:moveTo>
                    <a:pt x="5334000" y="1790699"/>
                  </a:moveTo>
                  <a:lnTo>
                    <a:pt x="5335338" y="1733566"/>
                  </a:lnTo>
                  <a:lnTo>
                    <a:pt x="5339295" y="1677515"/>
                  </a:lnTo>
                  <a:lnTo>
                    <a:pt x="5345780" y="1622683"/>
                  </a:lnTo>
                  <a:lnTo>
                    <a:pt x="5354702" y="1569205"/>
                  </a:lnTo>
                  <a:lnTo>
                    <a:pt x="5365971" y="1517217"/>
                  </a:lnTo>
                  <a:lnTo>
                    <a:pt x="5379498" y="1466855"/>
                  </a:lnTo>
                  <a:lnTo>
                    <a:pt x="5395191" y="1418252"/>
                  </a:lnTo>
                  <a:lnTo>
                    <a:pt x="5412961" y="1371546"/>
                  </a:lnTo>
                  <a:lnTo>
                    <a:pt x="5432718" y="1326872"/>
                  </a:lnTo>
                  <a:lnTo>
                    <a:pt x="5454371" y="1284364"/>
                  </a:lnTo>
                  <a:lnTo>
                    <a:pt x="5477831" y="1244159"/>
                  </a:lnTo>
                  <a:lnTo>
                    <a:pt x="5503006" y="1206392"/>
                  </a:lnTo>
                  <a:lnTo>
                    <a:pt x="5529807" y="1171198"/>
                  </a:lnTo>
                  <a:lnTo>
                    <a:pt x="5558144" y="1138713"/>
                  </a:lnTo>
                  <a:lnTo>
                    <a:pt x="5587926" y="1109072"/>
                  </a:lnTo>
                  <a:lnTo>
                    <a:pt x="5619064" y="1082412"/>
                  </a:lnTo>
                  <a:lnTo>
                    <a:pt x="5651467" y="1058866"/>
                  </a:lnTo>
                  <a:lnTo>
                    <a:pt x="5685044" y="1038571"/>
                  </a:lnTo>
                  <a:lnTo>
                    <a:pt x="5719707" y="1021663"/>
                  </a:lnTo>
                  <a:lnTo>
                    <a:pt x="5791925" y="998546"/>
                  </a:lnTo>
                  <a:lnTo>
                    <a:pt x="5867400" y="990600"/>
                  </a:lnTo>
                  <a:lnTo>
                    <a:pt x="5905499" y="992609"/>
                  </a:lnTo>
                  <a:lnTo>
                    <a:pt x="5979435" y="1008276"/>
                  </a:lnTo>
                  <a:lnTo>
                    <a:pt x="6049755" y="1038571"/>
                  </a:lnTo>
                  <a:lnTo>
                    <a:pt x="6083332" y="1058866"/>
                  </a:lnTo>
                  <a:lnTo>
                    <a:pt x="6115735" y="1082412"/>
                  </a:lnTo>
                  <a:lnTo>
                    <a:pt x="6146873" y="1109072"/>
                  </a:lnTo>
                  <a:lnTo>
                    <a:pt x="6176655" y="1138713"/>
                  </a:lnTo>
                  <a:lnTo>
                    <a:pt x="6204992" y="1171198"/>
                  </a:lnTo>
                  <a:lnTo>
                    <a:pt x="6231793" y="1206392"/>
                  </a:lnTo>
                  <a:lnTo>
                    <a:pt x="6256968" y="1244159"/>
                  </a:lnTo>
                  <a:lnTo>
                    <a:pt x="6280428" y="1284364"/>
                  </a:lnTo>
                  <a:lnTo>
                    <a:pt x="6302081" y="1326872"/>
                  </a:lnTo>
                  <a:lnTo>
                    <a:pt x="6321838" y="1371546"/>
                  </a:lnTo>
                  <a:lnTo>
                    <a:pt x="6339608" y="1418252"/>
                  </a:lnTo>
                  <a:lnTo>
                    <a:pt x="6355301" y="1466855"/>
                  </a:lnTo>
                  <a:lnTo>
                    <a:pt x="6368828" y="1517217"/>
                  </a:lnTo>
                  <a:lnTo>
                    <a:pt x="6380097" y="1569205"/>
                  </a:lnTo>
                  <a:lnTo>
                    <a:pt x="6389019" y="1622683"/>
                  </a:lnTo>
                  <a:lnTo>
                    <a:pt x="6395504" y="1677515"/>
                  </a:lnTo>
                  <a:lnTo>
                    <a:pt x="6399461" y="1733566"/>
                  </a:lnTo>
                  <a:lnTo>
                    <a:pt x="6400800" y="1790699"/>
                  </a:lnTo>
                  <a:lnTo>
                    <a:pt x="6399461" y="1847833"/>
                  </a:lnTo>
                  <a:lnTo>
                    <a:pt x="6395504" y="1903884"/>
                  </a:lnTo>
                  <a:lnTo>
                    <a:pt x="6389019" y="1958716"/>
                  </a:lnTo>
                  <a:lnTo>
                    <a:pt x="6380097" y="2012194"/>
                  </a:lnTo>
                  <a:lnTo>
                    <a:pt x="6368828" y="2064182"/>
                  </a:lnTo>
                  <a:lnTo>
                    <a:pt x="6355301" y="2114544"/>
                  </a:lnTo>
                  <a:lnTo>
                    <a:pt x="6339608" y="2163147"/>
                  </a:lnTo>
                  <a:lnTo>
                    <a:pt x="6321838" y="2209853"/>
                  </a:lnTo>
                  <a:lnTo>
                    <a:pt x="6302081" y="2254527"/>
                  </a:lnTo>
                  <a:lnTo>
                    <a:pt x="6280428" y="2297035"/>
                  </a:lnTo>
                  <a:lnTo>
                    <a:pt x="6256968" y="2337240"/>
                  </a:lnTo>
                  <a:lnTo>
                    <a:pt x="6231793" y="2375007"/>
                  </a:lnTo>
                  <a:lnTo>
                    <a:pt x="6204992" y="2410201"/>
                  </a:lnTo>
                  <a:lnTo>
                    <a:pt x="6176655" y="2442686"/>
                  </a:lnTo>
                  <a:lnTo>
                    <a:pt x="6146873" y="2472327"/>
                  </a:lnTo>
                  <a:lnTo>
                    <a:pt x="6115735" y="2498987"/>
                  </a:lnTo>
                  <a:lnTo>
                    <a:pt x="6083332" y="2522533"/>
                  </a:lnTo>
                  <a:lnTo>
                    <a:pt x="6049755" y="2542828"/>
                  </a:lnTo>
                  <a:lnTo>
                    <a:pt x="6015092" y="2559736"/>
                  </a:lnTo>
                  <a:lnTo>
                    <a:pt x="5942874" y="2582853"/>
                  </a:lnTo>
                  <a:lnTo>
                    <a:pt x="5867400" y="2590799"/>
                  </a:lnTo>
                  <a:lnTo>
                    <a:pt x="5829300" y="2588790"/>
                  </a:lnTo>
                  <a:lnTo>
                    <a:pt x="5755364" y="2573123"/>
                  </a:lnTo>
                  <a:lnTo>
                    <a:pt x="5685044" y="2542828"/>
                  </a:lnTo>
                  <a:lnTo>
                    <a:pt x="5651467" y="2522533"/>
                  </a:lnTo>
                  <a:lnTo>
                    <a:pt x="5619064" y="2498987"/>
                  </a:lnTo>
                  <a:lnTo>
                    <a:pt x="5587926" y="2472327"/>
                  </a:lnTo>
                  <a:lnTo>
                    <a:pt x="5558144" y="2442686"/>
                  </a:lnTo>
                  <a:lnTo>
                    <a:pt x="5529807" y="2410201"/>
                  </a:lnTo>
                  <a:lnTo>
                    <a:pt x="5503006" y="2375007"/>
                  </a:lnTo>
                  <a:lnTo>
                    <a:pt x="5477831" y="2337240"/>
                  </a:lnTo>
                  <a:lnTo>
                    <a:pt x="5454371" y="2297035"/>
                  </a:lnTo>
                  <a:lnTo>
                    <a:pt x="5432718" y="2254527"/>
                  </a:lnTo>
                  <a:lnTo>
                    <a:pt x="5412961" y="2209853"/>
                  </a:lnTo>
                  <a:lnTo>
                    <a:pt x="5395191" y="2163147"/>
                  </a:lnTo>
                  <a:lnTo>
                    <a:pt x="5379498" y="2114544"/>
                  </a:lnTo>
                  <a:lnTo>
                    <a:pt x="5365971" y="2064182"/>
                  </a:lnTo>
                  <a:lnTo>
                    <a:pt x="5354702" y="2012194"/>
                  </a:lnTo>
                  <a:lnTo>
                    <a:pt x="5345780" y="1958716"/>
                  </a:lnTo>
                  <a:lnTo>
                    <a:pt x="5339295" y="1903884"/>
                  </a:lnTo>
                  <a:lnTo>
                    <a:pt x="5335338" y="1847833"/>
                  </a:lnTo>
                  <a:lnTo>
                    <a:pt x="5334000" y="1790699"/>
                  </a:lnTo>
                  <a:close/>
                </a:path>
                <a:path w="6400800" h="3962400">
                  <a:moveTo>
                    <a:pt x="2590800" y="838200"/>
                  </a:moveTo>
                  <a:lnTo>
                    <a:pt x="2592054" y="775645"/>
                  </a:lnTo>
                  <a:lnTo>
                    <a:pt x="2595757" y="714339"/>
                  </a:lnTo>
                  <a:lnTo>
                    <a:pt x="2601822" y="654443"/>
                  </a:lnTo>
                  <a:lnTo>
                    <a:pt x="2610159" y="596120"/>
                  </a:lnTo>
                  <a:lnTo>
                    <a:pt x="2620681" y="539532"/>
                  </a:lnTo>
                  <a:lnTo>
                    <a:pt x="2633297" y="484840"/>
                  </a:lnTo>
                  <a:lnTo>
                    <a:pt x="2647922" y="432207"/>
                  </a:lnTo>
                  <a:lnTo>
                    <a:pt x="2664464" y="381795"/>
                  </a:lnTo>
                  <a:lnTo>
                    <a:pt x="2682838" y="333766"/>
                  </a:lnTo>
                  <a:lnTo>
                    <a:pt x="2702953" y="288283"/>
                  </a:lnTo>
                  <a:lnTo>
                    <a:pt x="2724721" y="245506"/>
                  </a:lnTo>
                  <a:lnTo>
                    <a:pt x="2748054" y="205599"/>
                  </a:lnTo>
                  <a:lnTo>
                    <a:pt x="2772864" y="168723"/>
                  </a:lnTo>
                  <a:lnTo>
                    <a:pt x="2799062" y="135041"/>
                  </a:lnTo>
                  <a:lnTo>
                    <a:pt x="2826559" y="104715"/>
                  </a:lnTo>
                  <a:lnTo>
                    <a:pt x="2855268" y="77906"/>
                  </a:lnTo>
                  <a:lnTo>
                    <a:pt x="2915965" y="35489"/>
                  </a:lnTo>
                  <a:lnTo>
                    <a:pt x="2980444" y="9088"/>
                  </a:lnTo>
                  <a:lnTo>
                    <a:pt x="3048000" y="0"/>
                  </a:lnTo>
                  <a:lnTo>
                    <a:pt x="3082117" y="2299"/>
                  </a:lnTo>
                  <a:lnTo>
                    <a:pt x="3148223" y="20205"/>
                  </a:lnTo>
                  <a:lnTo>
                    <a:pt x="3210900" y="54776"/>
                  </a:lnTo>
                  <a:lnTo>
                    <a:pt x="3269440" y="104715"/>
                  </a:lnTo>
                  <a:lnTo>
                    <a:pt x="3296937" y="135041"/>
                  </a:lnTo>
                  <a:lnTo>
                    <a:pt x="3323135" y="168723"/>
                  </a:lnTo>
                  <a:lnTo>
                    <a:pt x="3347945" y="205599"/>
                  </a:lnTo>
                  <a:lnTo>
                    <a:pt x="3371278" y="245506"/>
                  </a:lnTo>
                  <a:lnTo>
                    <a:pt x="3393046" y="288283"/>
                  </a:lnTo>
                  <a:lnTo>
                    <a:pt x="3413161" y="333766"/>
                  </a:lnTo>
                  <a:lnTo>
                    <a:pt x="3431535" y="381795"/>
                  </a:lnTo>
                  <a:lnTo>
                    <a:pt x="3448077" y="432207"/>
                  </a:lnTo>
                  <a:lnTo>
                    <a:pt x="3462702" y="484840"/>
                  </a:lnTo>
                  <a:lnTo>
                    <a:pt x="3475318" y="539532"/>
                  </a:lnTo>
                  <a:lnTo>
                    <a:pt x="3485840" y="596120"/>
                  </a:lnTo>
                  <a:lnTo>
                    <a:pt x="3494177" y="654443"/>
                  </a:lnTo>
                  <a:lnTo>
                    <a:pt x="3500242" y="714339"/>
                  </a:lnTo>
                  <a:lnTo>
                    <a:pt x="3503945" y="775645"/>
                  </a:lnTo>
                  <a:lnTo>
                    <a:pt x="3505200" y="838200"/>
                  </a:lnTo>
                  <a:lnTo>
                    <a:pt x="3503945" y="900754"/>
                  </a:lnTo>
                  <a:lnTo>
                    <a:pt x="3500242" y="962060"/>
                  </a:lnTo>
                  <a:lnTo>
                    <a:pt x="3494177" y="1021956"/>
                  </a:lnTo>
                  <a:lnTo>
                    <a:pt x="3485840" y="1080279"/>
                  </a:lnTo>
                  <a:lnTo>
                    <a:pt x="3475318" y="1136867"/>
                  </a:lnTo>
                  <a:lnTo>
                    <a:pt x="3462702" y="1191559"/>
                  </a:lnTo>
                  <a:lnTo>
                    <a:pt x="3448077" y="1244192"/>
                  </a:lnTo>
                  <a:lnTo>
                    <a:pt x="3431535" y="1294604"/>
                  </a:lnTo>
                  <a:lnTo>
                    <a:pt x="3413161" y="1342633"/>
                  </a:lnTo>
                  <a:lnTo>
                    <a:pt x="3393046" y="1388116"/>
                  </a:lnTo>
                  <a:lnTo>
                    <a:pt x="3371278" y="1430893"/>
                  </a:lnTo>
                  <a:lnTo>
                    <a:pt x="3347945" y="1470800"/>
                  </a:lnTo>
                  <a:lnTo>
                    <a:pt x="3323135" y="1507676"/>
                  </a:lnTo>
                  <a:lnTo>
                    <a:pt x="3296937" y="1541358"/>
                  </a:lnTo>
                  <a:lnTo>
                    <a:pt x="3269440" y="1571684"/>
                  </a:lnTo>
                  <a:lnTo>
                    <a:pt x="3240731" y="1598493"/>
                  </a:lnTo>
                  <a:lnTo>
                    <a:pt x="3180034" y="1640910"/>
                  </a:lnTo>
                  <a:lnTo>
                    <a:pt x="3115555" y="1667311"/>
                  </a:lnTo>
                  <a:lnTo>
                    <a:pt x="3048000" y="1676399"/>
                  </a:lnTo>
                  <a:lnTo>
                    <a:pt x="3013882" y="1674100"/>
                  </a:lnTo>
                  <a:lnTo>
                    <a:pt x="2947776" y="1656194"/>
                  </a:lnTo>
                  <a:lnTo>
                    <a:pt x="2885099" y="1621623"/>
                  </a:lnTo>
                  <a:lnTo>
                    <a:pt x="2826559" y="1571684"/>
                  </a:lnTo>
                  <a:lnTo>
                    <a:pt x="2799062" y="1541358"/>
                  </a:lnTo>
                  <a:lnTo>
                    <a:pt x="2772864" y="1507676"/>
                  </a:lnTo>
                  <a:lnTo>
                    <a:pt x="2748054" y="1470800"/>
                  </a:lnTo>
                  <a:lnTo>
                    <a:pt x="2724721" y="1430893"/>
                  </a:lnTo>
                  <a:lnTo>
                    <a:pt x="2702953" y="1388116"/>
                  </a:lnTo>
                  <a:lnTo>
                    <a:pt x="2682838" y="1342633"/>
                  </a:lnTo>
                  <a:lnTo>
                    <a:pt x="2664464" y="1294604"/>
                  </a:lnTo>
                  <a:lnTo>
                    <a:pt x="2647922" y="1244192"/>
                  </a:lnTo>
                  <a:lnTo>
                    <a:pt x="2633297" y="1191559"/>
                  </a:lnTo>
                  <a:lnTo>
                    <a:pt x="2620681" y="1136867"/>
                  </a:lnTo>
                  <a:lnTo>
                    <a:pt x="2610159" y="1080279"/>
                  </a:lnTo>
                  <a:lnTo>
                    <a:pt x="2601822" y="1021956"/>
                  </a:lnTo>
                  <a:lnTo>
                    <a:pt x="2595757" y="962060"/>
                  </a:lnTo>
                  <a:lnTo>
                    <a:pt x="2592054" y="900754"/>
                  </a:lnTo>
                  <a:lnTo>
                    <a:pt x="2590800" y="838200"/>
                  </a:lnTo>
                  <a:close/>
                </a:path>
                <a:path w="6400800" h="3962400">
                  <a:moveTo>
                    <a:pt x="2590800" y="3238499"/>
                  </a:moveTo>
                  <a:lnTo>
                    <a:pt x="2592315" y="3179129"/>
                  </a:lnTo>
                  <a:lnTo>
                    <a:pt x="2596784" y="3121080"/>
                  </a:lnTo>
                  <a:lnTo>
                    <a:pt x="2604089" y="3064539"/>
                  </a:lnTo>
                  <a:lnTo>
                    <a:pt x="2614111" y="3009692"/>
                  </a:lnTo>
                  <a:lnTo>
                    <a:pt x="2626733" y="2956726"/>
                  </a:lnTo>
                  <a:lnTo>
                    <a:pt x="2641837" y="2905827"/>
                  </a:lnTo>
                  <a:lnTo>
                    <a:pt x="2659305" y="2857181"/>
                  </a:lnTo>
                  <a:lnTo>
                    <a:pt x="2679021" y="2810975"/>
                  </a:lnTo>
                  <a:lnTo>
                    <a:pt x="2700865" y="2767394"/>
                  </a:lnTo>
                  <a:lnTo>
                    <a:pt x="2724721" y="2726626"/>
                  </a:lnTo>
                  <a:lnTo>
                    <a:pt x="2750470" y="2688856"/>
                  </a:lnTo>
                  <a:lnTo>
                    <a:pt x="2777995" y="2654271"/>
                  </a:lnTo>
                  <a:lnTo>
                    <a:pt x="2807179" y="2623057"/>
                  </a:lnTo>
                  <a:lnTo>
                    <a:pt x="2837902" y="2595400"/>
                  </a:lnTo>
                  <a:lnTo>
                    <a:pt x="2870049" y="2571488"/>
                  </a:lnTo>
                  <a:lnTo>
                    <a:pt x="2903500" y="2551505"/>
                  </a:lnTo>
                  <a:lnTo>
                    <a:pt x="2973846" y="2524074"/>
                  </a:lnTo>
                  <a:lnTo>
                    <a:pt x="3048000" y="2514599"/>
                  </a:lnTo>
                  <a:lnTo>
                    <a:pt x="3085493" y="2516999"/>
                  </a:lnTo>
                  <a:lnTo>
                    <a:pt x="3157861" y="2535638"/>
                  </a:lnTo>
                  <a:lnTo>
                    <a:pt x="3225950" y="2571488"/>
                  </a:lnTo>
                  <a:lnTo>
                    <a:pt x="3258097" y="2595400"/>
                  </a:lnTo>
                  <a:lnTo>
                    <a:pt x="3288820" y="2623057"/>
                  </a:lnTo>
                  <a:lnTo>
                    <a:pt x="3318004" y="2654271"/>
                  </a:lnTo>
                  <a:lnTo>
                    <a:pt x="3345529" y="2688856"/>
                  </a:lnTo>
                  <a:lnTo>
                    <a:pt x="3371278" y="2726626"/>
                  </a:lnTo>
                  <a:lnTo>
                    <a:pt x="3395134" y="2767394"/>
                  </a:lnTo>
                  <a:lnTo>
                    <a:pt x="3416978" y="2810975"/>
                  </a:lnTo>
                  <a:lnTo>
                    <a:pt x="3436694" y="2857181"/>
                  </a:lnTo>
                  <a:lnTo>
                    <a:pt x="3454162" y="2905827"/>
                  </a:lnTo>
                  <a:lnTo>
                    <a:pt x="3469266" y="2956726"/>
                  </a:lnTo>
                  <a:lnTo>
                    <a:pt x="3481888" y="3009692"/>
                  </a:lnTo>
                  <a:lnTo>
                    <a:pt x="3491910" y="3064539"/>
                  </a:lnTo>
                  <a:lnTo>
                    <a:pt x="3499215" y="3121080"/>
                  </a:lnTo>
                  <a:lnTo>
                    <a:pt x="3503684" y="3179129"/>
                  </a:lnTo>
                  <a:lnTo>
                    <a:pt x="3505200" y="3238499"/>
                  </a:lnTo>
                  <a:lnTo>
                    <a:pt x="3503684" y="3297870"/>
                  </a:lnTo>
                  <a:lnTo>
                    <a:pt x="3499215" y="3355919"/>
                  </a:lnTo>
                  <a:lnTo>
                    <a:pt x="3491910" y="3412460"/>
                  </a:lnTo>
                  <a:lnTo>
                    <a:pt x="3481888" y="3467307"/>
                  </a:lnTo>
                  <a:lnTo>
                    <a:pt x="3469266" y="3520273"/>
                  </a:lnTo>
                  <a:lnTo>
                    <a:pt x="3454162" y="3571172"/>
                  </a:lnTo>
                  <a:lnTo>
                    <a:pt x="3436694" y="3619818"/>
                  </a:lnTo>
                  <a:lnTo>
                    <a:pt x="3416978" y="3666024"/>
                  </a:lnTo>
                  <a:lnTo>
                    <a:pt x="3395134" y="3709605"/>
                  </a:lnTo>
                  <a:lnTo>
                    <a:pt x="3371278" y="3750373"/>
                  </a:lnTo>
                  <a:lnTo>
                    <a:pt x="3345529" y="3788143"/>
                  </a:lnTo>
                  <a:lnTo>
                    <a:pt x="3318004" y="3822728"/>
                  </a:lnTo>
                  <a:lnTo>
                    <a:pt x="3288820" y="3853942"/>
                  </a:lnTo>
                  <a:lnTo>
                    <a:pt x="3258097" y="3881599"/>
                  </a:lnTo>
                  <a:lnTo>
                    <a:pt x="3225950" y="3905511"/>
                  </a:lnTo>
                  <a:lnTo>
                    <a:pt x="3192499" y="3925494"/>
                  </a:lnTo>
                  <a:lnTo>
                    <a:pt x="3122153" y="3952925"/>
                  </a:lnTo>
                  <a:lnTo>
                    <a:pt x="3048000" y="3962400"/>
                  </a:lnTo>
                  <a:lnTo>
                    <a:pt x="3010506" y="3960000"/>
                  </a:lnTo>
                  <a:lnTo>
                    <a:pt x="2938138" y="3941361"/>
                  </a:lnTo>
                  <a:lnTo>
                    <a:pt x="2870049" y="3905511"/>
                  </a:lnTo>
                  <a:lnTo>
                    <a:pt x="2837902" y="3881599"/>
                  </a:lnTo>
                  <a:lnTo>
                    <a:pt x="2807179" y="3853942"/>
                  </a:lnTo>
                  <a:lnTo>
                    <a:pt x="2777995" y="3822728"/>
                  </a:lnTo>
                  <a:lnTo>
                    <a:pt x="2750470" y="3788143"/>
                  </a:lnTo>
                  <a:lnTo>
                    <a:pt x="2724721" y="3750373"/>
                  </a:lnTo>
                  <a:lnTo>
                    <a:pt x="2700865" y="3709605"/>
                  </a:lnTo>
                  <a:lnTo>
                    <a:pt x="2679021" y="3666024"/>
                  </a:lnTo>
                  <a:lnTo>
                    <a:pt x="2659305" y="3619818"/>
                  </a:lnTo>
                  <a:lnTo>
                    <a:pt x="2641837" y="3571172"/>
                  </a:lnTo>
                  <a:lnTo>
                    <a:pt x="2626733" y="3520273"/>
                  </a:lnTo>
                  <a:lnTo>
                    <a:pt x="2614111" y="3467307"/>
                  </a:lnTo>
                  <a:lnTo>
                    <a:pt x="2604089" y="3412460"/>
                  </a:lnTo>
                  <a:lnTo>
                    <a:pt x="2596784" y="3355919"/>
                  </a:lnTo>
                  <a:lnTo>
                    <a:pt x="2592315" y="3297870"/>
                  </a:lnTo>
                  <a:lnTo>
                    <a:pt x="2590800" y="3238499"/>
                  </a:lnTo>
                  <a:close/>
                </a:path>
                <a:path w="6400800" h="3962400">
                  <a:moveTo>
                    <a:pt x="0" y="2095499"/>
                  </a:moveTo>
                  <a:lnTo>
                    <a:pt x="1515" y="2036129"/>
                  </a:lnTo>
                  <a:lnTo>
                    <a:pt x="5984" y="1978080"/>
                  </a:lnTo>
                  <a:lnTo>
                    <a:pt x="13289" y="1921539"/>
                  </a:lnTo>
                  <a:lnTo>
                    <a:pt x="23311" y="1866692"/>
                  </a:lnTo>
                  <a:lnTo>
                    <a:pt x="35933" y="1813726"/>
                  </a:lnTo>
                  <a:lnTo>
                    <a:pt x="51037" y="1762827"/>
                  </a:lnTo>
                  <a:lnTo>
                    <a:pt x="68505" y="1714181"/>
                  </a:lnTo>
                  <a:lnTo>
                    <a:pt x="88221" y="1667975"/>
                  </a:lnTo>
                  <a:lnTo>
                    <a:pt x="110065" y="1624394"/>
                  </a:lnTo>
                  <a:lnTo>
                    <a:pt x="133921" y="1583626"/>
                  </a:lnTo>
                  <a:lnTo>
                    <a:pt x="159670" y="1545856"/>
                  </a:lnTo>
                  <a:lnTo>
                    <a:pt x="187195" y="1511271"/>
                  </a:lnTo>
                  <a:lnTo>
                    <a:pt x="216379" y="1480057"/>
                  </a:lnTo>
                  <a:lnTo>
                    <a:pt x="247102" y="1452400"/>
                  </a:lnTo>
                  <a:lnTo>
                    <a:pt x="279249" y="1428488"/>
                  </a:lnTo>
                  <a:lnTo>
                    <a:pt x="312700" y="1408505"/>
                  </a:lnTo>
                  <a:lnTo>
                    <a:pt x="383046" y="1381074"/>
                  </a:lnTo>
                  <a:lnTo>
                    <a:pt x="457200" y="1371600"/>
                  </a:lnTo>
                  <a:lnTo>
                    <a:pt x="494693" y="1373999"/>
                  </a:lnTo>
                  <a:lnTo>
                    <a:pt x="567061" y="1392638"/>
                  </a:lnTo>
                  <a:lnTo>
                    <a:pt x="635150" y="1428488"/>
                  </a:lnTo>
                  <a:lnTo>
                    <a:pt x="667297" y="1452400"/>
                  </a:lnTo>
                  <a:lnTo>
                    <a:pt x="698020" y="1480057"/>
                  </a:lnTo>
                  <a:lnTo>
                    <a:pt x="727204" y="1511271"/>
                  </a:lnTo>
                  <a:lnTo>
                    <a:pt x="754729" y="1545856"/>
                  </a:lnTo>
                  <a:lnTo>
                    <a:pt x="780478" y="1583626"/>
                  </a:lnTo>
                  <a:lnTo>
                    <a:pt x="804334" y="1624394"/>
                  </a:lnTo>
                  <a:lnTo>
                    <a:pt x="826178" y="1667975"/>
                  </a:lnTo>
                  <a:lnTo>
                    <a:pt x="845894" y="1714181"/>
                  </a:lnTo>
                  <a:lnTo>
                    <a:pt x="863362" y="1762827"/>
                  </a:lnTo>
                  <a:lnTo>
                    <a:pt x="878466" y="1813726"/>
                  </a:lnTo>
                  <a:lnTo>
                    <a:pt x="891088" y="1866692"/>
                  </a:lnTo>
                  <a:lnTo>
                    <a:pt x="901110" y="1921539"/>
                  </a:lnTo>
                  <a:lnTo>
                    <a:pt x="908415" y="1978080"/>
                  </a:lnTo>
                  <a:lnTo>
                    <a:pt x="912884" y="2036129"/>
                  </a:lnTo>
                  <a:lnTo>
                    <a:pt x="914400" y="2095499"/>
                  </a:lnTo>
                  <a:lnTo>
                    <a:pt x="912884" y="2154870"/>
                  </a:lnTo>
                  <a:lnTo>
                    <a:pt x="908415" y="2212919"/>
                  </a:lnTo>
                  <a:lnTo>
                    <a:pt x="901110" y="2269460"/>
                  </a:lnTo>
                  <a:lnTo>
                    <a:pt x="891088" y="2324307"/>
                  </a:lnTo>
                  <a:lnTo>
                    <a:pt x="878466" y="2377273"/>
                  </a:lnTo>
                  <a:lnTo>
                    <a:pt x="863362" y="2428172"/>
                  </a:lnTo>
                  <a:lnTo>
                    <a:pt x="845894" y="2476818"/>
                  </a:lnTo>
                  <a:lnTo>
                    <a:pt x="826178" y="2523024"/>
                  </a:lnTo>
                  <a:lnTo>
                    <a:pt x="804334" y="2566605"/>
                  </a:lnTo>
                  <a:lnTo>
                    <a:pt x="780478" y="2607373"/>
                  </a:lnTo>
                  <a:lnTo>
                    <a:pt x="754729" y="2645143"/>
                  </a:lnTo>
                  <a:lnTo>
                    <a:pt x="727204" y="2679728"/>
                  </a:lnTo>
                  <a:lnTo>
                    <a:pt x="698020" y="2710942"/>
                  </a:lnTo>
                  <a:lnTo>
                    <a:pt x="667297" y="2738599"/>
                  </a:lnTo>
                  <a:lnTo>
                    <a:pt x="635150" y="2762511"/>
                  </a:lnTo>
                  <a:lnTo>
                    <a:pt x="601699" y="2782494"/>
                  </a:lnTo>
                  <a:lnTo>
                    <a:pt x="531353" y="2809925"/>
                  </a:lnTo>
                  <a:lnTo>
                    <a:pt x="457200" y="2819399"/>
                  </a:lnTo>
                  <a:lnTo>
                    <a:pt x="419706" y="2817000"/>
                  </a:lnTo>
                  <a:lnTo>
                    <a:pt x="347338" y="2798361"/>
                  </a:lnTo>
                  <a:lnTo>
                    <a:pt x="279249" y="2762511"/>
                  </a:lnTo>
                  <a:lnTo>
                    <a:pt x="247102" y="2738599"/>
                  </a:lnTo>
                  <a:lnTo>
                    <a:pt x="216379" y="2710942"/>
                  </a:lnTo>
                  <a:lnTo>
                    <a:pt x="187195" y="2679728"/>
                  </a:lnTo>
                  <a:lnTo>
                    <a:pt x="159670" y="2645143"/>
                  </a:lnTo>
                  <a:lnTo>
                    <a:pt x="133921" y="2607373"/>
                  </a:lnTo>
                  <a:lnTo>
                    <a:pt x="110065" y="2566605"/>
                  </a:lnTo>
                  <a:lnTo>
                    <a:pt x="88221" y="2523024"/>
                  </a:lnTo>
                  <a:lnTo>
                    <a:pt x="68505" y="2476818"/>
                  </a:lnTo>
                  <a:lnTo>
                    <a:pt x="51037" y="2428172"/>
                  </a:lnTo>
                  <a:lnTo>
                    <a:pt x="35933" y="2377273"/>
                  </a:lnTo>
                  <a:lnTo>
                    <a:pt x="23311" y="2324307"/>
                  </a:lnTo>
                  <a:lnTo>
                    <a:pt x="13289" y="2269460"/>
                  </a:lnTo>
                  <a:lnTo>
                    <a:pt x="5984" y="2212919"/>
                  </a:lnTo>
                  <a:lnTo>
                    <a:pt x="1515" y="2154870"/>
                  </a:lnTo>
                  <a:lnTo>
                    <a:pt x="0" y="2095499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5799" y="23484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799" y="23484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799" y="516788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95799" y="516788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0319" y="3715404"/>
              <a:ext cx="161760" cy="1617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0319" y="4248804"/>
              <a:ext cx="161760" cy="161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0519" y="3639204"/>
              <a:ext cx="161760" cy="1617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81199" y="2420112"/>
              <a:ext cx="5410200" cy="2828925"/>
            </a:xfrm>
            <a:custGeom>
              <a:avLst/>
              <a:gdLst/>
              <a:ahLst/>
              <a:cxnLst/>
              <a:rect l="l" t="t" r="r" b="b"/>
              <a:pathLst>
                <a:path w="5410200" h="2828925">
                  <a:moveTo>
                    <a:pt x="0" y="1380744"/>
                  </a:moveTo>
                  <a:lnTo>
                    <a:pt x="2590800" y="0"/>
                  </a:lnTo>
                </a:path>
                <a:path w="5410200" h="2828925">
                  <a:moveTo>
                    <a:pt x="2590800" y="4572"/>
                  </a:moveTo>
                  <a:lnTo>
                    <a:pt x="5410200" y="1299971"/>
                  </a:lnTo>
                </a:path>
                <a:path w="5410200" h="2828925">
                  <a:moveTo>
                    <a:pt x="0" y="1914144"/>
                  </a:moveTo>
                  <a:lnTo>
                    <a:pt x="2590800" y="685800"/>
                  </a:lnTo>
                </a:path>
                <a:path w="5410200" h="2828925">
                  <a:moveTo>
                    <a:pt x="2590800" y="690372"/>
                  </a:moveTo>
                  <a:lnTo>
                    <a:pt x="5410200" y="1299971"/>
                  </a:lnTo>
                </a:path>
                <a:path w="5410200" h="2828925">
                  <a:moveTo>
                    <a:pt x="0" y="1909571"/>
                  </a:moveTo>
                  <a:lnTo>
                    <a:pt x="2590800" y="2823972"/>
                  </a:lnTo>
                </a:path>
                <a:path w="5410200" h="2828925">
                  <a:moveTo>
                    <a:pt x="2590800" y="2828544"/>
                  </a:moveTo>
                  <a:lnTo>
                    <a:pt x="5410200" y="12954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491120" y="3029604"/>
            <a:ext cx="161925" cy="161925"/>
            <a:chOff x="4491120" y="3029604"/>
            <a:chExt cx="161925" cy="161925"/>
          </a:xfrm>
        </p:grpSpPr>
        <p:sp>
          <p:nvSpPr>
            <p:cNvPr id="14" name="object 14"/>
            <p:cNvSpPr/>
            <p:nvPr/>
          </p:nvSpPr>
          <p:spPr>
            <a:xfrm>
              <a:off x="4495800" y="30342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5800" y="30342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7120" y="2986278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8885" y="4600778"/>
            <a:ext cx="1334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815" y="1093723"/>
            <a:ext cx="8129270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thể.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400">
              <a:latin typeface="Arial"/>
              <a:cs typeface="Arial"/>
            </a:endParaRPr>
          </a:p>
          <a:p>
            <a:pPr marL="466153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5851" y="5501132"/>
            <a:ext cx="948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A1B114D-D59F-85C3-37C1-BD826B0D0B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80" dirty="0"/>
              <a:t> </a:t>
            </a:r>
            <a:r>
              <a:rPr spc="-25" dirty="0"/>
              <a:t>kết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235950" cy="3416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Bậc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kết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Số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Kiểu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phân.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Kiểu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phân.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90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Kiểu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đệ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quy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Cùng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vai</a:t>
            </a:r>
            <a:r>
              <a:rPr sz="2400" spc="-25" dirty="0">
                <a:latin typeface="Arial"/>
                <a:cs typeface="Arial"/>
              </a:rPr>
              <a:t> trò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khác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Nhân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giám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sát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8379" y="5172455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46191" y="5170932"/>
            <a:ext cx="1213485" cy="367665"/>
          </a:xfrm>
          <a:custGeom>
            <a:avLst/>
            <a:gdLst/>
            <a:ahLst/>
            <a:cxnLst/>
            <a:rect l="l" t="t" r="r" b="b"/>
            <a:pathLst>
              <a:path w="1213484" h="367664">
                <a:moveTo>
                  <a:pt x="0" y="183642"/>
                </a:moveTo>
                <a:lnTo>
                  <a:pt x="606552" y="0"/>
                </a:lnTo>
                <a:lnTo>
                  <a:pt x="1213104" y="183642"/>
                </a:lnTo>
                <a:lnTo>
                  <a:pt x="606552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34329" y="5200015"/>
            <a:ext cx="1038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GIAMSAT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54927" y="4937778"/>
            <a:ext cx="3003550" cy="835660"/>
            <a:chOff x="2954927" y="4937778"/>
            <a:chExt cx="3003550" cy="835660"/>
          </a:xfrm>
        </p:grpSpPr>
        <p:sp>
          <p:nvSpPr>
            <p:cNvPr id="8" name="object 8"/>
            <p:cNvSpPr/>
            <p:nvPr/>
          </p:nvSpPr>
          <p:spPr>
            <a:xfrm>
              <a:off x="2959607" y="5538215"/>
              <a:ext cx="2994025" cy="230504"/>
            </a:xfrm>
            <a:custGeom>
              <a:avLst/>
              <a:gdLst/>
              <a:ahLst/>
              <a:cxnLst/>
              <a:rect l="l" t="t" r="r" b="b"/>
              <a:pathLst>
                <a:path w="2994025" h="230504">
                  <a:moveTo>
                    <a:pt x="0" y="1524"/>
                  </a:moveTo>
                  <a:lnTo>
                    <a:pt x="0" y="230111"/>
                  </a:lnTo>
                  <a:lnTo>
                    <a:pt x="2994025" y="230111"/>
                  </a:lnTo>
                  <a:lnTo>
                    <a:pt x="2994025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59607" y="4942458"/>
              <a:ext cx="2994025" cy="230504"/>
            </a:xfrm>
            <a:custGeom>
              <a:avLst/>
              <a:gdLst/>
              <a:ahLst/>
              <a:cxnLst/>
              <a:rect l="l" t="t" r="r" b="b"/>
              <a:pathLst>
                <a:path w="2994025" h="230504">
                  <a:moveTo>
                    <a:pt x="0" y="229997"/>
                  </a:moveTo>
                  <a:lnTo>
                    <a:pt x="0" y="0"/>
                  </a:lnTo>
                  <a:lnTo>
                    <a:pt x="2994025" y="0"/>
                  </a:lnTo>
                  <a:lnTo>
                    <a:pt x="2994025" y="22847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3863ABE-880D-0CAF-EF6E-EDC590472F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80" dirty="0"/>
              <a:t> </a:t>
            </a:r>
            <a:r>
              <a:rPr spc="-25" dirty="0"/>
              <a:t>kết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3037" y="2962465"/>
            <a:ext cx="6334125" cy="2834005"/>
            <a:chOff x="1443037" y="2962465"/>
            <a:chExt cx="6334125" cy="2834005"/>
          </a:xfrm>
        </p:grpSpPr>
        <p:sp>
          <p:nvSpPr>
            <p:cNvPr id="4" name="object 4"/>
            <p:cNvSpPr/>
            <p:nvPr/>
          </p:nvSpPr>
          <p:spPr>
            <a:xfrm>
              <a:off x="1905000" y="2967227"/>
              <a:ext cx="5410200" cy="2824480"/>
            </a:xfrm>
            <a:custGeom>
              <a:avLst/>
              <a:gdLst/>
              <a:ahLst/>
              <a:cxnLst/>
              <a:rect l="l" t="t" r="r" b="b"/>
              <a:pathLst>
                <a:path w="5410200" h="2824479">
                  <a:moveTo>
                    <a:pt x="0" y="1214628"/>
                  </a:moveTo>
                  <a:lnTo>
                    <a:pt x="2590800" y="0"/>
                  </a:lnTo>
                </a:path>
                <a:path w="5410200" h="2824479">
                  <a:moveTo>
                    <a:pt x="2590800" y="4572"/>
                  </a:moveTo>
                  <a:lnTo>
                    <a:pt x="5410200" y="1133856"/>
                  </a:lnTo>
                </a:path>
                <a:path w="5410200" h="2824479">
                  <a:moveTo>
                    <a:pt x="0" y="1732788"/>
                  </a:moveTo>
                  <a:lnTo>
                    <a:pt x="2590800" y="533400"/>
                  </a:lnTo>
                </a:path>
                <a:path w="5410200" h="2824479">
                  <a:moveTo>
                    <a:pt x="2590800" y="537972"/>
                  </a:moveTo>
                  <a:lnTo>
                    <a:pt x="5410200" y="1680972"/>
                  </a:lnTo>
                </a:path>
                <a:path w="5410200" h="2824479">
                  <a:moveTo>
                    <a:pt x="0" y="2214372"/>
                  </a:moveTo>
                  <a:lnTo>
                    <a:pt x="2590800" y="2823972"/>
                  </a:lnTo>
                </a:path>
                <a:path w="5410200" h="2824479">
                  <a:moveTo>
                    <a:pt x="2590800" y="2218944"/>
                  </a:moveTo>
                  <a:lnTo>
                    <a:pt x="5410200" y="1129284"/>
                  </a:lnTo>
                </a:path>
                <a:path w="5410200" h="2824479">
                  <a:moveTo>
                    <a:pt x="0" y="1228344"/>
                  </a:moveTo>
                  <a:lnTo>
                    <a:pt x="2590800" y="5334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5100720"/>
              <a:ext cx="161760" cy="1617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7800" y="3796283"/>
              <a:ext cx="914400" cy="1766570"/>
            </a:xfrm>
            <a:custGeom>
              <a:avLst/>
              <a:gdLst/>
              <a:ahLst/>
              <a:cxnLst/>
              <a:rect l="l" t="t" r="r" b="b"/>
              <a:pathLst>
                <a:path w="914400" h="1766570">
                  <a:moveTo>
                    <a:pt x="0" y="883158"/>
                  </a:moveTo>
                  <a:lnTo>
                    <a:pt x="1148" y="820080"/>
                  </a:lnTo>
                  <a:lnTo>
                    <a:pt x="4540" y="758200"/>
                  </a:lnTo>
                  <a:lnTo>
                    <a:pt x="10100" y="697668"/>
                  </a:lnTo>
                  <a:lnTo>
                    <a:pt x="17750" y="638632"/>
                  </a:lnTo>
                  <a:lnTo>
                    <a:pt x="27412" y="581242"/>
                  </a:lnTo>
                  <a:lnTo>
                    <a:pt x="39009" y="525648"/>
                  </a:lnTo>
                  <a:lnTo>
                    <a:pt x="52464" y="471999"/>
                  </a:lnTo>
                  <a:lnTo>
                    <a:pt x="67698" y="420444"/>
                  </a:lnTo>
                  <a:lnTo>
                    <a:pt x="84636" y="371133"/>
                  </a:lnTo>
                  <a:lnTo>
                    <a:pt x="103199" y="324215"/>
                  </a:lnTo>
                  <a:lnTo>
                    <a:pt x="123309" y="279839"/>
                  </a:lnTo>
                  <a:lnTo>
                    <a:pt x="144891" y="238155"/>
                  </a:lnTo>
                  <a:lnTo>
                    <a:pt x="167865" y="199311"/>
                  </a:lnTo>
                  <a:lnTo>
                    <a:pt x="192155" y="163459"/>
                  </a:lnTo>
                  <a:lnTo>
                    <a:pt x="217683" y="130746"/>
                  </a:lnTo>
                  <a:lnTo>
                    <a:pt x="244373" y="101322"/>
                  </a:lnTo>
                  <a:lnTo>
                    <a:pt x="300924" y="52939"/>
                  </a:lnTo>
                  <a:lnTo>
                    <a:pt x="361190" y="19506"/>
                  </a:lnTo>
                  <a:lnTo>
                    <a:pt x="424552" y="2217"/>
                  </a:lnTo>
                  <a:lnTo>
                    <a:pt x="457200" y="0"/>
                  </a:lnTo>
                  <a:lnTo>
                    <a:pt x="489847" y="2217"/>
                  </a:lnTo>
                  <a:lnTo>
                    <a:pt x="553209" y="19506"/>
                  </a:lnTo>
                  <a:lnTo>
                    <a:pt x="613475" y="52939"/>
                  </a:lnTo>
                  <a:lnTo>
                    <a:pt x="670026" y="101322"/>
                  </a:lnTo>
                  <a:lnTo>
                    <a:pt x="696716" y="130746"/>
                  </a:lnTo>
                  <a:lnTo>
                    <a:pt x="722244" y="163459"/>
                  </a:lnTo>
                  <a:lnTo>
                    <a:pt x="746534" y="199311"/>
                  </a:lnTo>
                  <a:lnTo>
                    <a:pt x="769508" y="238155"/>
                  </a:lnTo>
                  <a:lnTo>
                    <a:pt x="791090" y="279839"/>
                  </a:lnTo>
                  <a:lnTo>
                    <a:pt x="811200" y="324215"/>
                  </a:lnTo>
                  <a:lnTo>
                    <a:pt x="829763" y="371133"/>
                  </a:lnTo>
                  <a:lnTo>
                    <a:pt x="846701" y="420444"/>
                  </a:lnTo>
                  <a:lnTo>
                    <a:pt x="861935" y="471999"/>
                  </a:lnTo>
                  <a:lnTo>
                    <a:pt x="875390" y="525648"/>
                  </a:lnTo>
                  <a:lnTo>
                    <a:pt x="886987" y="581242"/>
                  </a:lnTo>
                  <a:lnTo>
                    <a:pt x="896649" y="638632"/>
                  </a:lnTo>
                  <a:lnTo>
                    <a:pt x="904299" y="697668"/>
                  </a:lnTo>
                  <a:lnTo>
                    <a:pt x="909859" y="758200"/>
                  </a:lnTo>
                  <a:lnTo>
                    <a:pt x="913251" y="820080"/>
                  </a:lnTo>
                  <a:lnTo>
                    <a:pt x="914400" y="883158"/>
                  </a:lnTo>
                  <a:lnTo>
                    <a:pt x="913251" y="946235"/>
                  </a:lnTo>
                  <a:lnTo>
                    <a:pt x="909859" y="1008115"/>
                  </a:lnTo>
                  <a:lnTo>
                    <a:pt x="904299" y="1068647"/>
                  </a:lnTo>
                  <a:lnTo>
                    <a:pt x="896649" y="1127683"/>
                  </a:lnTo>
                  <a:lnTo>
                    <a:pt x="886987" y="1185073"/>
                  </a:lnTo>
                  <a:lnTo>
                    <a:pt x="875390" y="1240667"/>
                  </a:lnTo>
                  <a:lnTo>
                    <a:pt x="861935" y="1294316"/>
                  </a:lnTo>
                  <a:lnTo>
                    <a:pt x="846701" y="1345871"/>
                  </a:lnTo>
                  <a:lnTo>
                    <a:pt x="829763" y="1395182"/>
                  </a:lnTo>
                  <a:lnTo>
                    <a:pt x="811200" y="1442100"/>
                  </a:lnTo>
                  <a:lnTo>
                    <a:pt x="791090" y="1486476"/>
                  </a:lnTo>
                  <a:lnTo>
                    <a:pt x="769508" y="1528160"/>
                  </a:lnTo>
                  <a:lnTo>
                    <a:pt x="746534" y="1567004"/>
                  </a:lnTo>
                  <a:lnTo>
                    <a:pt x="722244" y="1602856"/>
                  </a:lnTo>
                  <a:lnTo>
                    <a:pt x="696716" y="1635569"/>
                  </a:lnTo>
                  <a:lnTo>
                    <a:pt x="670026" y="1664993"/>
                  </a:lnTo>
                  <a:lnTo>
                    <a:pt x="613475" y="1713376"/>
                  </a:lnTo>
                  <a:lnTo>
                    <a:pt x="553209" y="1746809"/>
                  </a:lnTo>
                  <a:lnTo>
                    <a:pt x="489847" y="1764098"/>
                  </a:lnTo>
                  <a:lnTo>
                    <a:pt x="457200" y="1766316"/>
                  </a:lnTo>
                  <a:lnTo>
                    <a:pt x="424552" y="1764098"/>
                  </a:lnTo>
                  <a:lnTo>
                    <a:pt x="361190" y="1746809"/>
                  </a:lnTo>
                  <a:lnTo>
                    <a:pt x="300924" y="1713376"/>
                  </a:lnTo>
                  <a:lnTo>
                    <a:pt x="244373" y="1664993"/>
                  </a:lnTo>
                  <a:lnTo>
                    <a:pt x="217683" y="1635569"/>
                  </a:lnTo>
                  <a:lnTo>
                    <a:pt x="192155" y="1602856"/>
                  </a:lnTo>
                  <a:lnTo>
                    <a:pt x="167865" y="1567004"/>
                  </a:lnTo>
                  <a:lnTo>
                    <a:pt x="144891" y="1528160"/>
                  </a:lnTo>
                  <a:lnTo>
                    <a:pt x="123309" y="1486476"/>
                  </a:lnTo>
                  <a:lnTo>
                    <a:pt x="103199" y="1442100"/>
                  </a:lnTo>
                  <a:lnTo>
                    <a:pt x="84636" y="1395182"/>
                  </a:lnTo>
                  <a:lnTo>
                    <a:pt x="67698" y="1345871"/>
                  </a:lnTo>
                  <a:lnTo>
                    <a:pt x="52464" y="1294316"/>
                  </a:lnTo>
                  <a:lnTo>
                    <a:pt x="39009" y="1240667"/>
                  </a:lnTo>
                  <a:lnTo>
                    <a:pt x="27412" y="1185073"/>
                  </a:lnTo>
                  <a:lnTo>
                    <a:pt x="17750" y="1127683"/>
                  </a:lnTo>
                  <a:lnTo>
                    <a:pt x="10100" y="1068647"/>
                  </a:lnTo>
                  <a:lnTo>
                    <a:pt x="4540" y="1008115"/>
                  </a:lnTo>
                  <a:lnTo>
                    <a:pt x="1148" y="946235"/>
                  </a:lnTo>
                  <a:lnTo>
                    <a:pt x="0" y="883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4096403"/>
              <a:ext cx="161760" cy="161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4629804"/>
              <a:ext cx="161760" cy="1617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0" y="3733800"/>
              <a:ext cx="914400" cy="1295400"/>
            </a:xfrm>
            <a:custGeom>
              <a:avLst/>
              <a:gdLst/>
              <a:ahLst/>
              <a:cxnLst/>
              <a:rect l="l" t="t" r="r" b="b"/>
              <a:pathLst>
                <a:path w="914400" h="1295400">
                  <a:moveTo>
                    <a:pt x="0" y="647700"/>
                  </a:moveTo>
                  <a:lnTo>
                    <a:pt x="1678" y="591807"/>
                  </a:lnTo>
                  <a:lnTo>
                    <a:pt x="6622" y="537236"/>
                  </a:lnTo>
                  <a:lnTo>
                    <a:pt x="14693" y="484181"/>
                  </a:lnTo>
                  <a:lnTo>
                    <a:pt x="25756" y="432836"/>
                  </a:lnTo>
                  <a:lnTo>
                    <a:pt x="39671" y="383396"/>
                  </a:lnTo>
                  <a:lnTo>
                    <a:pt x="56303" y="336054"/>
                  </a:lnTo>
                  <a:lnTo>
                    <a:pt x="75514" y="291005"/>
                  </a:lnTo>
                  <a:lnTo>
                    <a:pt x="97166" y="248443"/>
                  </a:lnTo>
                  <a:lnTo>
                    <a:pt x="121122" y="208564"/>
                  </a:lnTo>
                  <a:lnTo>
                    <a:pt x="147245" y="171559"/>
                  </a:lnTo>
                  <a:lnTo>
                    <a:pt x="175397" y="137626"/>
                  </a:lnTo>
                  <a:lnTo>
                    <a:pt x="205442" y="106956"/>
                  </a:lnTo>
                  <a:lnTo>
                    <a:pt x="237241" y="79746"/>
                  </a:lnTo>
                  <a:lnTo>
                    <a:pt x="270658" y="56189"/>
                  </a:lnTo>
                  <a:lnTo>
                    <a:pt x="305555" y="36479"/>
                  </a:lnTo>
                  <a:lnTo>
                    <a:pt x="341795" y="20810"/>
                  </a:lnTo>
                  <a:lnTo>
                    <a:pt x="379241" y="9378"/>
                  </a:lnTo>
                  <a:lnTo>
                    <a:pt x="417755" y="2377"/>
                  </a:lnTo>
                  <a:lnTo>
                    <a:pt x="457200" y="0"/>
                  </a:lnTo>
                  <a:lnTo>
                    <a:pt x="496644" y="2377"/>
                  </a:lnTo>
                  <a:lnTo>
                    <a:pt x="535158" y="9378"/>
                  </a:lnTo>
                  <a:lnTo>
                    <a:pt x="572604" y="20810"/>
                  </a:lnTo>
                  <a:lnTo>
                    <a:pt x="608844" y="36479"/>
                  </a:lnTo>
                  <a:lnTo>
                    <a:pt x="643741" y="56189"/>
                  </a:lnTo>
                  <a:lnTo>
                    <a:pt x="677158" y="79746"/>
                  </a:lnTo>
                  <a:lnTo>
                    <a:pt x="708957" y="106956"/>
                  </a:lnTo>
                  <a:lnTo>
                    <a:pt x="739002" y="137626"/>
                  </a:lnTo>
                  <a:lnTo>
                    <a:pt x="767154" y="171559"/>
                  </a:lnTo>
                  <a:lnTo>
                    <a:pt x="793277" y="208564"/>
                  </a:lnTo>
                  <a:lnTo>
                    <a:pt x="817233" y="248443"/>
                  </a:lnTo>
                  <a:lnTo>
                    <a:pt x="838885" y="291005"/>
                  </a:lnTo>
                  <a:lnTo>
                    <a:pt x="858096" y="336054"/>
                  </a:lnTo>
                  <a:lnTo>
                    <a:pt x="874728" y="383396"/>
                  </a:lnTo>
                  <a:lnTo>
                    <a:pt x="888643" y="432836"/>
                  </a:lnTo>
                  <a:lnTo>
                    <a:pt x="899706" y="484181"/>
                  </a:lnTo>
                  <a:lnTo>
                    <a:pt x="907777" y="537236"/>
                  </a:lnTo>
                  <a:lnTo>
                    <a:pt x="912721" y="591807"/>
                  </a:lnTo>
                  <a:lnTo>
                    <a:pt x="914400" y="647700"/>
                  </a:lnTo>
                  <a:lnTo>
                    <a:pt x="912721" y="703592"/>
                  </a:lnTo>
                  <a:lnTo>
                    <a:pt x="907777" y="758163"/>
                  </a:lnTo>
                  <a:lnTo>
                    <a:pt x="899706" y="811218"/>
                  </a:lnTo>
                  <a:lnTo>
                    <a:pt x="888643" y="862563"/>
                  </a:lnTo>
                  <a:lnTo>
                    <a:pt x="874728" y="912003"/>
                  </a:lnTo>
                  <a:lnTo>
                    <a:pt x="858096" y="959345"/>
                  </a:lnTo>
                  <a:lnTo>
                    <a:pt x="838885" y="1004394"/>
                  </a:lnTo>
                  <a:lnTo>
                    <a:pt x="817233" y="1046956"/>
                  </a:lnTo>
                  <a:lnTo>
                    <a:pt x="793277" y="1086835"/>
                  </a:lnTo>
                  <a:lnTo>
                    <a:pt x="767154" y="1123840"/>
                  </a:lnTo>
                  <a:lnTo>
                    <a:pt x="739002" y="1157773"/>
                  </a:lnTo>
                  <a:lnTo>
                    <a:pt x="708957" y="1188443"/>
                  </a:lnTo>
                  <a:lnTo>
                    <a:pt x="677158" y="1215653"/>
                  </a:lnTo>
                  <a:lnTo>
                    <a:pt x="643741" y="1239210"/>
                  </a:lnTo>
                  <a:lnTo>
                    <a:pt x="608844" y="1258920"/>
                  </a:lnTo>
                  <a:lnTo>
                    <a:pt x="572604" y="1274589"/>
                  </a:lnTo>
                  <a:lnTo>
                    <a:pt x="535158" y="1286021"/>
                  </a:lnTo>
                  <a:lnTo>
                    <a:pt x="496644" y="1293022"/>
                  </a:lnTo>
                  <a:lnTo>
                    <a:pt x="457200" y="1295400"/>
                  </a:lnTo>
                  <a:lnTo>
                    <a:pt x="417755" y="1293022"/>
                  </a:lnTo>
                  <a:lnTo>
                    <a:pt x="379241" y="1286021"/>
                  </a:lnTo>
                  <a:lnTo>
                    <a:pt x="341795" y="1274589"/>
                  </a:lnTo>
                  <a:lnTo>
                    <a:pt x="305555" y="1258920"/>
                  </a:lnTo>
                  <a:lnTo>
                    <a:pt x="270658" y="1239210"/>
                  </a:lnTo>
                  <a:lnTo>
                    <a:pt x="237241" y="1215653"/>
                  </a:lnTo>
                  <a:lnTo>
                    <a:pt x="205442" y="1188443"/>
                  </a:lnTo>
                  <a:lnTo>
                    <a:pt x="175397" y="1157773"/>
                  </a:lnTo>
                  <a:lnTo>
                    <a:pt x="147245" y="1123840"/>
                  </a:lnTo>
                  <a:lnTo>
                    <a:pt x="121122" y="1086835"/>
                  </a:lnTo>
                  <a:lnTo>
                    <a:pt x="97166" y="1046956"/>
                  </a:lnTo>
                  <a:lnTo>
                    <a:pt x="75514" y="1004394"/>
                  </a:lnTo>
                  <a:lnTo>
                    <a:pt x="56303" y="959345"/>
                  </a:lnTo>
                  <a:lnTo>
                    <a:pt x="39671" y="912003"/>
                  </a:lnTo>
                  <a:lnTo>
                    <a:pt x="25756" y="862563"/>
                  </a:lnTo>
                  <a:lnTo>
                    <a:pt x="14693" y="811218"/>
                  </a:lnTo>
                  <a:lnTo>
                    <a:pt x="6622" y="758163"/>
                  </a:lnTo>
                  <a:lnTo>
                    <a:pt x="1678" y="703592"/>
                  </a:lnTo>
                  <a:lnTo>
                    <a:pt x="0" y="6477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0" y="4020203"/>
              <a:ext cx="161760" cy="1617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12685" y="5134736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33837" y="4567320"/>
            <a:ext cx="3362325" cy="1533525"/>
            <a:chOff x="4033837" y="4567320"/>
            <a:chExt cx="3362325" cy="15335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0" y="4567320"/>
              <a:ext cx="161760" cy="1617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19600" y="5715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38600" y="4876800"/>
              <a:ext cx="914400" cy="1219200"/>
            </a:xfrm>
            <a:custGeom>
              <a:avLst/>
              <a:gdLst/>
              <a:ahLst/>
              <a:cxnLst/>
              <a:rect l="l" t="t" r="r" b="b"/>
              <a:pathLst>
                <a:path w="914400" h="1219200">
                  <a:moveTo>
                    <a:pt x="381000" y="990600"/>
                  </a:moveTo>
                  <a:lnTo>
                    <a:pt x="533400" y="990600"/>
                  </a:lnTo>
                  <a:lnTo>
                    <a:pt x="533400" y="838200"/>
                  </a:lnTo>
                  <a:lnTo>
                    <a:pt x="381000" y="838200"/>
                  </a:lnTo>
                  <a:lnTo>
                    <a:pt x="381000" y="990600"/>
                  </a:lnTo>
                  <a:close/>
                </a:path>
                <a:path w="914400" h="1219200">
                  <a:moveTo>
                    <a:pt x="0" y="609600"/>
                  </a:moveTo>
                  <a:lnTo>
                    <a:pt x="1868" y="554113"/>
                  </a:lnTo>
                  <a:lnTo>
                    <a:pt x="7367" y="500022"/>
                  </a:lnTo>
                  <a:lnTo>
                    <a:pt x="16333" y="447542"/>
                  </a:lnTo>
                  <a:lnTo>
                    <a:pt x="28606" y="396889"/>
                  </a:lnTo>
                  <a:lnTo>
                    <a:pt x="44025" y="348276"/>
                  </a:lnTo>
                  <a:lnTo>
                    <a:pt x="62427" y="301921"/>
                  </a:lnTo>
                  <a:lnTo>
                    <a:pt x="83651" y="258037"/>
                  </a:lnTo>
                  <a:lnTo>
                    <a:pt x="107537" y="216840"/>
                  </a:lnTo>
                  <a:lnTo>
                    <a:pt x="133921" y="178546"/>
                  </a:lnTo>
                  <a:lnTo>
                    <a:pt x="162643" y="143368"/>
                  </a:lnTo>
                  <a:lnTo>
                    <a:pt x="193541" y="111524"/>
                  </a:lnTo>
                  <a:lnTo>
                    <a:pt x="226455" y="83227"/>
                  </a:lnTo>
                  <a:lnTo>
                    <a:pt x="261221" y="58693"/>
                  </a:lnTo>
                  <a:lnTo>
                    <a:pt x="297679" y="38137"/>
                  </a:lnTo>
                  <a:lnTo>
                    <a:pt x="335668" y="21775"/>
                  </a:lnTo>
                  <a:lnTo>
                    <a:pt x="375025" y="9821"/>
                  </a:lnTo>
                  <a:lnTo>
                    <a:pt x="415589" y="2491"/>
                  </a:lnTo>
                  <a:lnTo>
                    <a:pt x="457200" y="0"/>
                  </a:lnTo>
                  <a:lnTo>
                    <a:pt x="498810" y="2491"/>
                  </a:lnTo>
                  <a:lnTo>
                    <a:pt x="539374" y="9821"/>
                  </a:lnTo>
                  <a:lnTo>
                    <a:pt x="578731" y="21775"/>
                  </a:lnTo>
                  <a:lnTo>
                    <a:pt x="616720" y="38137"/>
                  </a:lnTo>
                  <a:lnTo>
                    <a:pt x="653178" y="58693"/>
                  </a:lnTo>
                  <a:lnTo>
                    <a:pt x="687944" y="83227"/>
                  </a:lnTo>
                  <a:lnTo>
                    <a:pt x="720858" y="111524"/>
                  </a:lnTo>
                  <a:lnTo>
                    <a:pt x="751756" y="143368"/>
                  </a:lnTo>
                  <a:lnTo>
                    <a:pt x="780478" y="178546"/>
                  </a:lnTo>
                  <a:lnTo>
                    <a:pt x="806862" y="216840"/>
                  </a:lnTo>
                  <a:lnTo>
                    <a:pt x="830748" y="258037"/>
                  </a:lnTo>
                  <a:lnTo>
                    <a:pt x="851972" y="301921"/>
                  </a:lnTo>
                  <a:lnTo>
                    <a:pt x="870374" y="348276"/>
                  </a:lnTo>
                  <a:lnTo>
                    <a:pt x="885793" y="396889"/>
                  </a:lnTo>
                  <a:lnTo>
                    <a:pt x="898066" y="447542"/>
                  </a:lnTo>
                  <a:lnTo>
                    <a:pt x="907032" y="500022"/>
                  </a:lnTo>
                  <a:lnTo>
                    <a:pt x="912531" y="554113"/>
                  </a:lnTo>
                  <a:lnTo>
                    <a:pt x="914400" y="609600"/>
                  </a:lnTo>
                  <a:lnTo>
                    <a:pt x="912531" y="665086"/>
                  </a:lnTo>
                  <a:lnTo>
                    <a:pt x="907032" y="719177"/>
                  </a:lnTo>
                  <a:lnTo>
                    <a:pt x="898066" y="771657"/>
                  </a:lnTo>
                  <a:lnTo>
                    <a:pt x="885793" y="822310"/>
                  </a:lnTo>
                  <a:lnTo>
                    <a:pt x="870374" y="870923"/>
                  </a:lnTo>
                  <a:lnTo>
                    <a:pt x="851972" y="917278"/>
                  </a:lnTo>
                  <a:lnTo>
                    <a:pt x="830748" y="961162"/>
                  </a:lnTo>
                  <a:lnTo>
                    <a:pt x="806862" y="1002359"/>
                  </a:lnTo>
                  <a:lnTo>
                    <a:pt x="780478" y="1040653"/>
                  </a:lnTo>
                  <a:lnTo>
                    <a:pt x="751756" y="1075831"/>
                  </a:lnTo>
                  <a:lnTo>
                    <a:pt x="720858" y="1107675"/>
                  </a:lnTo>
                  <a:lnTo>
                    <a:pt x="687944" y="1135972"/>
                  </a:lnTo>
                  <a:lnTo>
                    <a:pt x="653178" y="1160506"/>
                  </a:lnTo>
                  <a:lnTo>
                    <a:pt x="616720" y="1181062"/>
                  </a:lnTo>
                  <a:lnTo>
                    <a:pt x="578731" y="1197424"/>
                  </a:lnTo>
                  <a:lnTo>
                    <a:pt x="539374" y="1209378"/>
                  </a:lnTo>
                  <a:lnTo>
                    <a:pt x="498810" y="1216708"/>
                  </a:lnTo>
                  <a:lnTo>
                    <a:pt x="457200" y="1219200"/>
                  </a:lnTo>
                  <a:lnTo>
                    <a:pt x="415589" y="1216708"/>
                  </a:lnTo>
                  <a:lnTo>
                    <a:pt x="375025" y="1209378"/>
                  </a:lnTo>
                  <a:lnTo>
                    <a:pt x="335668" y="1197424"/>
                  </a:lnTo>
                  <a:lnTo>
                    <a:pt x="297679" y="1181062"/>
                  </a:lnTo>
                  <a:lnTo>
                    <a:pt x="261221" y="1160506"/>
                  </a:lnTo>
                  <a:lnTo>
                    <a:pt x="226455" y="1135972"/>
                  </a:lnTo>
                  <a:lnTo>
                    <a:pt x="193541" y="1107675"/>
                  </a:lnTo>
                  <a:lnTo>
                    <a:pt x="162643" y="1075831"/>
                  </a:lnTo>
                  <a:lnTo>
                    <a:pt x="133921" y="1040653"/>
                  </a:lnTo>
                  <a:lnTo>
                    <a:pt x="107537" y="1002359"/>
                  </a:lnTo>
                  <a:lnTo>
                    <a:pt x="83651" y="961162"/>
                  </a:lnTo>
                  <a:lnTo>
                    <a:pt x="62427" y="917278"/>
                  </a:lnTo>
                  <a:lnTo>
                    <a:pt x="44025" y="870923"/>
                  </a:lnTo>
                  <a:lnTo>
                    <a:pt x="28606" y="822310"/>
                  </a:lnTo>
                  <a:lnTo>
                    <a:pt x="16333" y="771657"/>
                  </a:lnTo>
                  <a:lnTo>
                    <a:pt x="7367" y="719177"/>
                  </a:lnTo>
                  <a:lnTo>
                    <a:pt x="1868" y="665086"/>
                  </a:lnTo>
                  <a:lnTo>
                    <a:pt x="0" y="6096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49651" y="5882741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14920" y="5114435"/>
            <a:ext cx="161925" cy="161925"/>
            <a:chOff x="4414920" y="5114435"/>
            <a:chExt cx="161925" cy="161925"/>
          </a:xfrm>
        </p:grpSpPr>
        <p:sp>
          <p:nvSpPr>
            <p:cNvPr id="18" name="object 18"/>
            <p:cNvSpPr/>
            <p:nvPr/>
          </p:nvSpPr>
          <p:spPr>
            <a:xfrm>
              <a:off x="4419600" y="511911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19600" y="511911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905000" y="3505200"/>
            <a:ext cx="5415280" cy="2286000"/>
          </a:xfrm>
          <a:custGeom>
            <a:avLst/>
            <a:gdLst/>
            <a:ahLst/>
            <a:cxnLst/>
            <a:rect l="l" t="t" r="r" b="b"/>
            <a:pathLst>
              <a:path w="5415280" h="2286000">
                <a:moveTo>
                  <a:pt x="0" y="685800"/>
                </a:moveTo>
                <a:lnTo>
                  <a:pt x="2590800" y="1676400"/>
                </a:lnTo>
              </a:path>
              <a:path w="5415280" h="2286000">
                <a:moveTo>
                  <a:pt x="5414772" y="1143000"/>
                </a:moveTo>
                <a:lnTo>
                  <a:pt x="2586228" y="2286000"/>
                </a:lnTo>
              </a:path>
              <a:path w="5415280" h="2286000">
                <a:moveTo>
                  <a:pt x="2590800" y="0"/>
                </a:moveTo>
                <a:lnTo>
                  <a:pt x="5410200" y="595883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5815" y="1000941"/>
            <a:ext cx="7474584" cy="268097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Ràng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buộc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kết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ban.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phòng.</a:t>
            </a:r>
            <a:endParaRPr sz="2400">
              <a:latin typeface="Arial"/>
              <a:cs typeface="Arial"/>
            </a:endParaRPr>
          </a:p>
          <a:p>
            <a:pPr marL="4661535">
              <a:lnSpc>
                <a:spcPct val="100000"/>
              </a:lnSpc>
              <a:spcBef>
                <a:spcPts val="2405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14920" y="2890920"/>
            <a:ext cx="161925" cy="161925"/>
            <a:chOff x="4414920" y="2890920"/>
            <a:chExt cx="161925" cy="161925"/>
          </a:xfrm>
        </p:grpSpPr>
        <p:sp>
          <p:nvSpPr>
            <p:cNvPr id="23" name="object 23"/>
            <p:cNvSpPr/>
            <p:nvPr/>
          </p:nvSpPr>
          <p:spPr>
            <a:xfrm>
              <a:off x="441960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19600" y="2895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414920" y="3424320"/>
            <a:ext cx="161925" cy="161925"/>
            <a:chOff x="4414920" y="3424320"/>
            <a:chExt cx="161925" cy="161925"/>
          </a:xfrm>
        </p:grpSpPr>
        <p:sp>
          <p:nvSpPr>
            <p:cNvPr id="26" name="object 26"/>
            <p:cNvSpPr/>
            <p:nvPr/>
          </p:nvSpPr>
          <p:spPr>
            <a:xfrm>
              <a:off x="44196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3429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900320" y="2662320"/>
            <a:ext cx="5419725" cy="2528570"/>
            <a:chOff x="1900320" y="2662320"/>
            <a:chExt cx="5419725" cy="2528570"/>
          </a:xfrm>
        </p:grpSpPr>
        <p:sp>
          <p:nvSpPr>
            <p:cNvPr id="29" name="object 29"/>
            <p:cNvSpPr/>
            <p:nvPr/>
          </p:nvSpPr>
          <p:spPr>
            <a:xfrm>
              <a:off x="4038600" y="2667000"/>
              <a:ext cx="914400" cy="1600200"/>
            </a:xfrm>
            <a:custGeom>
              <a:avLst/>
              <a:gdLst/>
              <a:ahLst/>
              <a:cxnLst/>
              <a:rect l="l" t="t" r="r" b="b"/>
              <a:pathLst>
                <a:path w="914400" h="1600200">
                  <a:moveTo>
                    <a:pt x="0" y="800100"/>
                  </a:moveTo>
                  <a:lnTo>
                    <a:pt x="1254" y="740393"/>
                  </a:lnTo>
                  <a:lnTo>
                    <a:pt x="4957" y="681878"/>
                  </a:lnTo>
                  <a:lnTo>
                    <a:pt x="11022" y="624708"/>
                  </a:lnTo>
                  <a:lnTo>
                    <a:pt x="19359" y="569038"/>
                  </a:lnTo>
                  <a:lnTo>
                    <a:pt x="29881" y="515024"/>
                  </a:lnTo>
                  <a:lnTo>
                    <a:pt x="42497" y="462819"/>
                  </a:lnTo>
                  <a:lnTo>
                    <a:pt x="57122" y="412579"/>
                  </a:lnTo>
                  <a:lnTo>
                    <a:pt x="73664" y="364459"/>
                  </a:lnTo>
                  <a:lnTo>
                    <a:pt x="92038" y="318613"/>
                  </a:lnTo>
                  <a:lnTo>
                    <a:pt x="112153" y="275195"/>
                  </a:lnTo>
                  <a:lnTo>
                    <a:pt x="133921" y="234362"/>
                  </a:lnTo>
                  <a:lnTo>
                    <a:pt x="157254" y="196267"/>
                  </a:lnTo>
                  <a:lnTo>
                    <a:pt x="182064" y="161066"/>
                  </a:lnTo>
                  <a:lnTo>
                    <a:pt x="208262" y="128913"/>
                  </a:lnTo>
                  <a:lnTo>
                    <a:pt x="235759" y="99963"/>
                  </a:lnTo>
                  <a:lnTo>
                    <a:pt x="264468" y="74371"/>
                  </a:lnTo>
                  <a:lnTo>
                    <a:pt x="325165" y="33879"/>
                  </a:lnTo>
                  <a:lnTo>
                    <a:pt x="389644" y="8676"/>
                  </a:lnTo>
                  <a:lnTo>
                    <a:pt x="457200" y="0"/>
                  </a:lnTo>
                  <a:lnTo>
                    <a:pt x="491317" y="2194"/>
                  </a:lnTo>
                  <a:lnTo>
                    <a:pt x="557423" y="19289"/>
                  </a:lnTo>
                  <a:lnTo>
                    <a:pt x="620100" y="52291"/>
                  </a:lnTo>
                  <a:lnTo>
                    <a:pt x="678640" y="99963"/>
                  </a:lnTo>
                  <a:lnTo>
                    <a:pt x="706137" y="128913"/>
                  </a:lnTo>
                  <a:lnTo>
                    <a:pt x="732335" y="161066"/>
                  </a:lnTo>
                  <a:lnTo>
                    <a:pt x="757145" y="196267"/>
                  </a:lnTo>
                  <a:lnTo>
                    <a:pt x="780478" y="234362"/>
                  </a:lnTo>
                  <a:lnTo>
                    <a:pt x="802246" y="275195"/>
                  </a:lnTo>
                  <a:lnTo>
                    <a:pt x="822361" y="318613"/>
                  </a:lnTo>
                  <a:lnTo>
                    <a:pt x="840735" y="364459"/>
                  </a:lnTo>
                  <a:lnTo>
                    <a:pt x="857277" y="412579"/>
                  </a:lnTo>
                  <a:lnTo>
                    <a:pt x="871902" y="462819"/>
                  </a:lnTo>
                  <a:lnTo>
                    <a:pt x="884518" y="515024"/>
                  </a:lnTo>
                  <a:lnTo>
                    <a:pt x="895040" y="569038"/>
                  </a:lnTo>
                  <a:lnTo>
                    <a:pt x="903377" y="624708"/>
                  </a:lnTo>
                  <a:lnTo>
                    <a:pt x="909442" y="681878"/>
                  </a:lnTo>
                  <a:lnTo>
                    <a:pt x="913145" y="740393"/>
                  </a:lnTo>
                  <a:lnTo>
                    <a:pt x="914400" y="800100"/>
                  </a:lnTo>
                  <a:lnTo>
                    <a:pt x="913145" y="859806"/>
                  </a:lnTo>
                  <a:lnTo>
                    <a:pt x="909442" y="918321"/>
                  </a:lnTo>
                  <a:lnTo>
                    <a:pt x="903377" y="975491"/>
                  </a:lnTo>
                  <a:lnTo>
                    <a:pt x="895040" y="1031161"/>
                  </a:lnTo>
                  <a:lnTo>
                    <a:pt x="884518" y="1085175"/>
                  </a:lnTo>
                  <a:lnTo>
                    <a:pt x="871902" y="1137380"/>
                  </a:lnTo>
                  <a:lnTo>
                    <a:pt x="857277" y="1187620"/>
                  </a:lnTo>
                  <a:lnTo>
                    <a:pt x="840735" y="1235740"/>
                  </a:lnTo>
                  <a:lnTo>
                    <a:pt x="822361" y="1281586"/>
                  </a:lnTo>
                  <a:lnTo>
                    <a:pt x="802246" y="1325004"/>
                  </a:lnTo>
                  <a:lnTo>
                    <a:pt x="780478" y="1365837"/>
                  </a:lnTo>
                  <a:lnTo>
                    <a:pt x="757145" y="1403932"/>
                  </a:lnTo>
                  <a:lnTo>
                    <a:pt x="732335" y="1439133"/>
                  </a:lnTo>
                  <a:lnTo>
                    <a:pt x="706137" y="1471286"/>
                  </a:lnTo>
                  <a:lnTo>
                    <a:pt x="678640" y="1500236"/>
                  </a:lnTo>
                  <a:lnTo>
                    <a:pt x="649931" y="1525828"/>
                  </a:lnTo>
                  <a:lnTo>
                    <a:pt x="589234" y="1566320"/>
                  </a:lnTo>
                  <a:lnTo>
                    <a:pt x="524755" y="1591523"/>
                  </a:lnTo>
                  <a:lnTo>
                    <a:pt x="457200" y="1600200"/>
                  </a:lnTo>
                  <a:lnTo>
                    <a:pt x="423082" y="1598005"/>
                  </a:lnTo>
                  <a:lnTo>
                    <a:pt x="356976" y="1580910"/>
                  </a:lnTo>
                  <a:lnTo>
                    <a:pt x="294299" y="1547908"/>
                  </a:lnTo>
                  <a:lnTo>
                    <a:pt x="235759" y="1500236"/>
                  </a:lnTo>
                  <a:lnTo>
                    <a:pt x="208262" y="1471286"/>
                  </a:lnTo>
                  <a:lnTo>
                    <a:pt x="182064" y="1439133"/>
                  </a:lnTo>
                  <a:lnTo>
                    <a:pt x="157254" y="1403932"/>
                  </a:lnTo>
                  <a:lnTo>
                    <a:pt x="133921" y="1365837"/>
                  </a:lnTo>
                  <a:lnTo>
                    <a:pt x="112153" y="1325004"/>
                  </a:lnTo>
                  <a:lnTo>
                    <a:pt x="92038" y="1281586"/>
                  </a:lnTo>
                  <a:lnTo>
                    <a:pt x="73664" y="1235740"/>
                  </a:lnTo>
                  <a:lnTo>
                    <a:pt x="57122" y="1187620"/>
                  </a:lnTo>
                  <a:lnTo>
                    <a:pt x="42497" y="1137380"/>
                  </a:lnTo>
                  <a:lnTo>
                    <a:pt x="29881" y="1085175"/>
                  </a:lnTo>
                  <a:lnTo>
                    <a:pt x="19359" y="1031161"/>
                  </a:lnTo>
                  <a:lnTo>
                    <a:pt x="11022" y="975491"/>
                  </a:lnTo>
                  <a:lnTo>
                    <a:pt x="4957" y="918321"/>
                  </a:lnTo>
                  <a:lnTo>
                    <a:pt x="1254" y="859806"/>
                  </a:lnTo>
                  <a:lnTo>
                    <a:pt x="0" y="8001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19600" y="3886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05000" y="3886200"/>
              <a:ext cx="5410200" cy="1300480"/>
            </a:xfrm>
            <a:custGeom>
              <a:avLst/>
              <a:gdLst/>
              <a:ahLst/>
              <a:cxnLst/>
              <a:rect l="l" t="t" r="r" b="b"/>
              <a:pathLst>
                <a:path w="5410200" h="1300479">
                  <a:moveTo>
                    <a:pt x="2514600" y="152400"/>
                  </a:moveTo>
                  <a:lnTo>
                    <a:pt x="2667000" y="152400"/>
                  </a:lnTo>
                  <a:lnTo>
                    <a:pt x="2667000" y="0"/>
                  </a:lnTo>
                  <a:lnTo>
                    <a:pt x="2514600" y="0"/>
                  </a:lnTo>
                  <a:lnTo>
                    <a:pt x="2514600" y="152400"/>
                  </a:lnTo>
                  <a:close/>
                </a:path>
                <a:path w="5410200" h="1300479">
                  <a:moveTo>
                    <a:pt x="0" y="1299972"/>
                  </a:moveTo>
                  <a:lnTo>
                    <a:pt x="2590800" y="71627"/>
                  </a:lnTo>
                </a:path>
                <a:path w="5410200" h="1300479">
                  <a:moveTo>
                    <a:pt x="2590800" y="76200"/>
                  </a:moveTo>
                  <a:lnTo>
                    <a:pt x="5410200" y="7620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7783E0E-5DCF-E1C2-7A80-18CC2B74AE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Bản</a:t>
            </a:r>
            <a:r>
              <a:rPr spc="-60" dirty="0"/>
              <a:t> </a:t>
            </a:r>
            <a:r>
              <a:rPr dirty="0"/>
              <a:t>số</a:t>
            </a:r>
            <a:r>
              <a:rPr spc="-60" dirty="0"/>
              <a:t> </a:t>
            </a:r>
            <a:r>
              <a:rPr dirty="0"/>
              <a:t>của</a:t>
            </a:r>
            <a:r>
              <a:rPr spc="-60" dirty="0"/>
              <a:t> </a:t>
            </a:r>
            <a:r>
              <a:rPr dirty="0"/>
              <a:t>liên</a:t>
            </a:r>
            <a:r>
              <a:rPr spc="-35" dirty="0"/>
              <a:t> </a:t>
            </a:r>
            <a:r>
              <a:rPr dirty="0"/>
              <a:t>kết</a:t>
            </a:r>
            <a:r>
              <a:rPr spc="-55" dirty="0"/>
              <a:t> </a:t>
            </a:r>
            <a:r>
              <a:rPr dirty="0"/>
              <a:t>(min,</a:t>
            </a:r>
            <a:r>
              <a:rPr spc="-30" dirty="0"/>
              <a:t> </a:t>
            </a:r>
            <a:r>
              <a:rPr spc="-20" dirty="0"/>
              <a:t>max)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3037" y="2991421"/>
            <a:ext cx="6334125" cy="2834005"/>
            <a:chOff x="1443037" y="2991421"/>
            <a:chExt cx="6334125" cy="2834005"/>
          </a:xfrm>
        </p:grpSpPr>
        <p:sp>
          <p:nvSpPr>
            <p:cNvPr id="4" name="object 4"/>
            <p:cNvSpPr/>
            <p:nvPr/>
          </p:nvSpPr>
          <p:spPr>
            <a:xfrm>
              <a:off x="1905000" y="2996183"/>
              <a:ext cx="5410200" cy="2824480"/>
            </a:xfrm>
            <a:custGeom>
              <a:avLst/>
              <a:gdLst/>
              <a:ahLst/>
              <a:cxnLst/>
              <a:rect l="l" t="t" r="r" b="b"/>
              <a:pathLst>
                <a:path w="5410200" h="2824479">
                  <a:moveTo>
                    <a:pt x="0" y="1214627"/>
                  </a:moveTo>
                  <a:lnTo>
                    <a:pt x="2590800" y="0"/>
                  </a:lnTo>
                </a:path>
                <a:path w="5410200" h="2824479">
                  <a:moveTo>
                    <a:pt x="2590800" y="4571"/>
                  </a:moveTo>
                  <a:lnTo>
                    <a:pt x="5410200" y="1132332"/>
                  </a:lnTo>
                </a:path>
                <a:path w="5410200" h="2824479">
                  <a:moveTo>
                    <a:pt x="0" y="1732788"/>
                  </a:moveTo>
                  <a:lnTo>
                    <a:pt x="2590800" y="533400"/>
                  </a:lnTo>
                </a:path>
                <a:path w="5410200" h="2824479">
                  <a:moveTo>
                    <a:pt x="2590800" y="537971"/>
                  </a:moveTo>
                  <a:lnTo>
                    <a:pt x="5410200" y="1680971"/>
                  </a:lnTo>
                </a:path>
                <a:path w="5410200" h="2824479">
                  <a:moveTo>
                    <a:pt x="0" y="2214372"/>
                  </a:moveTo>
                  <a:lnTo>
                    <a:pt x="2590800" y="2823972"/>
                  </a:lnTo>
                </a:path>
                <a:path w="5410200" h="2824479">
                  <a:moveTo>
                    <a:pt x="2590800" y="2218943"/>
                  </a:moveTo>
                  <a:lnTo>
                    <a:pt x="5410200" y="1127759"/>
                  </a:lnTo>
                </a:path>
                <a:path w="5410200" h="2824479">
                  <a:moveTo>
                    <a:pt x="0" y="1228343"/>
                  </a:moveTo>
                  <a:lnTo>
                    <a:pt x="2590800" y="5334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5129676"/>
              <a:ext cx="161760" cy="1617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7800" y="3823716"/>
              <a:ext cx="914400" cy="1767839"/>
            </a:xfrm>
            <a:custGeom>
              <a:avLst/>
              <a:gdLst/>
              <a:ahLst/>
              <a:cxnLst/>
              <a:rect l="l" t="t" r="r" b="b"/>
              <a:pathLst>
                <a:path w="914400" h="1767839">
                  <a:moveTo>
                    <a:pt x="0" y="883919"/>
                  </a:moveTo>
                  <a:lnTo>
                    <a:pt x="1148" y="820792"/>
                  </a:lnTo>
                  <a:lnTo>
                    <a:pt x="4540" y="758863"/>
                  </a:lnTo>
                  <a:lnTo>
                    <a:pt x="10100" y="698281"/>
                  </a:lnTo>
                  <a:lnTo>
                    <a:pt x="17750" y="639197"/>
                  </a:lnTo>
                  <a:lnTo>
                    <a:pt x="27412" y="581760"/>
                  </a:lnTo>
                  <a:lnTo>
                    <a:pt x="39009" y="526119"/>
                  </a:lnTo>
                  <a:lnTo>
                    <a:pt x="52464" y="472424"/>
                  </a:lnTo>
                  <a:lnTo>
                    <a:pt x="67698" y="420825"/>
                  </a:lnTo>
                  <a:lnTo>
                    <a:pt x="84636" y="371471"/>
                  </a:lnTo>
                  <a:lnTo>
                    <a:pt x="103199" y="324511"/>
                  </a:lnTo>
                  <a:lnTo>
                    <a:pt x="123309" y="280096"/>
                  </a:lnTo>
                  <a:lnTo>
                    <a:pt x="144891" y="238374"/>
                  </a:lnTo>
                  <a:lnTo>
                    <a:pt x="167865" y="199496"/>
                  </a:lnTo>
                  <a:lnTo>
                    <a:pt x="192155" y="163611"/>
                  </a:lnTo>
                  <a:lnTo>
                    <a:pt x="217683" y="130868"/>
                  </a:lnTo>
                  <a:lnTo>
                    <a:pt x="244373" y="101417"/>
                  </a:lnTo>
                  <a:lnTo>
                    <a:pt x="300924" y="52989"/>
                  </a:lnTo>
                  <a:lnTo>
                    <a:pt x="361190" y="19525"/>
                  </a:lnTo>
                  <a:lnTo>
                    <a:pt x="424552" y="2219"/>
                  </a:lnTo>
                  <a:lnTo>
                    <a:pt x="457200" y="0"/>
                  </a:lnTo>
                  <a:lnTo>
                    <a:pt x="489847" y="2219"/>
                  </a:lnTo>
                  <a:lnTo>
                    <a:pt x="553209" y="19525"/>
                  </a:lnTo>
                  <a:lnTo>
                    <a:pt x="613475" y="52989"/>
                  </a:lnTo>
                  <a:lnTo>
                    <a:pt x="670026" y="101417"/>
                  </a:lnTo>
                  <a:lnTo>
                    <a:pt x="696716" y="130868"/>
                  </a:lnTo>
                  <a:lnTo>
                    <a:pt x="722244" y="163611"/>
                  </a:lnTo>
                  <a:lnTo>
                    <a:pt x="746534" y="199496"/>
                  </a:lnTo>
                  <a:lnTo>
                    <a:pt x="769508" y="238374"/>
                  </a:lnTo>
                  <a:lnTo>
                    <a:pt x="791090" y="280096"/>
                  </a:lnTo>
                  <a:lnTo>
                    <a:pt x="811200" y="324511"/>
                  </a:lnTo>
                  <a:lnTo>
                    <a:pt x="829763" y="371471"/>
                  </a:lnTo>
                  <a:lnTo>
                    <a:pt x="846701" y="420825"/>
                  </a:lnTo>
                  <a:lnTo>
                    <a:pt x="861935" y="472424"/>
                  </a:lnTo>
                  <a:lnTo>
                    <a:pt x="875390" y="526119"/>
                  </a:lnTo>
                  <a:lnTo>
                    <a:pt x="886987" y="581760"/>
                  </a:lnTo>
                  <a:lnTo>
                    <a:pt x="896649" y="639197"/>
                  </a:lnTo>
                  <a:lnTo>
                    <a:pt x="904299" y="698281"/>
                  </a:lnTo>
                  <a:lnTo>
                    <a:pt x="909859" y="758863"/>
                  </a:lnTo>
                  <a:lnTo>
                    <a:pt x="913251" y="820792"/>
                  </a:lnTo>
                  <a:lnTo>
                    <a:pt x="914400" y="883919"/>
                  </a:lnTo>
                  <a:lnTo>
                    <a:pt x="913251" y="947047"/>
                  </a:lnTo>
                  <a:lnTo>
                    <a:pt x="909859" y="1008976"/>
                  </a:lnTo>
                  <a:lnTo>
                    <a:pt x="904299" y="1069558"/>
                  </a:lnTo>
                  <a:lnTo>
                    <a:pt x="896649" y="1128642"/>
                  </a:lnTo>
                  <a:lnTo>
                    <a:pt x="886987" y="1186079"/>
                  </a:lnTo>
                  <a:lnTo>
                    <a:pt x="875390" y="1241720"/>
                  </a:lnTo>
                  <a:lnTo>
                    <a:pt x="861935" y="1295415"/>
                  </a:lnTo>
                  <a:lnTo>
                    <a:pt x="846701" y="1347014"/>
                  </a:lnTo>
                  <a:lnTo>
                    <a:pt x="829763" y="1396368"/>
                  </a:lnTo>
                  <a:lnTo>
                    <a:pt x="811200" y="1443328"/>
                  </a:lnTo>
                  <a:lnTo>
                    <a:pt x="791090" y="1487743"/>
                  </a:lnTo>
                  <a:lnTo>
                    <a:pt x="769508" y="1529465"/>
                  </a:lnTo>
                  <a:lnTo>
                    <a:pt x="746534" y="1568343"/>
                  </a:lnTo>
                  <a:lnTo>
                    <a:pt x="722244" y="1604228"/>
                  </a:lnTo>
                  <a:lnTo>
                    <a:pt x="696716" y="1636971"/>
                  </a:lnTo>
                  <a:lnTo>
                    <a:pt x="670026" y="1666422"/>
                  </a:lnTo>
                  <a:lnTo>
                    <a:pt x="613475" y="1714850"/>
                  </a:lnTo>
                  <a:lnTo>
                    <a:pt x="553209" y="1748314"/>
                  </a:lnTo>
                  <a:lnTo>
                    <a:pt x="489847" y="1765620"/>
                  </a:lnTo>
                  <a:lnTo>
                    <a:pt x="457200" y="1767839"/>
                  </a:lnTo>
                  <a:lnTo>
                    <a:pt x="424552" y="1765620"/>
                  </a:lnTo>
                  <a:lnTo>
                    <a:pt x="361190" y="1748314"/>
                  </a:lnTo>
                  <a:lnTo>
                    <a:pt x="300924" y="1714850"/>
                  </a:lnTo>
                  <a:lnTo>
                    <a:pt x="244373" y="1666422"/>
                  </a:lnTo>
                  <a:lnTo>
                    <a:pt x="217683" y="1636971"/>
                  </a:lnTo>
                  <a:lnTo>
                    <a:pt x="192155" y="1604228"/>
                  </a:lnTo>
                  <a:lnTo>
                    <a:pt x="167865" y="1568343"/>
                  </a:lnTo>
                  <a:lnTo>
                    <a:pt x="144891" y="1529465"/>
                  </a:lnTo>
                  <a:lnTo>
                    <a:pt x="123309" y="1487743"/>
                  </a:lnTo>
                  <a:lnTo>
                    <a:pt x="103199" y="1443328"/>
                  </a:lnTo>
                  <a:lnTo>
                    <a:pt x="84636" y="1396368"/>
                  </a:lnTo>
                  <a:lnTo>
                    <a:pt x="67698" y="1347014"/>
                  </a:lnTo>
                  <a:lnTo>
                    <a:pt x="52464" y="1295415"/>
                  </a:lnTo>
                  <a:lnTo>
                    <a:pt x="39009" y="1241720"/>
                  </a:lnTo>
                  <a:lnTo>
                    <a:pt x="27412" y="1186079"/>
                  </a:lnTo>
                  <a:lnTo>
                    <a:pt x="17750" y="1128642"/>
                  </a:lnTo>
                  <a:lnTo>
                    <a:pt x="10100" y="1069558"/>
                  </a:lnTo>
                  <a:lnTo>
                    <a:pt x="4540" y="1008976"/>
                  </a:lnTo>
                  <a:lnTo>
                    <a:pt x="1148" y="947047"/>
                  </a:lnTo>
                  <a:lnTo>
                    <a:pt x="0" y="883919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4123835"/>
              <a:ext cx="161760" cy="161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4119" y="4657235"/>
              <a:ext cx="161760" cy="1617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0" y="3762755"/>
              <a:ext cx="914400" cy="1295400"/>
            </a:xfrm>
            <a:custGeom>
              <a:avLst/>
              <a:gdLst/>
              <a:ahLst/>
              <a:cxnLst/>
              <a:rect l="l" t="t" r="r" b="b"/>
              <a:pathLst>
                <a:path w="914400" h="1295400">
                  <a:moveTo>
                    <a:pt x="0" y="647700"/>
                  </a:moveTo>
                  <a:lnTo>
                    <a:pt x="1678" y="591807"/>
                  </a:lnTo>
                  <a:lnTo>
                    <a:pt x="6622" y="537236"/>
                  </a:lnTo>
                  <a:lnTo>
                    <a:pt x="14693" y="484181"/>
                  </a:lnTo>
                  <a:lnTo>
                    <a:pt x="25756" y="432836"/>
                  </a:lnTo>
                  <a:lnTo>
                    <a:pt x="39671" y="383396"/>
                  </a:lnTo>
                  <a:lnTo>
                    <a:pt x="56303" y="336054"/>
                  </a:lnTo>
                  <a:lnTo>
                    <a:pt x="75514" y="291005"/>
                  </a:lnTo>
                  <a:lnTo>
                    <a:pt x="97166" y="248443"/>
                  </a:lnTo>
                  <a:lnTo>
                    <a:pt x="121122" y="208564"/>
                  </a:lnTo>
                  <a:lnTo>
                    <a:pt x="147245" y="171559"/>
                  </a:lnTo>
                  <a:lnTo>
                    <a:pt x="175397" y="137626"/>
                  </a:lnTo>
                  <a:lnTo>
                    <a:pt x="205442" y="106956"/>
                  </a:lnTo>
                  <a:lnTo>
                    <a:pt x="237241" y="79746"/>
                  </a:lnTo>
                  <a:lnTo>
                    <a:pt x="270658" y="56189"/>
                  </a:lnTo>
                  <a:lnTo>
                    <a:pt x="305555" y="36479"/>
                  </a:lnTo>
                  <a:lnTo>
                    <a:pt x="341795" y="20810"/>
                  </a:lnTo>
                  <a:lnTo>
                    <a:pt x="379241" y="9378"/>
                  </a:lnTo>
                  <a:lnTo>
                    <a:pt x="417755" y="2377"/>
                  </a:lnTo>
                  <a:lnTo>
                    <a:pt x="457200" y="0"/>
                  </a:lnTo>
                  <a:lnTo>
                    <a:pt x="496644" y="2377"/>
                  </a:lnTo>
                  <a:lnTo>
                    <a:pt x="535158" y="9378"/>
                  </a:lnTo>
                  <a:lnTo>
                    <a:pt x="572604" y="20810"/>
                  </a:lnTo>
                  <a:lnTo>
                    <a:pt x="608844" y="36479"/>
                  </a:lnTo>
                  <a:lnTo>
                    <a:pt x="643741" y="56189"/>
                  </a:lnTo>
                  <a:lnTo>
                    <a:pt x="677158" y="79746"/>
                  </a:lnTo>
                  <a:lnTo>
                    <a:pt x="708957" y="106956"/>
                  </a:lnTo>
                  <a:lnTo>
                    <a:pt x="739002" y="137626"/>
                  </a:lnTo>
                  <a:lnTo>
                    <a:pt x="767154" y="171559"/>
                  </a:lnTo>
                  <a:lnTo>
                    <a:pt x="793277" y="208564"/>
                  </a:lnTo>
                  <a:lnTo>
                    <a:pt x="817233" y="248443"/>
                  </a:lnTo>
                  <a:lnTo>
                    <a:pt x="838885" y="291005"/>
                  </a:lnTo>
                  <a:lnTo>
                    <a:pt x="858096" y="336054"/>
                  </a:lnTo>
                  <a:lnTo>
                    <a:pt x="874728" y="383396"/>
                  </a:lnTo>
                  <a:lnTo>
                    <a:pt x="888643" y="432836"/>
                  </a:lnTo>
                  <a:lnTo>
                    <a:pt x="899706" y="484181"/>
                  </a:lnTo>
                  <a:lnTo>
                    <a:pt x="907777" y="537236"/>
                  </a:lnTo>
                  <a:lnTo>
                    <a:pt x="912721" y="591807"/>
                  </a:lnTo>
                  <a:lnTo>
                    <a:pt x="914400" y="647700"/>
                  </a:lnTo>
                  <a:lnTo>
                    <a:pt x="912721" y="703592"/>
                  </a:lnTo>
                  <a:lnTo>
                    <a:pt x="907777" y="758163"/>
                  </a:lnTo>
                  <a:lnTo>
                    <a:pt x="899706" y="811218"/>
                  </a:lnTo>
                  <a:lnTo>
                    <a:pt x="888643" y="862563"/>
                  </a:lnTo>
                  <a:lnTo>
                    <a:pt x="874728" y="912003"/>
                  </a:lnTo>
                  <a:lnTo>
                    <a:pt x="858096" y="959345"/>
                  </a:lnTo>
                  <a:lnTo>
                    <a:pt x="838885" y="1004394"/>
                  </a:lnTo>
                  <a:lnTo>
                    <a:pt x="817233" y="1046956"/>
                  </a:lnTo>
                  <a:lnTo>
                    <a:pt x="793277" y="1086835"/>
                  </a:lnTo>
                  <a:lnTo>
                    <a:pt x="767154" y="1123840"/>
                  </a:lnTo>
                  <a:lnTo>
                    <a:pt x="739002" y="1157773"/>
                  </a:lnTo>
                  <a:lnTo>
                    <a:pt x="708957" y="1188443"/>
                  </a:lnTo>
                  <a:lnTo>
                    <a:pt x="677158" y="1215653"/>
                  </a:lnTo>
                  <a:lnTo>
                    <a:pt x="643741" y="1239210"/>
                  </a:lnTo>
                  <a:lnTo>
                    <a:pt x="608844" y="1258920"/>
                  </a:lnTo>
                  <a:lnTo>
                    <a:pt x="572604" y="1274589"/>
                  </a:lnTo>
                  <a:lnTo>
                    <a:pt x="535158" y="1286021"/>
                  </a:lnTo>
                  <a:lnTo>
                    <a:pt x="496644" y="1293022"/>
                  </a:lnTo>
                  <a:lnTo>
                    <a:pt x="457200" y="1295400"/>
                  </a:lnTo>
                  <a:lnTo>
                    <a:pt x="417755" y="1293022"/>
                  </a:lnTo>
                  <a:lnTo>
                    <a:pt x="379241" y="1286021"/>
                  </a:lnTo>
                  <a:lnTo>
                    <a:pt x="341795" y="1274589"/>
                  </a:lnTo>
                  <a:lnTo>
                    <a:pt x="305555" y="1258920"/>
                  </a:lnTo>
                  <a:lnTo>
                    <a:pt x="270658" y="1239210"/>
                  </a:lnTo>
                  <a:lnTo>
                    <a:pt x="237241" y="1215653"/>
                  </a:lnTo>
                  <a:lnTo>
                    <a:pt x="205442" y="1188443"/>
                  </a:lnTo>
                  <a:lnTo>
                    <a:pt x="175397" y="1157773"/>
                  </a:lnTo>
                  <a:lnTo>
                    <a:pt x="147245" y="1123840"/>
                  </a:lnTo>
                  <a:lnTo>
                    <a:pt x="121122" y="1086835"/>
                  </a:lnTo>
                  <a:lnTo>
                    <a:pt x="97166" y="1046956"/>
                  </a:lnTo>
                  <a:lnTo>
                    <a:pt x="75514" y="1004394"/>
                  </a:lnTo>
                  <a:lnTo>
                    <a:pt x="56303" y="959345"/>
                  </a:lnTo>
                  <a:lnTo>
                    <a:pt x="39671" y="912003"/>
                  </a:lnTo>
                  <a:lnTo>
                    <a:pt x="25756" y="862563"/>
                  </a:lnTo>
                  <a:lnTo>
                    <a:pt x="14693" y="811218"/>
                  </a:lnTo>
                  <a:lnTo>
                    <a:pt x="6622" y="758163"/>
                  </a:lnTo>
                  <a:lnTo>
                    <a:pt x="1678" y="703592"/>
                  </a:lnTo>
                  <a:lnTo>
                    <a:pt x="0" y="6477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0" y="4047635"/>
              <a:ext cx="161760" cy="1617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12685" y="5163439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33837" y="4596276"/>
            <a:ext cx="3362325" cy="1533525"/>
            <a:chOff x="4033837" y="4596276"/>
            <a:chExt cx="3362325" cy="15335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4320" y="4596276"/>
              <a:ext cx="161760" cy="1617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19600" y="57439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38600" y="4905756"/>
              <a:ext cx="914400" cy="1219200"/>
            </a:xfrm>
            <a:custGeom>
              <a:avLst/>
              <a:gdLst/>
              <a:ahLst/>
              <a:cxnLst/>
              <a:rect l="l" t="t" r="r" b="b"/>
              <a:pathLst>
                <a:path w="914400" h="1219200">
                  <a:moveTo>
                    <a:pt x="381000" y="990600"/>
                  </a:moveTo>
                  <a:lnTo>
                    <a:pt x="533400" y="990600"/>
                  </a:lnTo>
                  <a:lnTo>
                    <a:pt x="533400" y="838200"/>
                  </a:lnTo>
                  <a:lnTo>
                    <a:pt x="381000" y="838200"/>
                  </a:lnTo>
                  <a:lnTo>
                    <a:pt x="381000" y="990600"/>
                  </a:lnTo>
                  <a:close/>
                </a:path>
                <a:path w="914400" h="1219200">
                  <a:moveTo>
                    <a:pt x="0" y="609600"/>
                  </a:moveTo>
                  <a:lnTo>
                    <a:pt x="1868" y="554113"/>
                  </a:lnTo>
                  <a:lnTo>
                    <a:pt x="7367" y="500022"/>
                  </a:lnTo>
                  <a:lnTo>
                    <a:pt x="16333" y="447542"/>
                  </a:lnTo>
                  <a:lnTo>
                    <a:pt x="28606" y="396889"/>
                  </a:lnTo>
                  <a:lnTo>
                    <a:pt x="44025" y="348276"/>
                  </a:lnTo>
                  <a:lnTo>
                    <a:pt x="62427" y="301921"/>
                  </a:lnTo>
                  <a:lnTo>
                    <a:pt x="83651" y="258037"/>
                  </a:lnTo>
                  <a:lnTo>
                    <a:pt x="107537" y="216840"/>
                  </a:lnTo>
                  <a:lnTo>
                    <a:pt x="133921" y="178546"/>
                  </a:lnTo>
                  <a:lnTo>
                    <a:pt x="162643" y="143368"/>
                  </a:lnTo>
                  <a:lnTo>
                    <a:pt x="193541" y="111524"/>
                  </a:lnTo>
                  <a:lnTo>
                    <a:pt x="226455" y="83227"/>
                  </a:lnTo>
                  <a:lnTo>
                    <a:pt x="261221" y="58693"/>
                  </a:lnTo>
                  <a:lnTo>
                    <a:pt x="297679" y="38137"/>
                  </a:lnTo>
                  <a:lnTo>
                    <a:pt x="335668" y="21775"/>
                  </a:lnTo>
                  <a:lnTo>
                    <a:pt x="375025" y="9821"/>
                  </a:lnTo>
                  <a:lnTo>
                    <a:pt x="415589" y="2491"/>
                  </a:lnTo>
                  <a:lnTo>
                    <a:pt x="457200" y="0"/>
                  </a:lnTo>
                  <a:lnTo>
                    <a:pt x="498810" y="2491"/>
                  </a:lnTo>
                  <a:lnTo>
                    <a:pt x="539374" y="9821"/>
                  </a:lnTo>
                  <a:lnTo>
                    <a:pt x="578731" y="21775"/>
                  </a:lnTo>
                  <a:lnTo>
                    <a:pt x="616720" y="38137"/>
                  </a:lnTo>
                  <a:lnTo>
                    <a:pt x="653178" y="58693"/>
                  </a:lnTo>
                  <a:lnTo>
                    <a:pt x="687944" y="83227"/>
                  </a:lnTo>
                  <a:lnTo>
                    <a:pt x="720858" y="111524"/>
                  </a:lnTo>
                  <a:lnTo>
                    <a:pt x="751756" y="143368"/>
                  </a:lnTo>
                  <a:lnTo>
                    <a:pt x="780478" y="178546"/>
                  </a:lnTo>
                  <a:lnTo>
                    <a:pt x="806862" y="216840"/>
                  </a:lnTo>
                  <a:lnTo>
                    <a:pt x="830748" y="258037"/>
                  </a:lnTo>
                  <a:lnTo>
                    <a:pt x="851972" y="301921"/>
                  </a:lnTo>
                  <a:lnTo>
                    <a:pt x="870374" y="348276"/>
                  </a:lnTo>
                  <a:lnTo>
                    <a:pt x="885793" y="396889"/>
                  </a:lnTo>
                  <a:lnTo>
                    <a:pt x="898066" y="447542"/>
                  </a:lnTo>
                  <a:lnTo>
                    <a:pt x="907032" y="500022"/>
                  </a:lnTo>
                  <a:lnTo>
                    <a:pt x="912531" y="554113"/>
                  </a:lnTo>
                  <a:lnTo>
                    <a:pt x="914400" y="609600"/>
                  </a:lnTo>
                  <a:lnTo>
                    <a:pt x="912531" y="665086"/>
                  </a:lnTo>
                  <a:lnTo>
                    <a:pt x="907032" y="719177"/>
                  </a:lnTo>
                  <a:lnTo>
                    <a:pt x="898066" y="771657"/>
                  </a:lnTo>
                  <a:lnTo>
                    <a:pt x="885793" y="822310"/>
                  </a:lnTo>
                  <a:lnTo>
                    <a:pt x="870374" y="870923"/>
                  </a:lnTo>
                  <a:lnTo>
                    <a:pt x="851972" y="917278"/>
                  </a:lnTo>
                  <a:lnTo>
                    <a:pt x="830748" y="961162"/>
                  </a:lnTo>
                  <a:lnTo>
                    <a:pt x="806862" y="1002359"/>
                  </a:lnTo>
                  <a:lnTo>
                    <a:pt x="780478" y="1040653"/>
                  </a:lnTo>
                  <a:lnTo>
                    <a:pt x="751756" y="1075831"/>
                  </a:lnTo>
                  <a:lnTo>
                    <a:pt x="720858" y="1107675"/>
                  </a:lnTo>
                  <a:lnTo>
                    <a:pt x="687944" y="1135972"/>
                  </a:lnTo>
                  <a:lnTo>
                    <a:pt x="653178" y="1160506"/>
                  </a:lnTo>
                  <a:lnTo>
                    <a:pt x="616720" y="1181062"/>
                  </a:lnTo>
                  <a:lnTo>
                    <a:pt x="578731" y="1197424"/>
                  </a:lnTo>
                  <a:lnTo>
                    <a:pt x="539374" y="1209378"/>
                  </a:lnTo>
                  <a:lnTo>
                    <a:pt x="498810" y="1216708"/>
                  </a:lnTo>
                  <a:lnTo>
                    <a:pt x="457200" y="1219200"/>
                  </a:lnTo>
                  <a:lnTo>
                    <a:pt x="415589" y="1216708"/>
                  </a:lnTo>
                  <a:lnTo>
                    <a:pt x="375025" y="1209378"/>
                  </a:lnTo>
                  <a:lnTo>
                    <a:pt x="335668" y="1197424"/>
                  </a:lnTo>
                  <a:lnTo>
                    <a:pt x="297679" y="1181062"/>
                  </a:lnTo>
                  <a:lnTo>
                    <a:pt x="261221" y="1160506"/>
                  </a:lnTo>
                  <a:lnTo>
                    <a:pt x="226455" y="1135972"/>
                  </a:lnTo>
                  <a:lnTo>
                    <a:pt x="193541" y="1107675"/>
                  </a:lnTo>
                  <a:lnTo>
                    <a:pt x="162643" y="1075831"/>
                  </a:lnTo>
                  <a:lnTo>
                    <a:pt x="133921" y="1040653"/>
                  </a:lnTo>
                  <a:lnTo>
                    <a:pt x="107537" y="1002359"/>
                  </a:lnTo>
                  <a:lnTo>
                    <a:pt x="83651" y="961162"/>
                  </a:lnTo>
                  <a:lnTo>
                    <a:pt x="62427" y="917278"/>
                  </a:lnTo>
                  <a:lnTo>
                    <a:pt x="44025" y="870923"/>
                  </a:lnTo>
                  <a:lnTo>
                    <a:pt x="28606" y="822310"/>
                  </a:lnTo>
                  <a:lnTo>
                    <a:pt x="16333" y="771657"/>
                  </a:lnTo>
                  <a:lnTo>
                    <a:pt x="7367" y="719177"/>
                  </a:lnTo>
                  <a:lnTo>
                    <a:pt x="1868" y="665086"/>
                  </a:lnTo>
                  <a:lnTo>
                    <a:pt x="0" y="6096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49651" y="5910783"/>
            <a:ext cx="948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414920" y="5143391"/>
            <a:ext cx="161925" cy="161925"/>
            <a:chOff x="4414920" y="5143391"/>
            <a:chExt cx="161925" cy="161925"/>
          </a:xfrm>
        </p:grpSpPr>
        <p:sp>
          <p:nvSpPr>
            <p:cNvPr id="18" name="object 18"/>
            <p:cNvSpPr/>
            <p:nvPr/>
          </p:nvSpPr>
          <p:spPr>
            <a:xfrm>
              <a:off x="4419600" y="5148071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399"/>
                  </a:lnTo>
                  <a:lnTo>
                    <a:pt x="1524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19600" y="5148071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399"/>
                  </a:moveTo>
                  <a:lnTo>
                    <a:pt x="152400" y="152399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905000" y="3534155"/>
            <a:ext cx="5415280" cy="2286000"/>
          </a:xfrm>
          <a:custGeom>
            <a:avLst/>
            <a:gdLst/>
            <a:ahLst/>
            <a:cxnLst/>
            <a:rect l="l" t="t" r="r" b="b"/>
            <a:pathLst>
              <a:path w="5415280" h="2286000">
                <a:moveTo>
                  <a:pt x="0" y="685800"/>
                </a:moveTo>
                <a:lnTo>
                  <a:pt x="2590800" y="1676400"/>
                </a:lnTo>
              </a:path>
              <a:path w="5415280" h="2286000">
                <a:moveTo>
                  <a:pt x="5414772" y="1143000"/>
                </a:moveTo>
                <a:lnTo>
                  <a:pt x="2586228" y="2286000"/>
                </a:lnTo>
              </a:path>
              <a:path w="5415280" h="2286000">
                <a:moveTo>
                  <a:pt x="2590800" y="0"/>
                </a:moveTo>
                <a:lnTo>
                  <a:pt x="5410200" y="59436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5815" y="1016994"/>
            <a:ext cx="7909559" cy="26930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41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Lực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7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tối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gia.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Lực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7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tối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thiểu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gia.</a:t>
            </a:r>
            <a:endParaRPr sz="2000">
              <a:latin typeface="Arial"/>
              <a:cs typeface="Arial"/>
            </a:endParaRPr>
          </a:p>
          <a:p>
            <a:pPr marL="4661535">
              <a:lnSpc>
                <a:spcPct val="100000"/>
              </a:lnSpc>
              <a:spcBef>
                <a:spcPts val="1845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14920" y="2919876"/>
            <a:ext cx="161925" cy="161925"/>
            <a:chOff x="4414920" y="2919876"/>
            <a:chExt cx="161925" cy="161925"/>
          </a:xfrm>
        </p:grpSpPr>
        <p:sp>
          <p:nvSpPr>
            <p:cNvPr id="23" name="object 23"/>
            <p:cNvSpPr/>
            <p:nvPr/>
          </p:nvSpPr>
          <p:spPr>
            <a:xfrm>
              <a:off x="4419600" y="29245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19600" y="29245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414920" y="3453276"/>
            <a:ext cx="161925" cy="161925"/>
            <a:chOff x="4414920" y="3453276"/>
            <a:chExt cx="161925" cy="161925"/>
          </a:xfrm>
        </p:grpSpPr>
        <p:sp>
          <p:nvSpPr>
            <p:cNvPr id="26" name="object 26"/>
            <p:cNvSpPr/>
            <p:nvPr/>
          </p:nvSpPr>
          <p:spPr>
            <a:xfrm>
              <a:off x="4419600" y="34579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34579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900320" y="2691276"/>
            <a:ext cx="5419725" cy="2528570"/>
            <a:chOff x="1900320" y="2691276"/>
            <a:chExt cx="5419725" cy="2528570"/>
          </a:xfrm>
        </p:grpSpPr>
        <p:sp>
          <p:nvSpPr>
            <p:cNvPr id="29" name="object 29"/>
            <p:cNvSpPr/>
            <p:nvPr/>
          </p:nvSpPr>
          <p:spPr>
            <a:xfrm>
              <a:off x="4038600" y="2695956"/>
              <a:ext cx="914400" cy="1600200"/>
            </a:xfrm>
            <a:custGeom>
              <a:avLst/>
              <a:gdLst/>
              <a:ahLst/>
              <a:cxnLst/>
              <a:rect l="l" t="t" r="r" b="b"/>
              <a:pathLst>
                <a:path w="914400" h="1600200">
                  <a:moveTo>
                    <a:pt x="0" y="800100"/>
                  </a:moveTo>
                  <a:lnTo>
                    <a:pt x="1254" y="740393"/>
                  </a:lnTo>
                  <a:lnTo>
                    <a:pt x="4957" y="681878"/>
                  </a:lnTo>
                  <a:lnTo>
                    <a:pt x="11022" y="624708"/>
                  </a:lnTo>
                  <a:lnTo>
                    <a:pt x="19359" y="569038"/>
                  </a:lnTo>
                  <a:lnTo>
                    <a:pt x="29881" y="515024"/>
                  </a:lnTo>
                  <a:lnTo>
                    <a:pt x="42497" y="462819"/>
                  </a:lnTo>
                  <a:lnTo>
                    <a:pt x="57122" y="412579"/>
                  </a:lnTo>
                  <a:lnTo>
                    <a:pt x="73664" y="364459"/>
                  </a:lnTo>
                  <a:lnTo>
                    <a:pt x="92038" y="318613"/>
                  </a:lnTo>
                  <a:lnTo>
                    <a:pt x="112153" y="275195"/>
                  </a:lnTo>
                  <a:lnTo>
                    <a:pt x="133921" y="234362"/>
                  </a:lnTo>
                  <a:lnTo>
                    <a:pt x="157254" y="196267"/>
                  </a:lnTo>
                  <a:lnTo>
                    <a:pt x="182064" y="161066"/>
                  </a:lnTo>
                  <a:lnTo>
                    <a:pt x="208262" y="128913"/>
                  </a:lnTo>
                  <a:lnTo>
                    <a:pt x="235759" y="99963"/>
                  </a:lnTo>
                  <a:lnTo>
                    <a:pt x="264468" y="74371"/>
                  </a:lnTo>
                  <a:lnTo>
                    <a:pt x="325165" y="33879"/>
                  </a:lnTo>
                  <a:lnTo>
                    <a:pt x="389644" y="8676"/>
                  </a:lnTo>
                  <a:lnTo>
                    <a:pt x="457200" y="0"/>
                  </a:lnTo>
                  <a:lnTo>
                    <a:pt x="491317" y="2194"/>
                  </a:lnTo>
                  <a:lnTo>
                    <a:pt x="557423" y="19289"/>
                  </a:lnTo>
                  <a:lnTo>
                    <a:pt x="620100" y="52291"/>
                  </a:lnTo>
                  <a:lnTo>
                    <a:pt x="678640" y="99963"/>
                  </a:lnTo>
                  <a:lnTo>
                    <a:pt x="706137" y="128913"/>
                  </a:lnTo>
                  <a:lnTo>
                    <a:pt x="732335" y="161066"/>
                  </a:lnTo>
                  <a:lnTo>
                    <a:pt x="757145" y="196267"/>
                  </a:lnTo>
                  <a:lnTo>
                    <a:pt x="780478" y="234362"/>
                  </a:lnTo>
                  <a:lnTo>
                    <a:pt x="802246" y="275195"/>
                  </a:lnTo>
                  <a:lnTo>
                    <a:pt x="822361" y="318613"/>
                  </a:lnTo>
                  <a:lnTo>
                    <a:pt x="840735" y="364459"/>
                  </a:lnTo>
                  <a:lnTo>
                    <a:pt x="857277" y="412579"/>
                  </a:lnTo>
                  <a:lnTo>
                    <a:pt x="871902" y="462819"/>
                  </a:lnTo>
                  <a:lnTo>
                    <a:pt x="884518" y="515024"/>
                  </a:lnTo>
                  <a:lnTo>
                    <a:pt x="895040" y="569038"/>
                  </a:lnTo>
                  <a:lnTo>
                    <a:pt x="903377" y="624708"/>
                  </a:lnTo>
                  <a:lnTo>
                    <a:pt x="909442" y="681878"/>
                  </a:lnTo>
                  <a:lnTo>
                    <a:pt x="913145" y="740393"/>
                  </a:lnTo>
                  <a:lnTo>
                    <a:pt x="914400" y="800100"/>
                  </a:lnTo>
                  <a:lnTo>
                    <a:pt x="913145" y="859806"/>
                  </a:lnTo>
                  <a:lnTo>
                    <a:pt x="909442" y="918321"/>
                  </a:lnTo>
                  <a:lnTo>
                    <a:pt x="903377" y="975491"/>
                  </a:lnTo>
                  <a:lnTo>
                    <a:pt x="895040" y="1031161"/>
                  </a:lnTo>
                  <a:lnTo>
                    <a:pt x="884518" y="1085175"/>
                  </a:lnTo>
                  <a:lnTo>
                    <a:pt x="871902" y="1137380"/>
                  </a:lnTo>
                  <a:lnTo>
                    <a:pt x="857277" y="1187620"/>
                  </a:lnTo>
                  <a:lnTo>
                    <a:pt x="840735" y="1235740"/>
                  </a:lnTo>
                  <a:lnTo>
                    <a:pt x="822361" y="1281586"/>
                  </a:lnTo>
                  <a:lnTo>
                    <a:pt x="802246" y="1325004"/>
                  </a:lnTo>
                  <a:lnTo>
                    <a:pt x="780478" y="1365837"/>
                  </a:lnTo>
                  <a:lnTo>
                    <a:pt x="757145" y="1403932"/>
                  </a:lnTo>
                  <a:lnTo>
                    <a:pt x="732335" y="1439133"/>
                  </a:lnTo>
                  <a:lnTo>
                    <a:pt x="706137" y="1471286"/>
                  </a:lnTo>
                  <a:lnTo>
                    <a:pt x="678640" y="1500236"/>
                  </a:lnTo>
                  <a:lnTo>
                    <a:pt x="649931" y="1525828"/>
                  </a:lnTo>
                  <a:lnTo>
                    <a:pt x="589234" y="1566320"/>
                  </a:lnTo>
                  <a:lnTo>
                    <a:pt x="524755" y="1591523"/>
                  </a:lnTo>
                  <a:lnTo>
                    <a:pt x="457200" y="1600200"/>
                  </a:lnTo>
                  <a:lnTo>
                    <a:pt x="423082" y="1598005"/>
                  </a:lnTo>
                  <a:lnTo>
                    <a:pt x="356976" y="1580910"/>
                  </a:lnTo>
                  <a:lnTo>
                    <a:pt x="294299" y="1547908"/>
                  </a:lnTo>
                  <a:lnTo>
                    <a:pt x="235759" y="1500236"/>
                  </a:lnTo>
                  <a:lnTo>
                    <a:pt x="208262" y="1471286"/>
                  </a:lnTo>
                  <a:lnTo>
                    <a:pt x="182064" y="1439133"/>
                  </a:lnTo>
                  <a:lnTo>
                    <a:pt x="157254" y="1403932"/>
                  </a:lnTo>
                  <a:lnTo>
                    <a:pt x="133921" y="1365837"/>
                  </a:lnTo>
                  <a:lnTo>
                    <a:pt x="112153" y="1325004"/>
                  </a:lnTo>
                  <a:lnTo>
                    <a:pt x="92038" y="1281586"/>
                  </a:lnTo>
                  <a:lnTo>
                    <a:pt x="73664" y="1235740"/>
                  </a:lnTo>
                  <a:lnTo>
                    <a:pt x="57122" y="1187620"/>
                  </a:lnTo>
                  <a:lnTo>
                    <a:pt x="42497" y="1137380"/>
                  </a:lnTo>
                  <a:lnTo>
                    <a:pt x="29881" y="1085175"/>
                  </a:lnTo>
                  <a:lnTo>
                    <a:pt x="19359" y="1031161"/>
                  </a:lnTo>
                  <a:lnTo>
                    <a:pt x="11022" y="975491"/>
                  </a:lnTo>
                  <a:lnTo>
                    <a:pt x="4957" y="918321"/>
                  </a:lnTo>
                  <a:lnTo>
                    <a:pt x="1254" y="859806"/>
                  </a:lnTo>
                  <a:lnTo>
                    <a:pt x="0" y="8001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19600" y="391515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05000" y="3915156"/>
              <a:ext cx="5410200" cy="1300480"/>
            </a:xfrm>
            <a:custGeom>
              <a:avLst/>
              <a:gdLst/>
              <a:ahLst/>
              <a:cxnLst/>
              <a:rect l="l" t="t" r="r" b="b"/>
              <a:pathLst>
                <a:path w="5410200" h="1300479">
                  <a:moveTo>
                    <a:pt x="2514600" y="152400"/>
                  </a:moveTo>
                  <a:lnTo>
                    <a:pt x="2667000" y="152400"/>
                  </a:lnTo>
                  <a:lnTo>
                    <a:pt x="2667000" y="0"/>
                  </a:lnTo>
                  <a:lnTo>
                    <a:pt x="2514600" y="0"/>
                  </a:lnTo>
                  <a:lnTo>
                    <a:pt x="2514600" y="152400"/>
                  </a:lnTo>
                  <a:close/>
                </a:path>
                <a:path w="5410200" h="1300479">
                  <a:moveTo>
                    <a:pt x="0" y="1299972"/>
                  </a:moveTo>
                  <a:lnTo>
                    <a:pt x="2590800" y="71628"/>
                  </a:lnTo>
                </a:path>
                <a:path w="5410200" h="1300479">
                  <a:moveTo>
                    <a:pt x="2590800" y="76200"/>
                  </a:moveTo>
                  <a:lnTo>
                    <a:pt x="5410200" y="7620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0AFA7D4A-A7B8-B63D-562F-20DCF54C4B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85" dirty="0"/>
              <a:t> </a:t>
            </a:r>
            <a:r>
              <a:rPr dirty="0"/>
              <a:t>loại</a:t>
            </a:r>
            <a:r>
              <a:rPr spc="-60" dirty="0"/>
              <a:t> </a:t>
            </a:r>
            <a:r>
              <a:rPr dirty="0"/>
              <a:t>ràng</a:t>
            </a:r>
            <a:r>
              <a:rPr spc="-70" dirty="0"/>
              <a:t> </a:t>
            </a:r>
            <a:r>
              <a:rPr dirty="0"/>
              <a:t>buộc</a:t>
            </a:r>
            <a:r>
              <a:rPr spc="-60" dirty="0"/>
              <a:t> </a:t>
            </a:r>
            <a:r>
              <a:rPr dirty="0"/>
              <a:t>trên</a:t>
            </a:r>
            <a:r>
              <a:rPr spc="-65" dirty="0"/>
              <a:t> </a:t>
            </a:r>
            <a:r>
              <a:rPr dirty="0"/>
              <a:t>liên</a:t>
            </a:r>
            <a:r>
              <a:rPr spc="-85" dirty="0"/>
              <a:t> </a:t>
            </a:r>
            <a:r>
              <a:rPr spc="-25" dirty="0"/>
              <a:t>kết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7872095" cy="40747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tỉ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lực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lượng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(đối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phân)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Tỉ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tối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kết.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 </a:t>
            </a:r>
            <a:r>
              <a:rPr sz="2000" spc="-10" dirty="0">
                <a:latin typeface="Arial"/>
                <a:cs typeface="Arial"/>
              </a:rPr>
              <a:t>loại: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15"/>
              </a:spcBef>
              <a:tabLst>
                <a:tab pos="11557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1:N.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5"/>
              </a:spcBef>
              <a:tabLst>
                <a:tab pos="11557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1:1.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90"/>
              </a:spcBef>
              <a:buChar char="-"/>
              <a:tabLst>
                <a:tab pos="1155700" algn="l"/>
              </a:tabLst>
            </a:pPr>
            <a:r>
              <a:rPr sz="1800" spc="-20" dirty="0">
                <a:latin typeface="Arial"/>
                <a:cs typeface="Arial"/>
              </a:rPr>
              <a:t>M:N.</a:t>
            </a:r>
            <a:endParaRPr sz="1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gia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Lực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tối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thiểu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kết.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loại: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Tham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buộc.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Tham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bắt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buộc.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FA7EA-B359-0FD3-9B9B-6267FBBCCE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45" dirty="0"/>
              <a:t> </a:t>
            </a:r>
            <a:r>
              <a:rPr dirty="0"/>
              <a:t>kết</a:t>
            </a:r>
            <a:r>
              <a:rPr spc="-50" dirty="0"/>
              <a:t> </a:t>
            </a:r>
            <a:r>
              <a:rPr dirty="0"/>
              <a:t>một</a:t>
            </a:r>
            <a:r>
              <a:rPr spc="-60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dirty="0"/>
              <a:t>nhiều</a:t>
            </a:r>
            <a:r>
              <a:rPr spc="-60" dirty="0"/>
              <a:t> </a:t>
            </a:r>
            <a:r>
              <a:rPr dirty="0"/>
              <a:t>(1</a:t>
            </a:r>
            <a:r>
              <a:rPr spc="-60" dirty="0"/>
              <a:t> </a:t>
            </a:r>
            <a:r>
              <a:rPr dirty="0"/>
              <a:t>:</a:t>
            </a:r>
            <a:r>
              <a:rPr spc="-55" dirty="0"/>
              <a:t> </a:t>
            </a:r>
            <a:r>
              <a:rPr spc="-25" dirty="0"/>
              <a:t>N)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5437" y="1200721"/>
            <a:ext cx="6334125" cy="2066925"/>
            <a:chOff x="1595437" y="1200721"/>
            <a:chExt cx="6334125" cy="2066925"/>
          </a:xfrm>
        </p:grpSpPr>
        <p:sp>
          <p:nvSpPr>
            <p:cNvPr id="4" name="object 4"/>
            <p:cNvSpPr/>
            <p:nvPr/>
          </p:nvSpPr>
          <p:spPr>
            <a:xfrm>
              <a:off x="1600200" y="1205483"/>
              <a:ext cx="6324600" cy="2057400"/>
            </a:xfrm>
            <a:custGeom>
              <a:avLst/>
              <a:gdLst/>
              <a:ahLst/>
              <a:cxnLst/>
              <a:rect l="l" t="t" r="r" b="b"/>
              <a:pathLst>
                <a:path w="6324600" h="2057400">
                  <a:moveTo>
                    <a:pt x="457200" y="461771"/>
                  </a:moveTo>
                  <a:lnTo>
                    <a:pt x="3048000" y="376427"/>
                  </a:lnTo>
                </a:path>
                <a:path w="6324600" h="2057400">
                  <a:moveTo>
                    <a:pt x="3048000" y="381000"/>
                  </a:moveTo>
                  <a:lnTo>
                    <a:pt x="5867400" y="685800"/>
                  </a:lnTo>
                </a:path>
                <a:path w="6324600" h="2057400">
                  <a:moveTo>
                    <a:pt x="457200" y="990600"/>
                  </a:moveTo>
                  <a:lnTo>
                    <a:pt x="3048000" y="1066800"/>
                  </a:lnTo>
                </a:path>
                <a:path w="6324600" h="2057400">
                  <a:moveTo>
                    <a:pt x="3048000" y="1071371"/>
                  </a:moveTo>
                  <a:lnTo>
                    <a:pt x="5867400" y="681227"/>
                  </a:lnTo>
                </a:path>
                <a:path w="6324600" h="2057400">
                  <a:moveTo>
                    <a:pt x="5410200" y="914400"/>
                  </a:moveTo>
                  <a:lnTo>
                    <a:pt x="5411575" y="854845"/>
                  </a:lnTo>
                  <a:lnTo>
                    <a:pt x="5415635" y="796545"/>
                  </a:lnTo>
                  <a:lnTo>
                    <a:pt x="5422276" y="739668"/>
                  </a:lnTo>
                  <a:lnTo>
                    <a:pt x="5431398" y="684385"/>
                  </a:lnTo>
                  <a:lnTo>
                    <a:pt x="5442898" y="630864"/>
                  </a:lnTo>
                  <a:lnTo>
                    <a:pt x="5456675" y="579275"/>
                  </a:lnTo>
                  <a:lnTo>
                    <a:pt x="5472627" y="529787"/>
                  </a:lnTo>
                  <a:lnTo>
                    <a:pt x="5490653" y="482570"/>
                  </a:lnTo>
                  <a:lnTo>
                    <a:pt x="5510650" y="437792"/>
                  </a:lnTo>
                  <a:lnTo>
                    <a:pt x="5532518" y="395623"/>
                  </a:lnTo>
                  <a:lnTo>
                    <a:pt x="5556154" y="356233"/>
                  </a:lnTo>
                  <a:lnTo>
                    <a:pt x="5581456" y="319791"/>
                  </a:lnTo>
                  <a:lnTo>
                    <a:pt x="5608324" y="286465"/>
                  </a:lnTo>
                  <a:lnTo>
                    <a:pt x="5636655" y="256427"/>
                  </a:lnTo>
                  <a:lnTo>
                    <a:pt x="5666347" y="229844"/>
                  </a:lnTo>
                  <a:lnTo>
                    <a:pt x="5697299" y="206886"/>
                  </a:lnTo>
                  <a:lnTo>
                    <a:pt x="5762577" y="172523"/>
                  </a:lnTo>
                  <a:lnTo>
                    <a:pt x="5831673" y="154692"/>
                  </a:lnTo>
                  <a:lnTo>
                    <a:pt x="5867400" y="152400"/>
                  </a:lnTo>
                  <a:lnTo>
                    <a:pt x="5903126" y="154692"/>
                  </a:lnTo>
                  <a:lnTo>
                    <a:pt x="5972222" y="172523"/>
                  </a:lnTo>
                  <a:lnTo>
                    <a:pt x="6037500" y="206886"/>
                  </a:lnTo>
                  <a:lnTo>
                    <a:pt x="6068452" y="229844"/>
                  </a:lnTo>
                  <a:lnTo>
                    <a:pt x="6098144" y="256427"/>
                  </a:lnTo>
                  <a:lnTo>
                    <a:pt x="6126475" y="286465"/>
                  </a:lnTo>
                  <a:lnTo>
                    <a:pt x="6153343" y="319791"/>
                  </a:lnTo>
                  <a:lnTo>
                    <a:pt x="6178645" y="356233"/>
                  </a:lnTo>
                  <a:lnTo>
                    <a:pt x="6202281" y="395623"/>
                  </a:lnTo>
                  <a:lnTo>
                    <a:pt x="6224149" y="437792"/>
                  </a:lnTo>
                  <a:lnTo>
                    <a:pt x="6244146" y="482570"/>
                  </a:lnTo>
                  <a:lnTo>
                    <a:pt x="6262172" y="529787"/>
                  </a:lnTo>
                  <a:lnTo>
                    <a:pt x="6278124" y="579275"/>
                  </a:lnTo>
                  <a:lnTo>
                    <a:pt x="6291901" y="630864"/>
                  </a:lnTo>
                  <a:lnTo>
                    <a:pt x="6303401" y="684385"/>
                  </a:lnTo>
                  <a:lnTo>
                    <a:pt x="6312523" y="739668"/>
                  </a:lnTo>
                  <a:lnTo>
                    <a:pt x="6319164" y="796545"/>
                  </a:lnTo>
                  <a:lnTo>
                    <a:pt x="6323224" y="854845"/>
                  </a:lnTo>
                  <a:lnTo>
                    <a:pt x="6324600" y="914400"/>
                  </a:lnTo>
                  <a:lnTo>
                    <a:pt x="6323224" y="973954"/>
                  </a:lnTo>
                  <a:lnTo>
                    <a:pt x="6319164" y="1032254"/>
                  </a:lnTo>
                  <a:lnTo>
                    <a:pt x="6312523" y="1089131"/>
                  </a:lnTo>
                  <a:lnTo>
                    <a:pt x="6303401" y="1144414"/>
                  </a:lnTo>
                  <a:lnTo>
                    <a:pt x="6291901" y="1197935"/>
                  </a:lnTo>
                  <a:lnTo>
                    <a:pt x="6278124" y="1249524"/>
                  </a:lnTo>
                  <a:lnTo>
                    <a:pt x="6262172" y="1299012"/>
                  </a:lnTo>
                  <a:lnTo>
                    <a:pt x="6244146" y="1346229"/>
                  </a:lnTo>
                  <a:lnTo>
                    <a:pt x="6224149" y="1391007"/>
                  </a:lnTo>
                  <a:lnTo>
                    <a:pt x="6202281" y="1433176"/>
                  </a:lnTo>
                  <a:lnTo>
                    <a:pt x="6178645" y="1472566"/>
                  </a:lnTo>
                  <a:lnTo>
                    <a:pt x="6153343" y="1509008"/>
                  </a:lnTo>
                  <a:lnTo>
                    <a:pt x="6126475" y="1542334"/>
                  </a:lnTo>
                  <a:lnTo>
                    <a:pt x="6098144" y="1572372"/>
                  </a:lnTo>
                  <a:lnTo>
                    <a:pt x="6068452" y="1598955"/>
                  </a:lnTo>
                  <a:lnTo>
                    <a:pt x="6037500" y="1621913"/>
                  </a:lnTo>
                  <a:lnTo>
                    <a:pt x="5972222" y="1656276"/>
                  </a:lnTo>
                  <a:lnTo>
                    <a:pt x="5903126" y="1674107"/>
                  </a:lnTo>
                  <a:lnTo>
                    <a:pt x="5867400" y="1676400"/>
                  </a:lnTo>
                  <a:lnTo>
                    <a:pt x="5831673" y="1674107"/>
                  </a:lnTo>
                  <a:lnTo>
                    <a:pt x="5762577" y="1656276"/>
                  </a:lnTo>
                  <a:lnTo>
                    <a:pt x="5697299" y="1621913"/>
                  </a:lnTo>
                  <a:lnTo>
                    <a:pt x="5666347" y="1598955"/>
                  </a:lnTo>
                  <a:lnTo>
                    <a:pt x="5636655" y="1572372"/>
                  </a:lnTo>
                  <a:lnTo>
                    <a:pt x="5608324" y="1542334"/>
                  </a:lnTo>
                  <a:lnTo>
                    <a:pt x="5581456" y="1509008"/>
                  </a:lnTo>
                  <a:lnTo>
                    <a:pt x="5556154" y="1472566"/>
                  </a:lnTo>
                  <a:lnTo>
                    <a:pt x="5532518" y="1433176"/>
                  </a:lnTo>
                  <a:lnTo>
                    <a:pt x="5510650" y="1391007"/>
                  </a:lnTo>
                  <a:lnTo>
                    <a:pt x="5490653" y="1346229"/>
                  </a:lnTo>
                  <a:lnTo>
                    <a:pt x="5472627" y="1299012"/>
                  </a:lnTo>
                  <a:lnTo>
                    <a:pt x="5456675" y="1249524"/>
                  </a:lnTo>
                  <a:lnTo>
                    <a:pt x="5442898" y="1197935"/>
                  </a:lnTo>
                  <a:lnTo>
                    <a:pt x="5431398" y="1144414"/>
                  </a:lnTo>
                  <a:lnTo>
                    <a:pt x="5422276" y="1089131"/>
                  </a:lnTo>
                  <a:lnTo>
                    <a:pt x="5415635" y="1032254"/>
                  </a:lnTo>
                  <a:lnTo>
                    <a:pt x="5411575" y="973954"/>
                  </a:lnTo>
                  <a:lnTo>
                    <a:pt x="5410200" y="914400"/>
                  </a:lnTo>
                  <a:close/>
                </a:path>
                <a:path w="6324600" h="2057400">
                  <a:moveTo>
                    <a:pt x="2590800" y="1028700"/>
                  </a:moveTo>
                  <a:lnTo>
                    <a:pt x="2591699" y="963636"/>
                  </a:lnTo>
                  <a:lnTo>
                    <a:pt x="2594362" y="899649"/>
                  </a:lnTo>
                  <a:lnTo>
                    <a:pt x="2598735" y="836859"/>
                  </a:lnTo>
                  <a:lnTo>
                    <a:pt x="2604765" y="775386"/>
                  </a:lnTo>
                  <a:lnTo>
                    <a:pt x="2612397" y="715351"/>
                  </a:lnTo>
                  <a:lnTo>
                    <a:pt x="2621578" y="656873"/>
                  </a:lnTo>
                  <a:lnTo>
                    <a:pt x="2632255" y="600075"/>
                  </a:lnTo>
                  <a:lnTo>
                    <a:pt x="2644373" y="545075"/>
                  </a:lnTo>
                  <a:lnTo>
                    <a:pt x="2657880" y="491994"/>
                  </a:lnTo>
                  <a:lnTo>
                    <a:pt x="2672722" y="440954"/>
                  </a:lnTo>
                  <a:lnTo>
                    <a:pt x="2688845" y="392073"/>
                  </a:lnTo>
                  <a:lnTo>
                    <a:pt x="2706196" y="345474"/>
                  </a:lnTo>
                  <a:lnTo>
                    <a:pt x="2724721" y="301275"/>
                  </a:lnTo>
                  <a:lnTo>
                    <a:pt x="2744366" y="259598"/>
                  </a:lnTo>
                  <a:lnTo>
                    <a:pt x="2765078" y="220564"/>
                  </a:lnTo>
                  <a:lnTo>
                    <a:pt x="2786804" y="184291"/>
                  </a:lnTo>
                  <a:lnTo>
                    <a:pt x="2809489" y="150902"/>
                  </a:lnTo>
                  <a:lnTo>
                    <a:pt x="2833080" y="120516"/>
                  </a:lnTo>
                  <a:lnTo>
                    <a:pt x="2882767" y="69235"/>
                  </a:lnTo>
                  <a:lnTo>
                    <a:pt x="2935434" y="31413"/>
                  </a:lnTo>
                  <a:lnTo>
                    <a:pt x="2990655" y="8014"/>
                  </a:lnTo>
                  <a:lnTo>
                    <a:pt x="3048000" y="0"/>
                  </a:lnTo>
                  <a:lnTo>
                    <a:pt x="3076910" y="2023"/>
                  </a:lnTo>
                  <a:lnTo>
                    <a:pt x="3133247" y="17850"/>
                  </a:lnTo>
                  <a:lnTo>
                    <a:pt x="3187244" y="48582"/>
                  </a:lnTo>
                  <a:lnTo>
                    <a:pt x="3238475" y="93253"/>
                  </a:lnTo>
                  <a:lnTo>
                    <a:pt x="3286510" y="150902"/>
                  </a:lnTo>
                  <a:lnTo>
                    <a:pt x="3309195" y="184291"/>
                  </a:lnTo>
                  <a:lnTo>
                    <a:pt x="3330921" y="220564"/>
                  </a:lnTo>
                  <a:lnTo>
                    <a:pt x="3351633" y="259598"/>
                  </a:lnTo>
                  <a:lnTo>
                    <a:pt x="3371278" y="301275"/>
                  </a:lnTo>
                  <a:lnTo>
                    <a:pt x="3389803" y="345474"/>
                  </a:lnTo>
                  <a:lnTo>
                    <a:pt x="3407154" y="392073"/>
                  </a:lnTo>
                  <a:lnTo>
                    <a:pt x="3423277" y="440954"/>
                  </a:lnTo>
                  <a:lnTo>
                    <a:pt x="3438119" y="491994"/>
                  </a:lnTo>
                  <a:lnTo>
                    <a:pt x="3451626" y="545075"/>
                  </a:lnTo>
                  <a:lnTo>
                    <a:pt x="3463744" y="600075"/>
                  </a:lnTo>
                  <a:lnTo>
                    <a:pt x="3474421" y="656873"/>
                  </a:lnTo>
                  <a:lnTo>
                    <a:pt x="3483602" y="715351"/>
                  </a:lnTo>
                  <a:lnTo>
                    <a:pt x="3491234" y="775386"/>
                  </a:lnTo>
                  <a:lnTo>
                    <a:pt x="3497264" y="836859"/>
                  </a:lnTo>
                  <a:lnTo>
                    <a:pt x="3501637" y="899649"/>
                  </a:lnTo>
                  <a:lnTo>
                    <a:pt x="3504300" y="963636"/>
                  </a:lnTo>
                  <a:lnTo>
                    <a:pt x="3505200" y="1028700"/>
                  </a:lnTo>
                  <a:lnTo>
                    <a:pt x="3504300" y="1093763"/>
                  </a:lnTo>
                  <a:lnTo>
                    <a:pt x="3501637" y="1157750"/>
                  </a:lnTo>
                  <a:lnTo>
                    <a:pt x="3497264" y="1220540"/>
                  </a:lnTo>
                  <a:lnTo>
                    <a:pt x="3491234" y="1282013"/>
                  </a:lnTo>
                  <a:lnTo>
                    <a:pt x="3483602" y="1342048"/>
                  </a:lnTo>
                  <a:lnTo>
                    <a:pt x="3474421" y="1400526"/>
                  </a:lnTo>
                  <a:lnTo>
                    <a:pt x="3463744" y="1457324"/>
                  </a:lnTo>
                  <a:lnTo>
                    <a:pt x="3451626" y="1512324"/>
                  </a:lnTo>
                  <a:lnTo>
                    <a:pt x="3438119" y="1565405"/>
                  </a:lnTo>
                  <a:lnTo>
                    <a:pt x="3423277" y="1616445"/>
                  </a:lnTo>
                  <a:lnTo>
                    <a:pt x="3407154" y="1665326"/>
                  </a:lnTo>
                  <a:lnTo>
                    <a:pt x="3389803" y="1711925"/>
                  </a:lnTo>
                  <a:lnTo>
                    <a:pt x="3371278" y="1756124"/>
                  </a:lnTo>
                  <a:lnTo>
                    <a:pt x="3351633" y="1797801"/>
                  </a:lnTo>
                  <a:lnTo>
                    <a:pt x="3330921" y="1836835"/>
                  </a:lnTo>
                  <a:lnTo>
                    <a:pt x="3309195" y="1873108"/>
                  </a:lnTo>
                  <a:lnTo>
                    <a:pt x="3286510" y="1906497"/>
                  </a:lnTo>
                  <a:lnTo>
                    <a:pt x="3262919" y="1936883"/>
                  </a:lnTo>
                  <a:lnTo>
                    <a:pt x="3213232" y="1988164"/>
                  </a:lnTo>
                  <a:lnTo>
                    <a:pt x="3160565" y="2025986"/>
                  </a:lnTo>
                  <a:lnTo>
                    <a:pt x="3105344" y="2049385"/>
                  </a:lnTo>
                  <a:lnTo>
                    <a:pt x="3048000" y="2057400"/>
                  </a:lnTo>
                  <a:lnTo>
                    <a:pt x="3019089" y="2055376"/>
                  </a:lnTo>
                  <a:lnTo>
                    <a:pt x="2962752" y="2039549"/>
                  </a:lnTo>
                  <a:lnTo>
                    <a:pt x="2908755" y="2008817"/>
                  </a:lnTo>
                  <a:lnTo>
                    <a:pt x="2857524" y="1964146"/>
                  </a:lnTo>
                  <a:lnTo>
                    <a:pt x="2809489" y="1906497"/>
                  </a:lnTo>
                  <a:lnTo>
                    <a:pt x="2786804" y="1873108"/>
                  </a:lnTo>
                  <a:lnTo>
                    <a:pt x="2765078" y="1836835"/>
                  </a:lnTo>
                  <a:lnTo>
                    <a:pt x="2744366" y="1797801"/>
                  </a:lnTo>
                  <a:lnTo>
                    <a:pt x="2724721" y="1756124"/>
                  </a:lnTo>
                  <a:lnTo>
                    <a:pt x="2706196" y="1711925"/>
                  </a:lnTo>
                  <a:lnTo>
                    <a:pt x="2688845" y="1665326"/>
                  </a:lnTo>
                  <a:lnTo>
                    <a:pt x="2672722" y="1616445"/>
                  </a:lnTo>
                  <a:lnTo>
                    <a:pt x="2657880" y="1565405"/>
                  </a:lnTo>
                  <a:lnTo>
                    <a:pt x="2644373" y="1512324"/>
                  </a:lnTo>
                  <a:lnTo>
                    <a:pt x="2632255" y="1457324"/>
                  </a:lnTo>
                  <a:lnTo>
                    <a:pt x="2621578" y="1400526"/>
                  </a:lnTo>
                  <a:lnTo>
                    <a:pt x="2612397" y="1342048"/>
                  </a:lnTo>
                  <a:lnTo>
                    <a:pt x="2604765" y="1282013"/>
                  </a:lnTo>
                  <a:lnTo>
                    <a:pt x="2598735" y="1220540"/>
                  </a:lnTo>
                  <a:lnTo>
                    <a:pt x="2594362" y="1157750"/>
                  </a:lnTo>
                  <a:lnTo>
                    <a:pt x="2591699" y="1093763"/>
                  </a:lnTo>
                  <a:lnTo>
                    <a:pt x="2590800" y="1028700"/>
                  </a:lnTo>
                  <a:close/>
                </a:path>
                <a:path w="6324600" h="2057400">
                  <a:moveTo>
                    <a:pt x="0" y="952500"/>
                  </a:moveTo>
                  <a:lnTo>
                    <a:pt x="1148" y="889914"/>
                  </a:lnTo>
                  <a:lnTo>
                    <a:pt x="4540" y="828517"/>
                  </a:lnTo>
                  <a:lnTo>
                    <a:pt x="10100" y="768456"/>
                  </a:lnTo>
                  <a:lnTo>
                    <a:pt x="17750" y="709881"/>
                  </a:lnTo>
                  <a:lnTo>
                    <a:pt x="27412" y="652938"/>
                  </a:lnTo>
                  <a:lnTo>
                    <a:pt x="39009" y="597776"/>
                  </a:lnTo>
                  <a:lnTo>
                    <a:pt x="52464" y="544544"/>
                  </a:lnTo>
                  <a:lnTo>
                    <a:pt x="67698" y="493389"/>
                  </a:lnTo>
                  <a:lnTo>
                    <a:pt x="84636" y="444461"/>
                  </a:lnTo>
                  <a:lnTo>
                    <a:pt x="103199" y="397906"/>
                  </a:lnTo>
                  <a:lnTo>
                    <a:pt x="123309" y="353874"/>
                  </a:lnTo>
                  <a:lnTo>
                    <a:pt x="144891" y="312513"/>
                  </a:lnTo>
                  <a:lnTo>
                    <a:pt x="167865" y="273971"/>
                  </a:lnTo>
                  <a:lnTo>
                    <a:pt x="192155" y="238395"/>
                  </a:lnTo>
                  <a:lnTo>
                    <a:pt x="217683" y="205936"/>
                  </a:lnTo>
                  <a:lnTo>
                    <a:pt x="244373" y="176739"/>
                  </a:lnTo>
                  <a:lnTo>
                    <a:pt x="300924" y="128731"/>
                  </a:lnTo>
                  <a:lnTo>
                    <a:pt x="361190" y="95555"/>
                  </a:lnTo>
                  <a:lnTo>
                    <a:pt x="424552" y="78400"/>
                  </a:lnTo>
                  <a:lnTo>
                    <a:pt x="457200" y="76200"/>
                  </a:lnTo>
                  <a:lnTo>
                    <a:pt x="489847" y="78400"/>
                  </a:lnTo>
                  <a:lnTo>
                    <a:pt x="553209" y="95555"/>
                  </a:lnTo>
                  <a:lnTo>
                    <a:pt x="613475" y="128731"/>
                  </a:lnTo>
                  <a:lnTo>
                    <a:pt x="670026" y="176739"/>
                  </a:lnTo>
                  <a:lnTo>
                    <a:pt x="696716" y="205936"/>
                  </a:lnTo>
                  <a:lnTo>
                    <a:pt x="722244" y="238395"/>
                  </a:lnTo>
                  <a:lnTo>
                    <a:pt x="746534" y="273971"/>
                  </a:lnTo>
                  <a:lnTo>
                    <a:pt x="769508" y="312513"/>
                  </a:lnTo>
                  <a:lnTo>
                    <a:pt x="791090" y="353874"/>
                  </a:lnTo>
                  <a:lnTo>
                    <a:pt x="811200" y="397906"/>
                  </a:lnTo>
                  <a:lnTo>
                    <a:pt x="829763" y="444461"/>
                  </a:lnTo>
                  <a:lnTo>
                    <a:pt x="846701" y="493389"/>
                  </a:lnTo>
                  <a:lnTo>
                    <a:pt x="861935" y="544544"/>
                  </a:lnTo>
                  <a:lnTo>
                    <a:pt x="875390" y="597776"/>
                  </a:lnTo>
                  <a:lnTo>
                    <a:pt x="886987" y="652938"/>
                  </a:lnTo>
                  <a:lnTo>
                    <a:pt x="896649" y="709881"/>
                  </a:lnTo>
                  <a:lnTo>
                    <a:pt x="904299" y="768456"/>
                  </a:lnTo>
                  <a:lnTo>
                    <a:pt x="909859" y="828517"/>
                  </a:lnTo>
                  <a:lnTo>
                    <a:pt x="913251" y="889914"/>
                  </a:lnTo>
                  <a:lnTo>
                    <a:pt x="914400" y="952500"/>
                  </a:lnTo>
                  <a:lnTo>
                    <a:pt x="913251" y="1015085"/>
                  </a:lnTo>
                  <a:lnTo>
                    <a:pt x="909859" y="1076482"/>
                  </a:lnTo>
                  <a:lnTo>
                    <a:pt x="904299" y="1136543"/>
                  </a:lnTo>
                  <a:lnTo>
                    <a:pt x="896649" y="1195118"/>
                  </a:lnTo>
                  <a:lnTo>
                    <a:pt x="886987" y="1252061"/>
                  </a:lnTo>
                  <a:lnTo>
                    <a:pt x="875390" y="1307223"/>
                  </a:lnTo>
                  <a:lnTo>
                    <a:pt x="861935" y="1360455"/>
                  </a:lnTo>
                  <a:lnTo>
                    <a:pt x="846701" y="1411610"/>
                  </a:lnTo>
                  <a:lnTo>
                    <a:pt x="829763" y="1460538"/>
                  </a:lnTo>
                  <a:lnTo>
                    <a:pt x="811200" y="1507093"/>
                  </a:lnTo>
                  <a:lnTo>
                    <a:pt x="791090" y="1551125"/>
                  </a:lnTo>
                  <a:lnTo>
                    <a:pt x="769508" y="1592486"/>
                  </a:lnTo>
                  <a:lnTo>
                    <a:pt x="746534" y="1631028"/>
                  </a:lnTo>
                  <a:lnTo>
                    <a:pt x="722244" y="1666604"/>
                  </a:lnTo>
                  <a:lnTo>
                    <a:pt x="696716" y="1699063"/>
                  </a:lnTo>
                  <a:lnTo>
                    <a:pt x="670026" y="1728260"/>
                  </a:lnTo>
                  <a:lnTo>
                    <a:pt x="613475" y="1776268"/>
                  </a:lnTo>
                  <a:lnTo>
                    <a:pt x="553209" y="1809444"/>
                  </a:lnTo>
                  <a:lnTo>
                    <a:pt x="489847" y="1826599"/>
                  </a:lnTo>
                  <a:lnTo>
                    <a:pt x="457200" y="1828800"/>
                  </a:lnTo>
                  <a:lnTo>
                    <a:pt x="424552" y="1826599"/>
                  </a:lnTo>
                  <a:lnTo>
                    <a:pt x="361190" y="1809444"/>
                  </a:lnTo>
                  <a:lnTo>
                    <a:pt x="300924" y="1776268"/>
                  </a:lnTo>
                  <a:lnTo>
                    <a:pt x="244373" y="1728260"/>
                  </a:lnTo>
                  <a:lnTo>
                    <a:pt x="217683" y="1699063"/>
                  </a:lnTo>
                  <a:lnTo>
                    <a:pt x="192155" y="1666604"/>
                  </a:lnTo>
                  <a:lnTo>
                    <a:pt x="167865" y="1631028"/>
                  </a:lnTo>
                  <a:lnTo>
                    <a:pt x="144891" y="1592486"/>
                  </a:lnTo>
                  <a:lnTo>
                    <a:pt x="123309" y="1551125"/>
                  </a:lnTo>
                  <a:lnTo>
                    <a:pt x="103199" y="1507093"/>
                  </a:lnTo>
                  <a:lnTo>
                    <a:pt x="84636" y="1460538"/>
                  </a:lnTo>
                  <a:lnTo>
                    <a:pt x="67698" y="1411610"/>
                  </a:lnTo>
                  <a:lnTo>
                    <a:pt x="52464" y="1360455"/>
                  </a:lnTo>
                  <a:lnTo>
                    <a:pt x="39009" y="1307223"/>
                  </a:lnTo>
                  <a:lnTo>
                    <a:pt x="27412" y="1252061"/>
                  </a:lnTo>
                  <a:lnTo>
                    <a:pt x="17750" y="1195118"/>
                  </a:lnTo>
                  <a:lnTo>
                    <a:pt x="10100" y="1136543"/>
                  </a:lnTo>
                  <a:lnTo>
                    <a:pt x="4540" y="1076482"/>
                  </a:lnTo>
                  <a:lnTo>
                    <a:pt x="1148" y="1015085"/>
                  </a:lnTo>
                  <a:lnTo>
                    <a:pt x="0" y="9525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149504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0" y="149504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0" y="218084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0" y="218084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19" y="1581803"/>
              <a:ext cx="161760" cy="1617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19" y="2115203"/>
              <a:ext cx="161760" cy="161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1810403"/>
              <a:ext cx="161760" cy="16176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10920" y="10190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7485" y="2910078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4904" y="1080896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76520" y="2343804"/>
            <a:ext cx="5572125" cy="619125"/>
            <a:chOff x="1976520" y="2343804"/>
            <a:chExt cx="5572125" cy="61912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2648604"/>
              <a:ext cx="161760" cy="1617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2343804"/>
              <a:ext cx="161760" cy="1617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0" y="28056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7400" y="2420112"/>
              <a:ext cx="5410200" cy="538480"/>
            </a:xfrm>
            <a:custGeom>
              <a:avLst/>
              <a:gdLst/>
              <a:ahLst/>
              <a:cxnLst/>
              <a:rect l="l" t="t" r="r" b="b"/>
              <a:pathLst>
                <a:path w="5410200" h="538480">
                  <a:moveTo>
                    <a:pt x="2514600" y="537972"/>
                  </a:moveTo>
                  <a:lnTo>
                    <a:pt x="2667000" y="537972"/>
                  </a:lnTo>
                  <a:lnTo>
                    <a:pt x="2667000" y="385572"/>
                  </a:lnTo>
                  <a:lnTo>
                    <a:pt x="2514600" y="385572"/>
                  </a:lnTo>
                  <a:lnTo>
                    <a:pt x="2514600" y="537972"/>
                  </a:lnTo>
                  <a:close/>
                </a:path>
                <a:path w="5410200" h="538480">
                  <a:moveTo>
                    <a:pt x="0" y="309372"/>
                  </a:moveTo>
                  <a:lnTo>
                    <a:pt x="2590800" y="461772"/>
                  </a:lnTo>
                </a:path>
                <a:path w="5410200" h="538480">
                  <a:moveTo>
                    <a:pt x="2590800" y="466343"/>
                  </a:moveTo>
                  <a:lnTo>
                    <a:pt x="541020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44296" y="3840479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95516" y="3840479"/>
            <a:ext cx="14890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91355" y="3840479"/>
            <a:ext cx="1184275" cy="367665"/>
          </a:xfrm>
          <a:custGeom>
            <a:avLst/>
            <a:gdLst/>
            <a:ahLst/>
            <a:cxnLst/>
            <a:rect l="l" t="t" r="r" b="b"/>
            <a:pathLst>
              <a:path w="1184275" h="367664">
                <a:moveTo>
                  <a:pt x="0" y="183642"/>
                </a:moveTo>
                <a:lnTo>
                  <a:pt x="592074" y="0"/>
                </a:lnTo>
                <a:lnTo>
                  <a:pt x="1184148" y="183642"/>
                </a:lnTo>
                <a:lnTo>
                  <a:pt x="592074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69841" y="3868877"/>
            <a:ext cx="1029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05227" y="4024884"/>
            <a:ext cx="4591685" cy="1905"/>
          </a:xfrm>
          <a:custGeom>
            <a:avLst/>
            <a:gdLst/>
            <a:ahLst/>
            <a:cxnLst/>
            <a:rect l="l" t="t" r="r" b="b"/>
            <a:pathLst>
              <a:path w="4591684" h="1904">
                <a:moveTo>
                  <a:pt x="0" y="0"/>
                </a:moveTo>
                <a:lnTo>
                  <a:pt x="1785874" y="1524"/>
                </a:lnTo>
              </a:path>
              <a:path w="4591684" h="1904">
                <a:moveTo>
                  <a:pt x="2968752" y="0"/>
                </a:moveTo>
                <a:lnTo>
                  <a:pt x="4591177" y="1524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03575" y="368668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36133" y="36866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4296" y="4843271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34556" y="4843271"/>
            <a:ext cx="148907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91355" y="4844796"/>
            <a:ext cx="1184275" cy="368935"/>
          </a:xfrm>
          <a:custGeom>
            <a:avLst/>
            <a:gdLst/>
            <a:ahLst/>
            <a:cxnLst/>
            <a:rect l="l" t="t" r="r" b="b"/>
            <a:pathLst>
              <a:path w="1184275" h="368935">
                <a:moveTo>
                  <a:pt x="0" y="184403"/>
                </a:moveTo>
                <a:lnTo>
                  <a:pt x="592074" y="0"/>
                </a:lnTo>
                <a:lnTo>
                  <a:pt x="1184148" y="184403"/>
                </a:lnTo>
                <a:lnTo>
                  <a:pt x="592074" y="368807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069841" y="4874514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205227" y="5027676"/>
            <a:ext cx="4529455" cy="1905"/>
          </a:xfrm>
          <a:custGeom>
            <a:avLst/>
            <a:gdLst/>
            <a:ahLst/>
            <a:cxnLst/>
            <a:rect l="l" t="t" r="r" b="b"/>
            <a:pathLst>
              <a:path w="4529455" h="1904">
                <a:moveTo>
                  <a:pt x="0" y="0"/>
                </a:moveTo>
                <a:lnTo>
                  <a:pt x="1785874" y="1524"/>
                </a:lnTo>
              </a:path>
              <a:path w="4529455" h="1904">
                <a:moveTo>
                  <a:pt x="2968752" y="1524"/>
                </a:moveTo>
                <a:lnTo>
                  <a:pt x="4529201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289175" y="4691329"/>
            <a:ext cx="495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(1,1)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93333" y="4691329"/>
            <a:ext cx="533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(1,N)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210561" y="4021073"/>
            <a:ext cx="4585970" cy="7620"/>
          </a:xfrm>
          <a:custGeom>
            <a:avLst/>
            <a:gdLst/>
            <a:ahLst/>
            <a:cxnLst/>
            <a:rect l="l" t="t" r="r" b="b"/>
            <a:pathLst>
              <a:path w="4585970" h="7620">
                <a:moveTo>
                  <a:pt x="0" y="0"/>
                </a:moveTo>
                <a:lnTo>
                  <a:pt x="1219200" y="1524"/>
                </a:lnTo>
              </a:path>
              <a:path w="4585970" h="7620">
                <a:moveTo>
                  <a:pt x="3555491" y="6095"/>
                </a:moveTo>
                <a:lnTo>
                  <a:pt x="4585716" y="7619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4296" y="5641847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34556" y="5641847"/>
            <a:ext cx="148907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12848" y="5827776"/>
            <a:ext cx="4514850" cy="1905"/>
          </a:xfrm>
          <a:custGeom>
            <a:avLst/>
            <a:gdLst/>
            <a:ahLst/>
            <a:cxnLst/>
            <a:rect l="l" t="t" r="r" b="b"/>
            <a:pathLst>
              <a:path w="4514850" h="1904">
                <a:moveTo>
                  <a:pt x="0" y="0"/>
                </a:moveTo>
                <a:lnTo>
                  <a:pt x="4514850" y="1587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997578" y="5834583"/>
            <a:ext cx="1029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LAMVIEC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229504" y="5724035"/>
            <a:ext cx="4253865" cy="209550"/>
            <a:chOff x="2229504" y="5724035"/>
            <a:chExt cx="4253865" cy="209550"/>
          </a:xfrm>
        </p:grpSpPr>
        <p:sp>
          <p:nvSpPr>
            <p:cNvPr id="40" name="object 40"/>
            <p:cNvSpPr/>
            <p:nvPr/>
          </p:nvSpPr>
          <p:spPr>
            <a:xfrm>
              <a:off x="2234184" y="5728715"/>
              <a:ext cx="139065" cy="200025"/>
            </a:xfrm>
            <a:custGeom>
              <a:avLst/>
              <a:gdLst/>
              <a:ahLst/>
              <a:cxnLst/>
              <a:rect l="l" t="t" r="r" b="b"/>
              <a:pathLst>
                <a:path w="139064" h="200025">
                  <a:moveTo>
                    <a:pt x="0" y="0"/>
                  </a:moveTo>
                  <a:lnTo>
                    <a:pt x="138684" y="99822"/>
                  </a:lnTo>
                  <a:lnTo>
                    <a:pt x="0" y="199644"/>
                  </a:lnTo>
                  <a:lnTo>
                    <a:pt x="0" y="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38400" y="5757671"/>
              <a:ext cx="4040504" cy="157480"/>
            </a:xfrm>
            <a:custGeom>
              <a:avLst/>
              <a:gdLst/>
              <a:ahLst/>
              <a:cxnLst/>
              <a:rect l="l" t="t" r="r" b="b"/>
              <a:pathLst>
                <a:path w="4040504" h="157479">
                  <a:moveTo>
                    <a:pt x="4038600" y="0"/>
                  </a:moveTo>
                  <a:lnTo>
                    <a:pt x="4040124" y="152399"/>
                  </a:lnTo>
                </a:path>
                <a:path w="4040504" h="157479">
                  <a:moveTo>
                    <a:pt x="0" y="4571"/>
                  </a:moveTo>
                  <a:lnTo>
                    <a:pt x="1524" y="15697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6ED2C997-DF73-E78C-A07E-FC1EC8A7C9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35" dirty="0"/>
              <a:t> </a:t>
            </a:r>
            <a:r>
              <a:rPr dirty="0"/>
              <a:t>kết</a:t>
            </a:r>
            <a:r>
              <a:rPr spc="-45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một</a:t>
            </a:r>
            <a:r>
              <a:rPr spc="-45" dirty="0"/>
              <a:t> </a:t>
            </a:r>
            <a:r>
              <a:rPr dirty="0"/>
              <a:t>(1</a:t>
            </a:r>
            <a:r>
              <a:rPr spc="-45" dirty="0"/>
              <a:t> </a:t>
            </a:r>
            <a:r>
              <a:rPr dirty="0"/>
              <a:t>:</a:t>
            </a:r>
            <a:r>
              <a:rPr spc="-50" dirty="0"/>
              <a:t> </a:t>
            </a:r>
            <a:r>
              <a:rPr spc="-25" dirty="0"/>
              <a:t>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5437" y="1202245"/>
            <a:ext cx="6334125" cy="1849120"/>
            <a:chOff x="1595437" y="1202245"/>
            <a:chExt cx="6334125" cy="1849120"/>
          </a:xfrm>
        </p:grpSpPr>
        <p:sp>
          <p:nvSpPr>
            <p:cNvPr id="4" name="object 4"/>
            <p:cNvSpPr/>
            <p:nvPr/>
          </p:nvSpPr>
          <p:spPr>
            <a:xfrm>
              <a:off x="1600200" y="1207008"/>
              <a:ext cx="6324600" cy="1839595"/>
            </a:xfrm>
            <a:custGeom>
              <a:avLst/>
              <a:gdLst/>
              <a:ahLst/>
              <a:cxnLst/>
              <a:rect l="l" t="t" r="r" b="b"/>
              <a:pathLst>
                <a:path w="6324600" h="1839595">
                  <a:moveTo>
                    <a:pt x="457200" y="473963"/>
                  </a:moveTo>
                  <a:lnTo>
                    <a:pt x="3048000" y="388619"/>
                  </a:lnTo>
                </a:path>
                <a:path w="6324600" h="1839595">
                  <a:moveTo>
                    <a:pt x="3048000" y="393191"/>
                  </a:moveTo>
                  <a:lnTo>
                    <a:pt x="5867400" y="697991"/>
                  </a:lnTo>
                </a:path>
                <a:path w="6324600" h="1839595">
                  <a:moveTo>
                    <a:pt x="457200" y="1540764"/>
                  </a:moveTo>
                  <a:lnTo>
                    <a:pt x="3048000" y="1074419"/>
                  </a:lnTo>
                </a:path>
                <a:path w="6324600" h="1839595">
                  <a:moveTo>
                    <a:pt x="3048000" y="1078991"/>
                  </a:moveTo>
                  <a:lnTo>
                    <a:pt x="5867400" y="1231391"/>
                  </a:lnTo>
                </a:path>
                <a:path w="6324600" h="1839595">
                  <a:moveTo>
                    <a:pt x="5410200" y="918971"/>
                  </a:moveTo>
                  <a:lnTo>
                    <a:pt x="5411575" y="859058"/>
                  </a:lnTo>
                  <a:lnTo>
                    <a:pt x="5415635" y="800406"/>
                  </a:lnTo>
                  <a:lnTo>
                    <a:pt x="5422276" y="743187"/>
                  </a:lnTo>
                  <a:lnTo>
                    <a:pt x="5431398" y="687571"/>
                  </a:lnTo>
                  <a:lnTo>
                    <a:pt x="5442898" y="633729"/>
                  </a:lnTo>
                  <a:lnTo>
                    <a:pt x="5456675" y="581830"/>
                  </a:lnTo>
                  <a:lnTo>
                    <a:pt x="5472627" y="532045"/>
                  </a:lnTo>
                  <a:lnTo>
                    <a:pt x="5490653" y="484544"/>
                  </a:lnTo>
                  <a:lnTo>
                    <a:pt x="5510650" y="439498"/>
                  </a:lnTo>
                  <a:lnTo>
                    <a:pt x="5532518" y="397077"/>
                  </a:lnTo>
                  <a:lnTo>
                    <a:pt x="5556154" y="357451"/>
                  </a:lnTo>
                  <a:lnTo>
                    <a:pt x="5581456" y="320790"/>
                  </a:lnTo>
                  <a:lnTo>
                    <a:pt x="5608324" y="287266"/>
                  </a:lnTo>
                  <a:lnTo>
                    <a:pt x="5636655" y="257047"/>
                  </a:lnTo>
                  <a:lnTo>
                    <a:pt x="5666347" y="230306"/>
                  </a:lnTo>
                  <a:lnTo>
                    <a:pt x="5697299" y="207211"/>
                  </a:lnTo>
                  <a:lnTo>
                    <a:pt x="5762577" y="172642"/>
                  </a:lnTo>
                  <a:lnTo>
                    <a:pt x="5831673" y="154705"/>
                  </a:lnTo>
                  <a:lnTo>
                    <a:pt x="5867400" y="152400"/>
                  </a:lnTo>
                  <a:lnTo>
                    <a:pt x="5903126" y="154705"/>
                  </a:lnTo>
                  <a:lnTo>
                    <a:pt x="5972222" y="172642"/>
                  </a:lnTo>
                  <a:lnTo>
                    <a:pt x="6037500" y="207211"/>
                  </a:lnTo>
                  <a:lnTo>
                    <a:pt x="6068452" y="230306"/>
                  </a:lnTo>
                  <a:lnTo>
                    <a:pt x="6098144" y="257047"/>
                  </a:lnTo>
                  <a:lnTo>
                    <a:pt x="6126475" y="287266"/>
                  </a:lnTo>
                  <a:lnTo>
                    <a:pt x="6153343" y="320790"/>
                  </a:lnTo>
                  <a:lnTo>
                    <a:pt x="6178645" y="357451"/>
                  </a:lnTo>
                  <a:lnTo>
                    <a:pt x="6202281" y="397077"/>
                  </a:lnTo>
                  <a:lnTo>
                    <a:pt x="6224149" y="439498"/>
                  </a:lnTo>
                  <a:lnTo>
                    <a:pt x="6244146" y="484544"/>
                  </a:lnTo>
                  <a:lnTo>
                    <a:pt x="6262172" y="532045"/>
                  </a:lnTo>
                  <a:lnTo>
                    <a:pt x="6278124" y="581830"/>
                  </a:lnTo>
                  <a:lnTo>
                    <a:pt x="6291901" y="633729"/>
                  </a:lnTo>
                  <a:lnTo>
                    <a:pt x="6303401" y="687571"/>
                  </a:lnTo>
                  <a:lnTo>
                    <a:pt x="6312523" y="743187"/>
                  </a:lnTo>
                  <a:lnTo>
                    <a:pt x="6319164" y="800406"/>
                  </a:lnTo>
                  <a:lnTo>
                    <a:pt x="6323224" y="859058"/>
                  </a:lnTo>
                  <a:lnTo>
                    <a:pt x="6324600" y="918971"/>
                  </a:lnTo>
                  <a:lnTo>
                    <a:pt x="6323224" y="978885"/>
                  </a:lnTo>
                  <a:lnTo>
                    <a:pt x="6319164" y="1037537"/>
                  </a:lnTo>
                  <a:lnTo>
                    <a:pt x="6312523" y="1094756"/>
                  </a:lnTo>
                  <a:lnTo>
                    <a:pt x="6303401" y="1150372"/>
                  </a:lnTo>
                  <a:lnTo>
                    <a:pt x="6291901" y="1204214"/>
                  </a:lnTo>
                  <a:lnTo>
                    <a:pt x="6278124" y="1256113"/>
                  </a:lnTo>
                  <a:lnTo>
                    <a:pt x="6262172" y="1305898"/>
                  </a:lnTo>
                  <a:lnTo>
                    <a:pt x="6244146" y="1353399"/>
                  </a:lnTo>
                  <a:lnTo>
                    <a:pt x="6224149" y="1398445"/>
                  </a:lnTo>
                  <a:lnTo>
                    <a:pt x="6202281" y="1440866"/>
                  </a:lnTo>
                  <a:lnTo>
                    <a:pt x="6178645" y="1480492"/>
                  </a:lnTo>
                  <a:lnTo>
                    <a:pt x="6153343" y="1517153"/>
                  </a:lnTo>
                  <a:lnTo>
                    <a:pt x="6126475" y="1550677"/>
                  </a:lnTo>
                  <a:lnTo>
                    <a:pt x="6098144" y="1580896"/>
                  </a:lnTo>
                  <a:lnTo>
                    <a:pt x="6068452" y="1607637"/>
                  </a:lnTo>
                  <a:lnTo>
                    <a:pt x="6037500" y="1630732"/>
                  </a:lnTo>
                  <a:lnTo>
                    <a:pt x="5972222" y="1665301"/>
                  </a:lnTo>
                  <a:lnTo>
                    <a:pt x="5903126" y="1683238"/>
                  </a:lnTo>
                  <a:lnTo>
                    <a:pt x="5867400" y="1685543"/>
                  </a:lnTo>
                  <a:lnTo>
                    <a:pt x="5831673" y="1683238"/>
                  </a:lnTo>
                  <a:lnTo>
                    <a:pt x="5762577" y="1665301"/>
                  </a:lnTo>
                  <a:lnTo>
                    <a:pt x="5697299" y="1630732"/>
                  </a:lnTo>
                  <a:lnTo>
                    <a:pt x="5666347" y="1607637"/>
                  </a:lnTo>
                  <a:lnTo>
                    <a:pt x="5636655" y="1580896"/>
                  </a:lnTo>
                  <a:lnTo>
                    <a:pt x="5608324" y="1550677"/>
                  </a:lnTo>
                  <a:lnTo>
                    <a:pt x="5581456" y="1517153"/>
                  </a:lnTo>
                  <a:lnTo>
                    <a:pt x="5556154" y="1480492"/>
                  </a:lnTo>
                  <a:lnTo>
                    <a:pt x="5532518" y="1440866"/>
                  </a:lnTo>
                  <a:lnTo>
                    <a:pt x="5510650" y="1398445"/>
                  </a:lnTo>
                  <a:lnTo>
                    <a:pt x="5490653" y="1353399"/>
                  </a:lnTo>
                  <a:lnTo>
                    <a:pt x="5472627" y="1305898"/>
                  </a:lnTo>
                  <a:lnTo>
                    <a:pt x="5456675" y="1256113"/>
                  </a:lnTo>
                  <a:lnTo>
                    <a:pt x="5442898" y="1204214"/>
                  </a:lnTo>
                  <a:lnTo>
                    <a:pt x="5431398" y="1150372"/>
                  </a:lnTo>
                  <a:lnTo>
                    <a:pt x="5422276" y="1094756"/>
                  </a:lnTo>
                  <a:lnTo>
                    <a:pt x="5415635" y="1037537"/>
                  </a:lnTo>
                  <a:lnTo>
                    <a:pt x="5411575" y="978885"/>
                  </a:lnTo>
                  <a:lnTo>
                    <a:pt x="5410200" y="918971"/>
                  </a:lnTo>
                  <a:close/>
                </a:path>
                <a:path w="6324600" h="1839595">
                  <a:moveTo>
                    <a:pt x="2590800" y="806195"/>
                  </a:moveTo>
                  <a:lnTo>
                    <a:pt x="2592054" y="746027"/>
                  </a:lnTo>
                  <a:lnTo>
                    <a:pt x="2595757" y="687059"/>
                  </a:lnTo>
                  <a:lnTo>
                    <a:pt x="2601822" y="629448"/>
                  </a:lnTo>
                  <a:lnTo>
                    <a:pt x="2610159" y="573351"/>
                  </a:lnTo>
                  <a:lnTo>
                    <a:pt x="2620681" y="518922"/>
                  </a:lnTo>
                  <a:lnTo>
                    <a:pt x="2633297" y="466318"/>
                  </a:lnTo>
                  <a:lnTo>
                    <a:pt x="2647922" y="415695"/>
                  </a:lnTo>
                  <a:lnTo>
                    <a:pt x="2664464" y="367208"/>
                  </a:lnTo>
                  <a:lnTo>
                    <a:pt x="2682838" y="321013"/>
                  </a:lnTo>
                  <a:lnTo>
                    <a:pt x="2702953" y="277267"/>
                  </a:lnTo>
                  <a:lnTo>
                    <a:pt x="2724721" y="236124"/>
                  </a:lnTo>
                  <a:lnTo>
                    <a:pt x="2748054" y="197742"/>
                  </a:lnTo>
                  <a:lnTo>
                    <a:pt x="2772864" y="162275"/>
                  </a:lnTo>
                  <a:lnTo>
                    <a:pt x="2799062" y="129880"/>
                  </a:lnTo>
                  <a:lnTo>
                    <a:pt x="2826559" y="100712"/>
                  </a:lnTo>
                  <a:lnTo>
                    <a:pt x="2855268" y="74927"/>
                  </a:lnTo>
                  <a:lnTo>
                    <a:pt x="2915965" y="34132"/>
                  </a:lnTo>
                  <a:lnTo>
                    <a:pt x="2980444" y="8740"/>
                  </a:lnTo>
                  <a:lnTo>
                    <a:pt x="3048000" y="0"/>
                  </a:lnTo>
                  <a:lnTo>
                    <a:pt x="3082117" y="2211"/>
                  </a:lnTo>
                  <a:lnTo>
                    <a:pt x="3148223" y="19433"/>
                  </a:lnTo>
                  <a:lnTo>
                    <a:pt x="3210900" y="52682"/>
                  </a:lnTo>
                  <a:lnTo>
                    <a:pt x="3269440" y="100712"/>
                  </a:lnTo>
                  <a:lnTo>
                    <a:pt x="3296937" y="129880"/>
                  </a:lnTo>
                  <a:lnTo>
                    <a:pt x="3323135" y="162275"/>
                  </a:lnTo>
                  <a:lnTo>
                    <a:pt x="3347945" y="197742"/>
                  </a:lnTo>
                  <a:lnTo>
                    <a:pt x="3371278" y="236124"/>
                  </a:lnTo>
                  <a:lnTo>
                    <a:pt x="3393046" y="277267"/>
                  </a:lnTo>
                  <a:lnTo>
                    <a:pt x="3413161" y="321013"/>
                  </a:lnTo>
                  <a:lnTo>
                    <a:pt x="3431535" y="367208"/>
                  </a:lnTo>
                  <a:lnTo>
                    <a:pt x="3448077" y="415695"/>
                  </a:lnTo>
                  <a:lnTo>
                    <a:pt x="3462702" y="466318"/>
                  </a:lnTo>
                  <a:lnTo>
                    <a:pt x="3475318" y="518922"/>
                  </a:lnTo>
                  <a:lnTo>
                    <a:pt x="3485840" y="573351"/>
                  </a:lnTo>
                  <a:lnTo>
                    <a:pt x="3494177" y="629448"/>
                  </a:lnTo>
                  <a:lnTo>
                    <a:pt x="3500242" y="687059"/>
                  </a:lnTo>
                  <a:lnTo>
                    <a:pt x="3503945" y="746027"/>
                  </a:lnTo>
                  <a:lnTo>
                    <a:pt x="3505200" y="806195"/>
                  </a:lnTo>
                  <a:lnTo>
                    <a:pt x="3503945" y="866364"/>
                  </a:lnTo>
                  <a:lnTo>
                    <a:pt x="3500242" y="925332"/>
                  </a:lnTo>
                  <a:lnTo>
                    <a:pt x="3494177" y="982943"/>
                  </a:lnTo>
                  <a:lnTo>
                    <a:pt x="3485840" y="1039040"/>
                  </a:lnTo>
                  <a:lnTo>
                    <a:pt x="3475318" y="1093469"/>
                  </a:lnTo>
                  <a:lnTo>
                    <a:pt x="3462702" y="1146073"/>
                  </a:lnTo>
                  <a:lnTo>
                    <a:pt x="3448077" y="1196696"/>
                  </a:lnTo>
                  <a:lnTo>
                    <a:pt x="3431535" y="1245183"/>
                  </a:lnTo>
                  <a:lnTo>
                    <a:pt x="3413161" y="1291378"/>
                  </a:lnTo>
                  <a:lnTo>
                    <a:pt x="3393046" y="1335124"/>
                  </a:lnTo>
                  <a:lnTo>
                    <a:pt x="3371278" y="1376267"/>
                  </a:lnTo>
                  <a:lnTo>
                    <a:pt x="3347945" y="1414649"/>
                  </a:lnTo>
                  <a:lnTo>
                    <a:pt x="3323135" y="1450116"/>
                  </a:lnTo>
                  <a:lnTo>
                    <a:pt x="3296937" y="1482511"/>
                  </a:lnTo>
                  <a:lnTo>
                    <a:pt x="3269440" y="1511679"/>
                  </a:lnTo>
                  <a:lnTo>
                    <a:pt x="3240731" y="1537464"/>
                  </a:lnTo>
                  <a:lnTo>
                    <a:pt x="3180034" y="1578259"/>
                  </a:lnTo>
                  <a:lnTo>
                    <a:pt x="3115555" y="1603651"/>
                  </a:lnTo>
                  <a:lnTo>
                    <a:pt x="3048000" y="1612391"/>
                  </a:lnTo>
                  <a:lnTo>
                    <a:pt x="3013882" y="1610180"/>
                  </a:lnTo>
                  <a:lnTo>
                    <a:pt x="2947776" y="1592958"/>
                  </a:lnTo>
                  <a:lnTo>
                    <a:pt x="2885099" y="1559709"/>
                  </a:lnTo>
                  <a:lnTo>
                    <a:pt x="2826559" y="1511679"/>
                  </a:lnTo>
                  <a:lnTo>
                    <a:pt x="2799062" y="1482511"/>
                  </a:lnTo>
                  <a:lnTo>
                    <a:pt x="2772864" y="1450116"/>
                  </a:lnTo>
                  <a:lnTo>
                    <a:pt x="2748054" y="1414649"/>
                  </a:lnTo>
                  <a:lnTo>
                    <a:pt x="2724721" y="1376267"/>
                  </a:lnTo>
                  <a:lnTo>
                    <a:pt x="2702953" y="1335124"/>
                  </a:lnTo>
                  <a:lnTo>
                    <a:pt x="2682838" y="1291378"/>
                  </a:lnTo>
                  <a:lnTo>
                    <a:pt x="2664464" y="1245183"/>
                  </a:lnTo>
                  <a:lnTo>
                    <a:pt x="2647922" y="1196696"/>
                  </a:lnTo>
                  <a:lnTo>
                    <a:pt x="2633297" y="1146073"/>
                  </a:lnTo>
                  <a:lnTo>
                    <a:pt x="2620681" y="1093469"/>
                  </a:lnTo>
                  <a:lnTo>
                    <a:pt x="2610159" y="1039040"/>
                  </a:lnTo>
                  <a:lnTo>
                    <a:pt x="2601822" y="982943"/>
                  </a:lnTo>
                  <a:lnTo>
                    <a:pt x="2595757" y="925332"/>
                  </a:lnTo>
                  <a:lnTo>
                    <a:pt x="2592054" y="866364"/>
                  </a:lnTo>
                  <a:lnTo>
                    <a:pt x="2590800" y="806195"/>
                  </a:lnTo>
                  <a:close/>
                </a:path>
                <a:path w="6324600" h="1839595">
                  <a:moveTo>
                    <a:pt x="0" y="957833"/>
                  </a:moveTo>
                  <a:lnTo>
                    <a:pt x="1148" y="894870"/>
                  </a:lnTo>
                  <a:lnTo>
                    <a:pt x="4540" y="833102"/>
                  </a:lnTo>
                  <a:lnTo>
                    <a:pt x="10100" y="772678"/>
                  </a:lnTo>
                  <a:lnTo>
                    <a:pt x="17750" y="713747"/>
                  </a:lnTo>
                  <a:lnTo>
                    <a:pt x="27412" y="656458"/>
                  </a:lnTo>
                  <a:lnTo>
                    <a:pt x="39009" y="600962"/>
                  </a:lnTo>
                  <a:lnTo>
                    <a:pt x="52464" y="547406"/>
                  </a:lnTo>
                  <a:lnTo>
                    <a:pt x="67698" y="495940"/>
                  </a:lnTo>
                  <a:lnTo>
                    <a:pt x="84636" y="446713"/>
                  </a:lnTo>
                  <a:lnTo>
                    <a:pt x="103199" y="399875"/>
                  </a:lnTo>
                  <a:lnTo>
                    <a:pt x="123309" y="355574"/>
                  </a:lnTo>
                  <a:lnTo>
                    <a:pt x="144891" y="313960"/>
                  </a:lnTo>
                  <a:lnTo>
                    <a:pt x="167865" y="275183"/>
                  </a:lnTo>
                  <a:lnTo>
                    <a:pt x="192155" y="239390"/>
                  </a:lnTo>
                  <a:lnTo>
                    <a:pt x="217683" y="206731"/>
                  </a:lnTo>
                  <a:lnTo>
                    <a:pt x="244373" y="177356"/>
                  </a:lnTo>
                  <a:lnTo>
                    <a:pt x="300924" y="129053"/>
                  </a:lnTo>
                  <a:lnTo>
                    <a:pt x="361190" y="95674"/>
                  </a:lnTo>
                  <a:lnTo>
                    <a:pt x="424552" y="78413"/>
                  </a:lnTo>
                  <a:lnTo>
                    <a:pt x="457200" y="76200"/>
                  </a:lnTo>
                  <a:lnTo>
                    <a:pt x="489847" y="78413"/>
                  </a:lnTo>
                  <a:lnTo>
                    <a:pt x="553209" y="95674"/>
                  </a:lnTo>
                  <a:lnTo>
                    <a:pt x="613475" y="129053"/>
                  </a:lnTo>
                  <a:lnTo>
                    <a:pt x="670026" y="177356"/>
                  </a:lnTo>
                  <a:lnTo>
                    <a:pt x="696716" y="206731"/>
                  </a:lnTo>
                  <a:lnTo>
                    <a:pt x="722244" y="239390"/>
                  </a:lnTo>
                  <a:lnTo>
                    <a:pt x="746534" y="275183"/>
                  </a:lnTo>
                  <a:lnTo>
                    <a:pt x="769508" y="313960"/>
                  </a:lnTo>
                  <a:lnTo>
                    <a:pt x="791090" y="355574"/>
                  </a:lnTo>
                  <a:lnTo>
                    <a:pt x="811200" y="399875"/>
                  </a:lnTo>
                  <a:lnTo>
                    <a:pt x="829763" y="446713"/>
                  </a:lnTo>
                  <a:lnTo>
                    <a:pt x="846701" y="495940"/>
                  </a:lnTo>
                  <a:lnTo>
                    <a:pt x="861935" y="547406"/>
                  </a:lnTo>
                  <a:lnTo>
                    <a:pt x="875390" y="600962"/>
                  </a:lnTo>
                  <a:lnTo>
                    <a:pt x="886987" y="656458"/>
                  </a:lnTo>
                  <a:lnTo>
                    <a:pt x="896649" y="713747"/>
                  </a:lnTo>
                  <a:lnTo>
                    <a:pt x="904299" y="772678"/>
                  </a:lnTo>
                  <a:lnTo>
                    <a:pt x="909859" y="833102"/>
                  </a:lnTo>
                  <a:lnTo>
                    <a:pt x="913251" y="894870"/>
                  </a:lnTo>
                  <a:lnTo>
                    <a:pt x="914400" y="957833"/>
                  </a:lnTo>
                  <a:lnTo>
                    <a:pt x="913251" y="1020797"/>
                  </a:lnTo>
                  <a:lnTo>
                    <a:pt x="909859" y="1082565"/>
                  </a:lnTo>
                  <a:lnTo>
                    <a:pt x="904299" y="1142989"/>
                  </a:lnTo>
                  <a:lnTo>
                    <a:pt x="896649" y="1201920"/>
                  </a:lnTo>
                  <a:lnTo>
                    <a:pt x="886987" y="1259209"/>
                  </a:lnTo>
                  <a:lnTo>
                    <a:pt x="875390" y="1314705"/>
                  </a:lnTo>
                  <a:lnTo>
                    <a:pt x="861935" y="1368261"/>
                  </a:lnTo>
                  <a:lnTo>
                    <a:pt x="846701" y="1419727"/>
                  </a:lnTo>
                  <a:lnTo>
                    <a:pt x="829763" y="1468954"/>
                  </a:lnTo>
                  <a:lnTo>
                    <a:pt x="811200" y="1515792"/>
                  </a:lnTo>
                  <a:lnTo>
                    <a:pt x="791090" y="1560093"/>
                  </a:lnTo>
                  <a:lnTo>
                    <a:pt x="769508" y="1601707"/>
                  </a:lnTo>
                  <a:lnTo>
                    <a:pt x="746534" y="1640484"/>
                  </a:lnTo>
                  <a:lnTo>
                    <a:pt x="722244" y="1676277"/>
                  </a:lnTo>
                  <a:lnTo>
                    <a:pt x="696716" y="1708936"/>
                  </a:lnTo>
                  <a:lnTo>
                    <a:pt x="670026" y="1738311"/>
                  </a:lnTo>
                  <a:lnTo>
                    <a:pt x="613475" y="1786614"/>
                  </a:lnTo>
                  <a:lnTo>
                    <a:pt x="553209" y="1819993"/>
                  </a:lnTo>
                  <a:lnTo>
                    <a:pt x="489847" y="1837254"/>
                  </a:lnTo>
                  <a:lnTo>
                    <a:pt x="457200" y="1839467"/>
                  </a:lnTo>
                  <a:lnTo>
                    <a:pt x="424552" y="1837254"/>
                  </a:lnTo>
                  <a:lnTo>
                    <a:pt x="361190" y="1819993"/>
                  </a:lnTo>
                  <a:lnTo>
                    <a:pt x="300924" y="1786614"/>
                  </a:lnTo>
                  <a:lnTo>
                    <a:pt x="244373" y="1738311"/>
                  </a:lnTo>
                  <a:lnTo>
                    <a:pt x="217683" y="1708936"/>
                  </a:lnTo>
                  <a:lnTo>
                    <a:pt x="192155" y="1676277"/>
                  </a:lnTo>
                  <a:lnTo>
                    <a:pt x="167865" y="1640484"/>
                  </a:lnTo>
                  <a:lnTo>
                    <a:pt x="144891" y="1601707"/>
                  </a:lnTo>
                  <a:lnTo>
                    <a:pt x="123309" y="1560093"/>
                  </a:lnTo>
                  <a:lnTo>
                    <a:pt x="103199" y="1515792"/>
                  </a:lnTo>
                  <a:lnTo>
                    <a:pt x="84636" y="1468954"/>
                  </a:lnTo>
                  <a:lnTo>
                    <a:pt x="67698" y="1419727"/>
                  </a:lnTo>
                  <a:lnTo>
                    <a:pt x="52464" y="1368261"/>
                  </a:lnTo>
                  <a:lnTo>
                    <a:pt x="39009" y="1314705"/>
                  </a:lnTo>
                  <a:lnTo>
                    <a:pt x="27412" y="1259209"/>
                  </a:lnTo>
                  <a:lnTo>
                    <a:pt x="17750" y="1201920"/>
                  </a:lnTo>
                  <a:lnTo>
                    <a:pt x="10100" y="1142989"/>
                  </a:lnTo>
                  <a:lnTo>
                    <a:pt x="4540" y="1082565"/>
                  </a:lnTo>
                  <a:lnTo>
                    <a:pt x="1148" y="1020797"/>
                  </a:lnTo>
                  <a:lnTo>
                    <a:pt x="0" y="957833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1498092"/>
              <a:ext cx="152400" cy="154305"/>
            </a:xfrm>
            <a:custGeom>
              <a:avLst/>
              <a:gdLst/>
              <a:ahLst/>
              <a:cxnLst/>
              <a:rect l="l" t="t" r="r" b="b"/>
              <a:pathLst>
                <a:path w="152400" h="154305">
                  <a:moveTo>
                    <a:pt x="1524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152400" y="153924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0" y="1498092"/>
              <a:ext cx="152400" cy="154305"/>
            </a:xfrm>
            <a:custGeom>
              <a:avLst/>
              <a:gdLst/>
              <a:ahLst/>
              <a:cxnLst/>
              <a:rect l="l" t="t" r="r" b="b"/>
              <a:pathLst>
                <a:path w="152400" h="154305">
                  <a:moveTo>
                    <a:pt x="0" y="153924"/>
                  </a:moveTo>
                  <a:lnTo>
                    <a:pt x="152400" y="153924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0" y="218846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0" y="218846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19" y="1584852"/>
              <a:ext cx="161760" cy="1632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6519" y="2121299"/>
              <a:ext cx="161760" cy="1632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1814975"/>
              <a:ext cx="161760" cy="16328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10920" y="10190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7485" y="2921253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4904" y="1080896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76520" y="2351423"/>
            <a:ext cx="5572125" cy="469900"/>
            <a:chOff x="1976520" y="2351423"/>
            <a:chExt cx="5572125" cy="4699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6520" y="2659271"/>
              <a:ext cx="161760" cy="1617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2351423"/>
              <a:ext cx="161760" cy="16328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4296" y="3762755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95516" y="3762755"/>
            <a:ext cx="14890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37076" y="3764279"/>
            <a:ext cx="1118870" cy="367665"/>
          </a:xfrm>
          <a:custGeom>
            <a:avLst/>
            <a:gdLst/>
            <a:ahLst/>
            <a:cxnLst/>
            <a:rect l="l" t="t" r="r" b="b"/>
            <a:pathLst>
              <a:path w="1118870" h="367664">
                <a:moveTo>
                  <a:pt x="0" y="183642"/>
                </a:moveTo>
                <a:lnTo>
                  <a:pt x="559308" y="0"/>
                </a:lnTo>
                <a:lnTo>
                  <a:pt x="1118615" y="183642"/>
                </a:lnTo>
                <a:lnTo>
                  <a:pt x="55930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23435" y="3792677"/>
            <a:ext cx="9493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05227" y="3947159"/>
            <a:ext cx="4592320" cy="1905"/>
          </a:xfrm>
          <a:custGeom>
            <a:avLst/>
            <a:gdLst/>
            <a:ahLst/>
            <a:cxnLst/>
            <a:rect l="l" t="t" r="r" b="b"/>
            <a:pathLst>
              <a:path w="4592320" h="1904">
                <a:moveTo>
                  <a:pt x="0" y="0"/>
                </a:moveTo>
                <a:lnTo>
                  <a:pt x="1831975" y="1650"/>
                </a:lnTo>
              </a:path>
              <a:path w="4592320" h="1904">
                <a:moveTo>
                  <a:pt x="2951988" y="1650"/>
                </a:moveTo>
                <a:lnTo>
                  <a:pt x="4591812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03575" y="36104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36133" y="36104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4296" y="4824984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4556" y="4824984"/>
            <a:ext cx="14890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PHONGBAN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37076" y="4826508"/>
            <a:ext cx="1118870" cy="367665"/>
          </a:xfrm>
          <a:custGeom>
            <a:avLst/>
            <a:gdLst/>
            <a:ahLst/>
            <a:cxnLst/>
            <a:rect l="l" t="t" r="r" b="b"/>
            <a:pathLst>
              <a:path w="1118870" h="367664">
                <a:moveTo>
                  <a:pt x="0" y="183642"/>
                </a:moveTo>
                <a:lnTo>
                  <a:pt x="559308" y="0"/>
                </a:lnTo>
                <a:lnTo>
                  <a:pt x="1118615" y="183642"/>
                </a:lnTo>
                <a:lnTo>
                  <a:pt x="55930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23435" y="4855591"/>
            <a:ext cx="949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QUANLY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05227" y="5007864"/>
            <a:ext cx="4530090" cy="1905"/>
          </a:xfrm>
          <a:custGeom>
            <a:avLst/>
            <a:gdLst/>
            <a:ahLst/>
            <a:cxnLst/>
            <a:rect l="l" t="t" r="r" b="b"/>
            <a:pathLst>
              <a:path w="4530090" h="1904">
                <a:moveTo>
                  <a:pt x="0" y="0"/>
                </a:moveTo>
                <a:lnTo>
                  <a:pt x="1831975" y="1524"/>
                </a:lnTo>
              </a:path>
              <a:path w="4530090" h="1904">
                <a:moveTo>
                  <a:pt x="2951988" y="1524"/>
                </a:moveTo>
                <a:lnTo>
                  <a:pt x="4529963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89175" y="467271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(0,1)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93333" y="467271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(1,1)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17285" y="3947921"/>
            <a:ext cx="1079500" cy="3175"/>
          </a:xfrm>
          <a:custGeom>
            <a:avLst/>
            <a:gdLst/>
            <a:ahLst/>
            <a:cxnLst/>
            <a:rect l="l" t="t" r="r" b="b"/>
            <a:pathLst>
              <a:path w="1079500" h="3175">
                <a:moveTo>
                  <a:pt x="0" y="0"/>
                </a:moveTo>
                <a:lnTo>
                  <a:pt x="1078991" y="3047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839615" y="5699652"/>
          <a:ext cx="7465059" cy="367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0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6690">
                <a:tc row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ts val="1175"/>
                        </a:lnSpc>
                        <a:spcBef>
                          <a:spcPts val="14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QUANLY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7520" y="5815476"/>
            <a:ext cx="161760" cy="161760"/>
          </a:xfrm>
          <a:prstGeom prst="rect">
            <a:avLst/>
          </a:prstGeom>
        </p:spPr>
      </p:pic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4B9215A3-F975-3596-B455-9C33BC0CF6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50" dirty="0"/>
              <a:t> </a:t>
            </a:r>
            <a:r>
              <a:rPr dirty="0"/>
              <a:t>kết</a:t>
            </a:r>
            <a:r>
              <a:rPr spc="-60" dirty="0"/>
              <a:t> </a:t>
            </a:r>
            <a:r>
              <a:rPr dirty="0"/>
              <a:t>nhiều</a:t>
            </a:r>
            <a:r>
              <a:rPr spc="-6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nhiều</a:t>
            </a:r>
            <a:r>
              <a:rPr spc="-70" dirty="0"/>
              <a:t> </a:t>
            </a:r>
            <a:r>
              <a:rPr dirty="0"/>
              <a:t>(M</a:t>
            </a:r>
            <a:r>
              <a:rPr spc="-45" dirty="0"/>
              <a:t> </a:t>
            </a:r>
            <a:r>
              <a:rPr dirty="0"/>
              <a:t>:</a:t>
            </a:r>
            <a:r>
              <a:rPr spc="-65" dirty="0"/>
              <a:t> </a:t>
            </a:r>
            <a:r>
              <a:rPr spc="-25" dirty="0"/>
              <a:t>N)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5437" y="1200721"/>
            <a:ext cx="6334125" cy="2066925"/>
            <a:chOff x="1595437" y="1200721"/>
            <a:chExt cx="6334125" cy="2066925"/>
          </a:xfrm>
        </p:grpSpPr>
        <p:sp>
          <p:nvSpPr>
            <p:cNvPr id="4" name="object 4"/>
            <p:cNvSpPr/>
            <p:nvPr/>
          </p:nvSpPr>
          <p:spPr>
            <a:xfrm>
              <a:off x="1600200" y="1205483"/>
              <a:ext cx="6324600" cy="2057400"/>
            </a:xfrm>
            <a:custGeom>
              <a:avLst/>
              <a:gdLst/>
              <a:ahLst/>
              <a:cxnLst/>
              <a:rect l="l" t="t" r="r" b="b"/>
              <a:pathLst>
                <a:path w="6324600" h="2057400">
                  <a:moveTo>
                    <a:pt x="457200" y="461771"/>
                  </a:moveTo>
                  <a:lnTo>
                    <a:pt x="3048000" y="376427"/>
                  </a:lnTo>
                </a:path>
                <a:path w="6324600" h="2057400">
                  <a:moveTo>
                    <a:pt x="3048000" y="381000"/>
                  </a:moveTo>
                  <a:lnTo>
                    <a:pt x="5867400" y="685800"/>
                  </a:lnTo>
                </a:path>
                <a:path w="6324600" h="2057400">
                  <a:moveTo>
                    <a:pt x="457200" y="457200"/>
                  </a:moveTo>
                  <a:lnTo>
                    <a:pt x="3048000" y="1066800"/>
                  </a:lnTo>
                </a:path>
                <a:path w="6324600" h="2057400">
                  <a:moveTo>
                    <a:pt x="3048000" y="1066800"/>
                  </a:moveTo>
                  <a:lnTo>
                    <a:pt x="5943600" y="1219200"/>
                  </a:lnTo>
                </a:path>
                <a:path w="6324600" h="2057400">
                  <a:moveTo>
                    <a:pt x="5410200" y="914400"/>
                  </a:moveTo>
                  <a:lnTo>
                    <a:pt x="5411575" y="854845"/>
                  </a:lnTo>
                  <a:lnTo>
                    <a:pt x="5415635" y="796545"/>
                  </a:lnTo>
                  <a:lnTo>
                    <a:pt x="5422276" y="739668"/>
                  </a:lnTo>
                  <a:lnTo>
                    <a:pt x="5431398" y="684385"/>
                  </a:lnTo>
                  <a:lnTo>
                    <a:pt x="5442898" y="630864"/>
                  </a:lnTo>
                  <a:lnTo>
                    <a:pt x="5456675" y="579275"/>
                  </a:lnTo>
                  <a:lnTo>
                    <a:pt x="5472627" y="529787"/>
                  </a:lnTo>
                  <a:lnTo>
                    <a:pt x="5490653" y="482570"/>
                  </a:lnTo>
                  <a:lnTo>
                    <a:pt x="5510650" y="437792"/>
                  </a:lnTo>
                  <a:lnTo>
                    <a:pt x="5532518" y="395623"/>
                  </a:lnTo>
                  <a:lnTo>
                    <a:pt x="5556154" y="356233"/>
                  </a:lnTo>
                  <a:lnTo>
                    <a:pt x="5581456" y="319791"/>
                  </a:lnTo>
                  <a:lnTo>
                    <a:pt x="5608324" y="286465"/>
                  </a:lnTo>
                  <a:lnTo>
                    <a:pt x="5636655" y="256427"/>
                  </a:lnTo>
                  <a:lnTo>
                    <a:pt x="5666347" y="229844"/>
                  </a:lnTo>
                  <a:lnTo>
                    <a:pt x="5697299" y="206886"/>
                  </a:lnTo>
                  <a:lnTo>
                    <a:pt x="5762577" y="172523"/>
                  </a:lnTo>
                  <a:lnTo>
                    <a:pt x="5831673" y="154692"/>
                  </a:lnTo>
                  <a:lnTo>
                    <a:pt x="5867400" y="152400"/>
                  </a:lnTo>
                  <a:lnTo>
                    <a:pt x="5903126" y="154692"/>
                  </a:lnTo>
                  <a:lnTo>
                    <a:pt x="5972222" y="172523"/>
                  </a:lnTo>
                  <a:lnTo>
                    <a:pt x="6037500" y="206886"/>
                  </a:lnTo>
                  <a:lnTo>
                    <a:pt x="6068452" y="229844"/>
                  </a:lnTo>
                  <a:lnTo>
                    <a:pt x="6098144" y="256427"/>
                  </a:lnTo>
                  <a:lnTo>
                    <a:pt x="6126475" y="286465"/>
                  </a:lnTo>
                  <a:lnTo>
                    <a:pt x="6153343" y="319791"/>
                  </a:lnTo>
                  <a:lnTo>
                    <a:pt x="6178645" y="356233"/>
                  </a:lnTo>
                  <a:lnTo>
                    <a:pt x="6202281" y="395623"/>
                  </a:lnTo>
                  <a:lnTo>
                    <a:pt x="6224149" y="437792"/>
                  </a:lnTo>
                  <a:lnTo>
                    <a:pt x="6244146" y="482570"/>
                  </a:lnTo>
                  <a:lnTo>
                    <a:pt x="6262172" y="529787"/>
                  </a:lnTo>
                  <a:lnTo>
                    <a:pt x="6278124" y="579275"/>
                  </a:lnTo>
                  <a:lnTo>
                    <a:pt x="6291901" y="630864"/>
                  </a:lnTo>
                  <a:lnTo>
                    <a:pt x="6303401" y="684385"/>
                  </a:lnTo>
                  <a:lnTo>
                    <a:pt x="6312523" y="739668"/>
                  </a:lnTo>
                  <a:lnTo>
                    <a:pt x="6319164" y="796545"/>
                  </a:lnTo>
                  <a:lnTo>
                    <a:pt x="6323224" y="854845"/>
                  </a:lnTo>
                  <a:lnTo>
                    <a:pt x="6324600" y="914400"/>
                  </a:lnTo>
                  <a:lnTo>
                    <a:pt x="6323224" y="973954"/>
                  </a:lnTo>
                  <a:lnTo>
                    <a:pt x="6319164" y="1032254"/>
                  </a:lnTo>
                  <a:lnTo>
                    <a:pt x="6312523" y="1089131"/>
                  </a:lnTo>
                  <a:lnTo>
                    <a:pt x="6303401" y="1144414"/>
                  </a:lnTo>
                  <a:lnTo>
                    <a:pt x="6291901" y="1197935"/>
                  </a:lnTo>
                  <a:lnTo>
                    <a:pt x="6278124" y="1249524"/>
                  </a:lnTo>
                  <a:lnTo>
                    <a:pt x="6262172" y="1299012"/>
                  </a:lnTo>
                  <a:lnTo>
                    <a:pt x="6244146" y="1346229"/>
                  </a:lnTo>
                  <a:lnTo>
                    <a:pt x="6224149" y="1391007"/>
                  </a:lnTo>
                  <a:lnTo>
                    <a:pt x="6202281" y="1433176"/>
                  </a:lnTo>
                  <a:lnTo>
                    <a:pt x="6178645" y="1472566"/>
                  </a:lnTo>
                  <a:lnTo>
                    <a:pt x="6153343" y="1509008"/>
                  </a:lnTo>
                  <a:lnTo>
                    <a:pt x="6126475" y="1542334"/>
                  </a:lnTo>
                  <a:lnTo>
                    <a:pt x="6098144" y="1572372"/>
                  </a:lnTo>
                  <a:lnTo>
                    <a:pt x="6068452" y="1598955"/>
                  </a:lnTo>
                  <a:lnTo>
                    <a:pt x="6037500" y="1621913"/>
                  </a:lnTo>
                  <a:lnTo>
                    <a:pt x="5972222" y="1656276"/>
                  </a:lnTo>
                  <a:lnTo>
                    <a:pt x="5903126" y="1674107"/>
                  </a:lnTo>
                  <a:lnTo>
                    <a:pt x="5867400" y="1676400"/>
                  </a:lnTo>
                  <a:lnTo>
                    <a:pt x="5831673" y="1674107"/>
                  </a:lnTo>
                  <a:lnTo>
                    <a:pt x="5762577" y="1656276"/>
                  </a:lnTo>
                  <a:lnTo>
                    <a:pt x="5697299" y="1621913"/>
                  </a:lnTo>
                  <a:lnTo>
                    <a:pt x="5666347" y="1598955"/>
                  </a:lnTo>
                  <a:lnTo>
                    <a:pt x="5636655" y="1572372"/>
                  </a:lnTo>
                  <a:lnTo>
                    <a:pt x="5608324" y="1542334"/>
                  </a:lnTo>
                  <a:lnTo>
                    <a:pt x="5581456" y="1509008"/>
                  </a:lnTo>
                  <a:lnTo>
                    <a:pt x="5556154" y="1472566"/>
                  </a:lnTo>
                  <a:lnTo>
                    <a:pt x="5532518" y="1433176"/>
                  </a:lnTo>
                  <a:lnTo>
                    <a:pt x="5510650" y="1391007"/>
                  </a:lnTo>
                  <a:lnTo>
                    <a:pt x="5490653" y="1346229"/>
                  </a:lnTo>
                  <a:lnTo>
                    <a:pt x="5472627" y="1299012"/>
                  </a:lnTo>
                  <a:lnTo>
                    <a:pt x="5456675" y="1249524"/>
                  </a:lnTo>
                  <a:lnTo>
                    <a:pt x="5442898" y="1197935"/>
                  </a:lnTo>
                  <a:lnTo>
                    <a:pt x="5431398" y="1144414"/>
                  </a:lnTo>
                  <a:lnTo>
                    <a:pt x="5422276" y="1089131"/>
                  </a:lnTo>
                  <a:lnTo>
                    <a:pt x="5415635" y="1032254"/>
                  </a:lnTo>
                  <a:lnTo>
                    <a:pt x="5411575" y="973954"/>
                  </a:lnTo>
                  <a:lnTo>
                    <a:pt x="5410200" y="914400"/>
                  </a:lnTo>
                  <a:close/>
                </a:path>
                <a:path w="6324600" h="2057400">
                  <a:moveTo>
                    <a:pt x="2590800" y="1028700"/>
                  </a:moveTo>
                  <a:lnTo>
                    <a:pt x="2591699" y="963636"/>
                  </a:lnTo>
                  <a:lnTo>
                    <a:pt x="2594362" y="899649"/>
                  </a:lnTo>
                  <a:lnTo>
                    <a:pt x="2598735" y="836859"/>
                  </a:lnTo>
                  <a:lnTo>
                    <a:pt x="2604765" y="775386"/>
                  </a:lnTo>
                  <a:lnTo>
                    <a:pt x="2612397" y="715351"/>
                  </a:lnTo>
                  <a:lnTo>
                    <a:pt x="2621578" y="656873"/>
                  </a:lnTo>
                  <a:lnTo>
                    <a:pt x="2632255" y="600075"/>
                  </a:lnTo>
                  <a:lnTo>
                    <a:pt x="2644373" y="545075"/>
                  </a:lnTo>
                  <a:lnTo>
                    <a:pt x="2657880" y="491994"/>
                  </a:lnTo>
                  <a:lnTo>
                    <a:pt x="2672722" y="440954"/>
                  </a:lnTo>
                  <a:lnTo>
                    <a:pt x="2688845" y="392073"/>
                  </a:lnTo>
                  <a:lnTo>
                    <a:pt x="2706196" y="345474"/>
                  </a:lnTo>
                  <a:lnTo>
                    <a:pt x="2724721" y="301275"/>
                  </a:lnTo>
                  <a:lnTo>
                    <a:pt x="2744366" y="259598"/>
                  </a:lnTo>
                  <a:lnTo>
                    <a:pt x="2765078" y="220564"/>
                  </a:lnTo>
                  <a:lnTo>
                    <a:pt x="2786804" y="184291"/>
                  </a:lnTo>
                  <a:lnTo>
                    <a:pt x="2809489" y="150902"/>
                  </a:lnTo>
                  <a:lnTo>
                    <a:pt x="2833080" y="120516"/>
                  </a:lnTo>
                  <a:lnTo>
                    <a:pt x="2882767" y="69235"/>
                  </a:lnTo>
                  <a:lnTo>
                    <a:pt x="2935434" y="31413"/>
                  </a:lnTo>
                  <a:lnTo>
                    <a:pt x="2990655" y="8014"/>
                  </a:lnTo>
                  <a:lnTo>
                    <a:pt x="3048000" y="0"/>
                  </a:lnTo>
                  <a:lnTo>
                    <a:pt x="3076910" y="2023"/>
                  </a:lnTo>
                  <a:lnTo>
                    <a:pt x="3133247" y="17850"/>
                  </a:lnTo>
                  <a:lnTo>
                    <a:pt x="3187244" y="48582"/>
                  </a:lnTo>
                  <a:lnTo>
                    <a:pt x="3238475" y="93253"/>
                  </a:lnTo>
                  <a:lnTo>
                    <a:pt x="3286510" y="150902"/>
                  </a:lnTo>
                  <a:lnTo>
                    <a:pt x="3309195" y="184291"/>
                  </a:lnTo>
                  <a:lnTo>
                    <a:pt x="3330921" y="220564"/>
                  </a:lnTo>
                  <a:lnTo>
                    <a:pt x="3351633" y="259598"/>
                  </a:lnTo>
                  <a:lnTo>
                    <a:pt x="3371278" y="301275"/>
                  </a:lnTo>
                  <a:lnTo>
                    <a:pt x="3389803" y="345474"/>
                  </a:lnTo>
                  <a:lnTo>
                    <a:pt x="3407154" y="392073"/>
                  </a:lnTo>
                  <a:lnTo>
                    <a:pt x="3423277" y="440954"/>
                  </a:lnTo>
                  <a:lnTo>
                    <a:pt x="3438119" y="491994"/>
                  </a:lnTo>
                  <a:lnTo>
                    <a:pt x="3451626" y="545075"/>
                  </a:lnTo>
                  <a:lnTo>
                    <a:pt x="3463744" y="600075"/>
                  </a:lnTo>
                  <a:lnTo>
                    <a:pt x="3474421" y="656873"/>
                  </a:lnTo>
                  <a:lnTo>
                    <a:pt x="3483602" y="715351"/>
                  </a:lnTo>
                  <a:lnTo>
                    <a:pt x="3491234" y="775386"/>
                  </a:lnTo>
                  <a:lnTo>
                    <a:pt x="3497264" y="836859"/>
                  </a:lnTo>
                  <a:lnTo>
                    <a:pt x="3501637" y="899649"/>
                  </a:lnTo>
                  <a:lnTo>
                    <a:pt x="3504300" y="963636"/>
                  </a:lnTo>
                  <a:lnTo>
                    <a:pt x="3505200" y="1028700"/>
                  </a:lnTo>
                  <a:lnTo>
                    <a:pt x="3504300" y="1093763"/>
                  </a:lnTo>
                  <a:lnTo>
                    <a:pt x="3501637" y="1157750"/>
                  </a:lnTo>
                  <a:lnTo>
                    <a:pt x="3497264" y="1220540"/>
                  </a:lnTo>
                  <a:lnTo>
                    <a:pt x="3491234" y="1282013"/>
                  </a:lnTo>
                  <a:lnTo>
                    <a:pt x="3483602" y="1342048"/>
                  </a:lnTo>
                  <a:lnTo>
                    <a:pt x="3474421" y="1400526"/>
                  </a:lnTo>
                  <a:lnTo>
                    <a:pt x="3463744" y="1457324"/>
                  </a:lnTo>
                  <a:lnTo>
                    <a:pt x="3451626" y="1512324"/>
                  </a:lnTo>
                  <a:lnTo>
                    <a:pt x="3438119" y="1565405"/>
                  </a:lnTo>
                  <a:lnTo>
                    <a:pt x="3423277" y="1616445"/>
                  </a:lnTo>
                  <a:lnTo>
                    <a:pt x="3407154" y="1665326"/>
                  </a:lnTo>
                  <a:lnTo>
                    <a:pt x="3389803" y="1711925"/>
                  </a:lnTo>
                  <a:lnTo>
                    <a:pt x="3371278" y="1756124"/>
                  </a:lnTo>
                  <a:lnTo>
                    <a:pt x="3351633" y="1797801"/>
                  </a:lnTo>
                  <a:lnTo>
                    <a:pt x="3330921" y="1836835"/>
                  </a:lnTo>
                  <a:lnTo>
                    <a:pt x="3309195" y="1873108"/>
                  </a:lnTo>
                  <a:lnTo>
                    <a:pt x="3286510" y="1906497"/>
                  </a:lnTo>
                  <a:lnTo>
                    <a:pt x="3262919" y="1936883"/>
                  </a:lnTo>
                  <a:lnTo>
                    <a:pt x="3213232" y="1988164"/>
                  </a:lnTo>
                  <a:lnTo>
                    <a:pt x="3160565" y="2025986"/>
                  </a:lnTo>
                  <a:lnTo>
                    <a:pt x="3105344" y="2049385"/>
                  </a:lnTo>
                  <a:lnTo>
                    <a:pt x="3048000" y="2057400"/>
                  </a:lnTo>
                  <a:lnTo>
                    <a:pt x="3019089" y="2055376"/>
                  </a:lnTo>
                  <a:lnTo>
                    <a:pt x="2962752" y="2039549"/>
                  </a:lnTo>
                  <a:lnTo>
                    <a:pt x="2908755" y="2008817"/>
                  </a:lnTo>
                  <a:lnTo>
                    <a:pt x="2857524" y="1964146"/>
                  </a:lnTo>
                  <a:lnTo>
                    <a:pt x="2809489" y="1906497"/>
                  </a:lnTo>
                  <a:lnTo>
                    <a:pt x="2786804" y="1873108"/>
                  </a:lnTo>
                  <a:lnTo>
                    <a:pt x="2765078" y="1836835"/>
                  </a:lnTo>
                  <a:lnTo>
                    <a:pt x="2744366" y="1797801"/>
                  </a:lnTo>
                  <a:lnTo>
                    <a:pt x="2724721" y="1756124"/>
                  </a:lnTo>
                  <a:lnTo>
                    <a:pt x="2706196" y="1711925"/>
                  </a:lnTo>
                  <a:lnTo>
                    <a:pt x="2688845" y="1665326"/>
                  </a:lnTo>
                  <a:lnTo>
                    <a:pt x="2672722" y="1616445"/>
                  </a:lnTo>
                  <a:lnTo>
                    <a:pt x="2657880" y="1565405"/>
                  </a:lnTo>
                  <a:lnTo>
                    <a:pt x="2644373" y="1512324"/>
                  </a:lnTo>
                  <a:lnTo>
                    <a:pt x="2632255" y="1457324"/>
                  </a:lnTo>
                  <a:lnTo>
                    <a:pt x="2621578" y="1400526"/>
                  </a:lnTo>
                  <a:lnTo>
                    <a:pt x="2612397" y="1342048"/>
                  </a:lnTo>
                  <a:lnTo>
                    <a:pt x="2604765" y="1282013"/>
                  </a:lnTo>
                  <a:lnTo>
                    <a:pt x="2598735" y="1220540"/>
                  </a:lnTo>
                  <a:lnTo>
                    <a:pt x="2594362" y="1157750"/>
                  </a:lnTo>
                  <a:lnTo>
                    <a:pt x="2591699" y="1093763"/>
                  </a:lnTo>
                  <a:lnTo>
                    <a:pt x="2590800" y="1028700"/>
                  </a:lnTo>
                  <a:close/>
                </a:path>
                <a:path w="6324600" h="2057400">
                  <a:moveTo>
                    <a:pt x="0" y="952500"/>
                  </a:moveTo>
                  <a:lnTo>
                    <a:pt x="1148" y="889914"/>
                  </a:lnTo>
                  <a:lnTo>
                    <a:pt x="4540" y="828517"/>
                  </a:lnTo>
                  <a:lnTo>
                    <a:pt x="10100" y="768456"/>
                  </a:lnTo>
                  <a:lnTo>
                    <a:pt x="17750" y="709881"/>
                  </a:lnTo>
                  <a:lnTo>
                    <a:pt x="27412" y="652938"/>
                  </a:lnTo>
                  <a:lnTo>
                    <a:pt x="39009" y="597776"/>
                  </a:lnTo>
                  <a:lnTo>
                    <a:pt x="52464" y="544544"/>
                  </a:lnTo>
                  <a:lnTo>
                    <a:pt x="67698" y="493389"/>
                  </a:lnTo>
                  <a:lnTo>
                    <a:pt x="84636" y="444461"/>
                  </a:lnTo>
                  <a:lnTo>
                    <a:pt x="103199" y="397906"/>
                  </a:lnTo>
                  <a:lnTo>
                    <a:pt x="123309" y="353874"/>
                  </a:lnTo>
                  <a:lnTo>
                    <a:pt x="144891" y="312513"/>
                  </a:lnTo>
                  <a:lnTo>
                    <a:pt x="167865" y="273971"/>
                  </a:lnTo>
                  <a:lnTo>
                    <a:pt x="192155" y="238395"/>
                  </a:lnTo>
                  <a:lnTo>
                    <a:pt x="217683" y="205936"/>
                  </a:lnTo>
                  <a:lnTo>
                    <a:pt x="244373" y="176739"/>
                  </a:lnTo>
                  <a:lnTo>
                    <a:pt x="300924" y="128731"/>
                  </a:lnTo>
                  <a:lnTo>
                    <a:pt x="361190" y="95555"/>
                  </a:lnTo>
                  <a:lnTo>
                    <a:pt x="424552" y="78400"/>
                  </a:lnTo>
                  <a:lnTo>
                    <a:pt x="457200" y="76200"/>
                  </a:lnTo>
                  <a:lnTo>
                    <a:pt x="489847" y="78400"/>
                  </a:lnTo>
                  <a:lnTo>
                    <a:pt x="553209" y="95555"/>
                  </a:lnTo>
                  <a:lnTo>
                    <a:pt x="613475" y="128731"/>
                  </a:lnTo>
                  <a:lnTo>
                    <a:pt x="670026" y="176739"/>
                  </a:lnTo>
                  <a:lnTo>
                    <a:pt x="696716" y="205936"/>
                  </a:lnTo>
                  <a:lnTo>
                    <a:pt x="722244" y="238395"/>
                  </a:lnTo>
                  <a:lnTo>
                    <a:pt x="746534" y="273971"/>
                  </a:lnTo>
                  <a:lnTo>
                    <a:pt x="769508" y="312513"/>
                  </a:lnTo>
                  <a:lnTo>
                    <a:pt x="791090" y="353874"/>
                  </a:lnTo>
                  <a:lnTo>
                    <a:pt x="811200" y="397906"/>
                  </a:lnTo>
                  <a:lnTo>
                    <a:pt x="829763" y="444461"/>
                  </a:lnTo>
                  <a:lnTo>
                    <a:pt x="846701" y="493389"/>
                  </a:lnTo>
                  <a:lnTo>
                    <a:pt x="861935" y="544544"/>
                  </a:lnTo>
                  <a:lnTo>
                    <a:pt x="875390" y="597776"/>
                  </a:lnTo>
                  <a:lnTo>
                    <a:pt x="886987" y="652938"/>
                  </a:lnTo>
                  <a:lnTo>
                    <a:pt x="896649" y="709881"/>
                  </a:lnTo>
                  <a:lnTo>
                    <a:pt x="904299" y="768456"/>
                  </a:lnTo>
                  <a:lnTo>
                    <a:pt x="909859" y="828517"/>
                  </a:lnTo>
                  <a:lnTo>
                    <a:pt x="913251" y="889914"/>
                  </a:lnTo>
                  <a:lnTo>
                    <a:pt x="914400" y="952500"/>
                  </a:lnTo>
                  <a:lnTo>
                    <a:pt x="913251" y="1015085"/>
                  </a:lnTo>
                  <a:lnTo>
                    <a:pt x="909859" y="1076482"/>
                  </a:lnTo>
                  <a:lnTo>
                    <a:pt x="904299" y="1136543"/>
                  </a:lnTo>
                  <a:lnTo>
                    <a:pt x="896649" y="1195118"/>
                  </a:lnTo>
                  <a:lnTo>
                    <a:pt x="886987" y="1252061"/>
                  </a:lnTo>
                  <a:lnTo>
                    <a:pt x="875390" y="1307223"/>
                  </a:lnTo>
                  <a:lnTo>
                    <a:pt x="861935" y="1360455"/>
                  </a:lnTo>
                  <a:lnTo>
                    <a:pt x="846701" y="1411610"/>
                  </a:lnTo>
                  <a:lnTo>
                    <a:pt x="829763" y="1460538"/>
                  </a:lnTo>
                  <a:lnTo>
                    <a:pt x="811200" y="1507093"/>
                  </a:lnTo>
                  <a:lnTo>
                    <a:pt x="791090" y="1551125"/>
                  </a:lnTo>
                  <a:lnTo>
                    <a:pt x="769508" y="1592486"/>
                  </a:lnTo>
                  <a:lnTo>
                    <a:pt x="746534" y="1631028"/>
                  </a:lnTo>
                  <a:lnTo>
                    <a:pt x="722244" y="1666604"/>
                  </a:lnTo>
                  <a:lnTo>
                    <a:pt x="696716" y="1699063"/>
                  </a:lnTo>
                  <a:lnTo>
                    <a:pt x="670026" y="1728260"/>
                  </a:lnTo>
                  <a:lnTo>
                    <a:pt x="613475" y="1776268"/>
                  </a:lnTo>
                  <a:lnTo>
                    <a:pt x="553209" y="1809444"/>
                  </a:lnTo>
                  <a:lnTo>
                    <a:pt x="489847" y="1826599"/>
                  </a:lnTo>
                  <a:lnTo>
                    <a:pt x="457200" y="1828800"/>
                  </a:lnTo>
                  <a:lnTo>
                    <a:pt x="424552" y="1826599"/>
                  </a:lnTo>
                  <a:lnTo>
                    <a:pt x="361190" y="1809444"/>
                  </a:lnTo>
                  <a:lnTo>
                    <a:pt x="300924" y="1776268"/>
                  </a:lnTo>
                  <a:lnTo>
                    <a:pt x="244373" y="1728260"/>
                  </a:lnTo>
                  <a:lnTo>
                    <a:pt x="217683" y="1699063"/>
                  </a:lnTo>
                  <a:lnTo>
                    <a:pt x="192155" y="1666604"/>
                  </a:lnTo>
                  <a:lnTo>
                    <a:pt x="167865" y="1631028"/>
                  </a:lnTo>
                  <a:lnTo>
                    <a:pt x="144891" y="1592486"/>
                  </a:lnTo>
                  <a:lnTo>
                    <a:pt x="123309" y="1551125"/>
                  </a:lnTo>
                  <a:lnTo>
                    <a:pt x="103199" y="1507093"/>
                  </a:lnTo>
                  <a:lnTo>
                    <a:pt x="84636" y="1460538"/>
                  </a:lnTo>
                  <a:lnTo>
                    <a:pt x="67698" y="1411610"/>
                  </a:lnTo>
                  <a:lnTo>
                    <a:pt x="52464" y="1360455"/>
                  </a:lnTo>
                  <a:lnTo>
                    <a:pt x="39009" y="1307223"/>
                  </a:lnTo>
                  <a:lnTo>
                    <a:pt x="27412" y="1252061"/>
                  </a:lnTo>
                  <a:lnTo>
                    <a:pt x="17750" y="1195118"/>
                  </a:lnTo>
                  <a:lnTo>
                    <a:pt x="10100" y="1136543"/>
                  </a:lnTo>
                  <a:lnTo>
                    <a:pt x="4540" y="1076482"/>
                  </a:lnTo>
                  <a:lnTo>
                    <a:pt x="1148" y="1015085"/>
                  </a:lnTo>
                  <a:lnTo>
                    <a:pt x="0" y="9525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149504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0" y="1495043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0" y="218084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0" y="218084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19" y="1581803"/>
              <a:ext cx="161760" cy="1617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19" y="2115203"/>
              <a:ext cx="161760" cy="161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1810403"/>
              <a:ext cx="161760" cy="16176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10920" y="1019047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4338" y="2771902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4904" y="1080896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67320" y="2801004"/>
            <a:ext cx="161925" cy="161925"/>
            <a:chOff x="4567320" y="2801004"/>
            <a:chExt cx="161925" cy="161925"/>
          </a:xfrm>
        </p:grpSpPr>
        <p:sp>
          <p:nvSpPr>
            <p:cNvPr id="16" name="object 16"/>
            <p:cNvSpPr/>
            <p:nvPr/>
          </p:nvSpPr>
          <p:spPr>
            <a:xfrm>
              <a:off x="4572000" y="28056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0" y="280568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976520" y="2343804"/>
            <a:ext cx="5572125" cy="547370"/>
            <a:chOff x="1976520" y="2343804"/>
            <a:chExt cx="5572125" cy="54737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520" y="2648604"/>
              <a:ext cx="161760" cy="1617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6720" y="2343804"/>
              <a:ext cx="161760" cy="1617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057400" y="2420112"/>
              <a:ext cx="5410200" cy="466725"/>
            </a:xfrm>
            <a:custGeom>
              <a:avLst/>
              <a:gdLst/>
              <a:ahLst/>
              <a:cxnLst/>
              <a:rect l="l" t="t" r="r" b="b"/>
              <a:pathLst>
                <a:path w="5410200" h="466725">
                  <a:moveTo>
                    <a:pt x="0" y="309372"/>
                  </a:moveTo>
                  <a:lnTo>
                    <a:pt x="2590800" y="461772"/>
                  </a:lnTo>
                </a:path>
                <a:path w="5410200" h="466725">
                  <a:moveTo>
                    <a:pt x="2590800" y="466343"/>
                  </a:moveTo>
                  <a:lnTo>
                    <a:pt x="541020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4296" y="3840479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7747" y="3840479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38600" y="3840479"/>
            <a:ext cx="1225550" cy="367665"/>
          </a:xfrm>
          <a:custGeom>
            <a:avLst/>
            <a:gdLst/>
            <a:ahLst/>
            <a:cxnLst/>
            <a:rect l="l" t="t" r="r" b="b"/>
            <a:pathLst>
              <a:path w="1225550" h="367664">
                <a:moveTo>
                  <a:pt x="0" y="183642"/>
                </a:moveTo>
                <a:lnTo>
                  <a:pt x="612648" y="0"/>
                </a:lnTo>
                <a:lnTo>
                  <a:pt x="1225296" y="183642"/>
                </a:lnTo>
                <a:lnTo>
                  <a:pt x="61264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17085" y="3868877"/>
            <a:ext cx="1069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05227" y="4024884"/>
            <a:ext cx="1833880" cy="1905"/>
          </a:xfrm>
          <a:custGeom>
            <a:avLst/>
            <a:gdLst/>
            <a:ahLst/>
            <a:cxnLst/>
            <a:rect l="l" t="t" r="r" b="b"/>
            <a:pathLst>
              <a:path w="1833879" h="1904">
                <a:moveTo>
                  <a:pt x="0" y="0"/>
                </a:moveTo>
                <a:lnTo>
                  <a:pt x="1833499" y="1524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79775" y="3686682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0433" y="368668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4296" y="4905755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65264" y="4905755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38600" y="4907279"/>
            <a:ext cx="1225550" cy="367665"/>
          </a:xfrm>
          <a:custGeom>
            <a:avLst/>
            <a:gdLst/>
            <a:ahLst/>
            <a:cxnLst/>
            <a:rect l="l" t="t" r="r" b="b"/>
            <a:pathLst>
              <a:path w="1225550" h="367664">
                <a:moveTo>
                  <a:pt x="0" y="183642"/>
                </a:moveTo>
                <a:lnTo>
                  <a:pt x="612648" y="0"/>
                </a:lnTo>
                <a:lnTo>
                  <a:pt x="1225296" y="183642"/>
                </a:lnTo>
                <a:lnTo>
                  <a:pt x="612648" y="367284"/>
                </a:lnTo>
                <a:lnTo>
                  <a:pt x="0" y="183642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17085" y="4936058"/>
            <a:ext cx="1069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205227" y="5090159"/>
            <a:ext cx="4860925" cy="1905"/>
          </a:xfrm>
          <a:custGeom>
            <a:avLst/>
            <a:gdLst/>
            <a:ahLst/>
            <a:cxnLst/>
            <a:rect l="l" t="t" r="r" b="b"/>
            <a:pathLst>
              <a:path w="4860925" h="1904">
                <a:moveTo>
                  <a:pt x="0" y="0"/>
                </a:moveTo>
                <a:lnTo>
                  <a:pt x="1833499" y="1650"/>
                </a:lnTo>
              </a:path>
              <a:path w="4860925" h="1904">
                <a:moveTo>
                  <a:pt x="3057144" y="1650"/>
                </a:moveTo>
                <a:lnTo>
                  <a:pt x="4860544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289175" y="4753736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(0,M)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98133" y="4753736"/>
            <a:ext cx="53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(1,N)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91961" y="4025646"/>
            <a:ext cx="1323340" cy="1905"/>
          </a:xfrm>
          <a:custGeom>
            <a:avLst/>
            <a:gdLst/>
            <a:ahLst/>
            <a:cxnLst/>
            <a:rect l="l" t="t" r="r" b="b"/>
            <a:pathLst>
              <a:path w="1323340" h="1904">
                <a:moveTo>
                  <a:pt x="0" y="0"/>
                </a:moveTo>
                <a:lnTo>
                  <a:pt x="1322832" y="1523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44296" y="5704332"/>
            <a:ext cx="13614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65264" y="5704332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212848" y="5890259"/>
            <a:ext cx="4848225" cy="1905"/>
          </a:xfrm>
          <a:custGeom>
            <a:avLst/>
            <a:gdLst/>
            <a:ahLst/>
            <a:cxnLst/>
            <a:rect l="l" t="t" r="r" b="b"/>
            <a:pathLst>
              <a:path w="4848225" h="1904">
                <a:moveTo>
                  <a:pt x="0" y="0"/>
                </a:moveTo>
                <a:lnTo>
                  <a:pt x="4848225" y="1587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121277" y="5897067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THAMGIA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224932" y="5786520"/>
            <a:ext cx="4832985" cy="209550"/>
            <a:chOff x="2224932" y="5786520"/>
            <a:chExt cx="4832985" cy="209550"/>
          </a:xfrm>
        </p:grpSpPr>
        <p:sp>
          <p:nvSpPr>
            <p:cNvPr id="42" name="object 42"/>
            <p:cNvSpPr/>
            <p:nvPr/>
          </p:nvSpPr>
          <p:spPr>
            <a:xfrm>
              <a:off x="6903720" y="5791200"/>
              <a:ext cx="149860" cy="200025"/>
            </a:xfrm>
            <a:custGeom>
              <a:avLst/>
              <a:gdLst/>
              <a:ahLst/>
              <a:cxnLst/>
              <a:rect l="l" t="t" r="r" b="b"/>
              <a:pathLst>
                <a:path w="149859" h="200025">
                  <a:moveTo>
                    <a:pt x="149351" y="199644"/>
                  </a:moveTo>
                  <a:lnTo>
                    <a:pt x="0" y="99822"/>
                  </a:lnTo>
                  <a:lnTo>
                    <a:pt x="149351" y="0"/>
                  </a:lnTo>
                  <a:lnTo>
                    <a:pt x="149351" y="199644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29612" y="5791200"/>
              <a:ext cx="4563110" cy="200025"/>
            </a:xfrm>
            <a:custGeom>
              <a:avLst/>
              <a:gdLst/>
              <a:ahLst/>
              <a:cxnLst/>
              <a:rect l="l" t="t" r="r" b="b"/>
              <a:pathLst>
                <a:path w="4563109" h="200025">
                  <a:moveTo>
                    <a:pt x="4561332" y="28956"/>
                  </a:moveTo>
                  <a:lnTo>
                    <a:pt x="4562856" y="181356"/>
                  </a:lnTo>
                </a:path>
                <a:path w="4563109" h="200025">
                  <a:moveTo>
                    <a:pt x="0" y="0"/>
                  </a:moveTo>
                  <a:lnTo>
                    <a:pt x="147827" y="99822"/>
                  </a:lnTo>
                  <a:lnTo>
                    <a:pt x="0" y="199644"/>
                  </a:lnTo>
                  <a:lnTo>
                    <a:pt x="0" y="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532" y="5815476"/>
              <a:ext cx="161760" cy="161760"/>
            </a:xfrm>
            <a:prstGeom prst="rect">
              <a:avLst/>
            </a:prstGeom>
          </p:spPr>
        </p:pic>
      </p:grp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292DC8B4-383B-35D8-AA36-D92F8E1098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Thực</a:t>
            </a:r>
            <a:r>
              <a:rPr spc="-30" dirty="0"/>
              <a:t> </a:t>
            </a:r>
            <a:r>
              <a:rPr dirty="0"/>
              <a:t>thể</a:t>
            </a:r>
            <a:r>
              <a:rPr spc="-30" dirty="0"/>
              <a:t> </a:t>
            </a:r>
            <a:r>
              <a:rPr spc="-25" dirty="0"/>
              <a:t>yếu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226425" cy="48818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Kiểu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yếu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(Weak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Entity)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Phụ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khác.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Khoá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phận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1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dùng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(bộ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phận)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yếu.</a:t>
            </a:r>
            <a:endParaRPr sz="180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0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Liên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mạnh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tạo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của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yếu.</a:t>
            </a:r>
            <a:endParaRPr sz="1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Liên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(Identifying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Relationship)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Liên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giữa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nó.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Thực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yếu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bắt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danh.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THANNHAN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yếu.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NHANVIEN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THANNHAN.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PHUTHUOC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66FF2-DFCF-2297-40A0-A6D100318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Thực</a:t>
            </a:r>
            <a:r>
              <a:rPr sz="3600" spc="-45" dirty="0"/>
              <a:t> </a:t>
            </a:r>
            <a:r>
              <a:rPr sz="3600" dirty="0"/>
              <a:t>thể</a:t>
            </a:r>
            <a:r>
              <a:rPr sz="3600" spc="-45" dirty="0"/>
              <a:t> </a:t>
            </a:r>
            <a:r>
              <a:rPr sz="3600" spc="-25" dirty="0"/>
              <a:t>yếu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2437" y="1456753"/>
            <a:ext cx="8039734" cy="2066925"/>
            <a:chOff x="452437" y="1456753"/>
            <a:chExt cx="8039734" cy="2066925"/>
          </a:xfrm>
        </p:grpSpPr>
        <p:sp>
          <p:nvSpPr>
            <p:cNvPr id="4" name="object 4"/>
            <p:cNvSpPr/>
            <p:nvPr/>
          </p:nvSpPr>
          <p:spPr>
            <a:xfrm>
              <a:off x="1828800" y="1837944"/>
              <a:ext cx="5715000" cy="1431290"/>
            </a:xfrm>
            <a:custGeom>
              <a:avLst/>
              <a:gdLst/>
              <a:ahLst/>
              <a:cxnLst/>
              <a:rect l="l" t="t" r="r" b="b"/>
              <a:pathLst>
                <a:path w="5715000" h="1431289">
                  <a:moveTo>
                    <a:pt x="0" y="315467"/>
                  </a:moveTo>
                  <a:lnTo>
                    <a:pt x="2743200" y="0"/>
                  </a:lnTo>
                </a:path>
                <a:path w="5715000" h="1431289">
                  <a:moveTo>
                    <a:pt x="2743200" y="4571"/>
                  </a:moveTo>
                  <a:lnTo>
                    <a:pt x="5638800" y="233171"/>
                  </a:lnTo>
                </a:path>
                <a:path w="5715000" h="1431289">
                  <a:moveTo>
                    <a:pt x="0" y="309371"/>
                  </a:moveTo>
                  <a:lnTo>
                    <a:pt x="2729484" y="641603"/>
                  </a:lnTo>
                </a:path>
                <a:path w="5715000" h="1431289">
                  <a:moveTo>
                    <a:pt x="2714244" y="658367"/>
                  </a:moveTo>
                  <a:lnTo>
                    <a:pt x="5715000" y="815339"/>
                  </a:lnTo>
                </a:path>
                <a:path w="5715000" h="1431289">
                  <a:moveTo>
                    <a:pt x="0" y="995171"/>
                  </a:moveTo>
                  <a:lnTo>
                    <a:pt x="2743200" y="1299971"/>
                  </a:lnTo>
                </a:path>
                <a:path w="5715000" h="1431289">
                  <a:moveTo>
                    <a:pt x="2721864" y="1287779"/>
                  </a:moveTo>
                  <a:lnTo>
                    <a:pt x="5556504" y="1431035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44511" y="1696212"/>
              <a:ext cx="1343025" cy="1323340"/>
            </a:xfrm>
            <a:custGeom>
              <a:avLst/>
              <a:gdLst/>
              <a:ahLst/>
              <a:cxnLst/>
              <a:rect l="l" t="t" r="r" b="b"/>
              <a:pathLst>
                <a:path w="1343025" h="1323339">
                  <a:moveTo>
                    <a:pt x="0" y="661415"/>
                  </a:moveTo>
                  <a:lnTo>
                    <a:pt x="1685" y="614184"/>
                  </a:lnTo>
                  <a:lnTo>
                    <a:pt x="6667" y="567849"/>
                  </a:lnTo>
                  <a:lnTo>
                    <a:pt x="14831" y="522521"/>
                  </a:lnTo>
                  <a:lnTo>
                    <a:pt x="26063" y="478313"/>
                  </a:lnTo>
                  <a:lnTo>
                    <a:pt x="40251" y="435336"/>
                  </a:lnTo>
                  <a:lnTo>
                    <a:pt x="57279" y="393702"/>
                  </a:lnTo>
                  <a:lnTo>
                    <a:pt x="77035" y="353524"/>
                  </a:lnTo>
                  <a:lnTo>
                    <a:pt x="99405" y="314914"/>
                  </a:lnTo>
                  <a:lnTo>
                    <a:pt x="124275" y="277983"/>
                  </a:lnTo>
                  <a:lnTo>
                    <a:pt x="151532" y="242843"/>
                  </a:lnTo>
                  <a:lnTo>
                    <a:pt x="181062" y="209607"/>
                  </a:lnTo>
                  <a:lnTo>
                    <a:pt x="212750" y="178387"/>
                  </a:lnTo>
                  <a:lnTo>
                    <a:pt x="246484" y="149293"/>
                  </a:lnTo>
                  <a:lnTo>
                    <a:pt x="282150" y="122439"/>
                  </a:lnTo>
                  <a:lnTo>
                    <a:pt x="319635" y="97936"/>
                  </a:lnTo>
                  <a:lnTo>
                    <a:pt x="358823" y="75897"/>
                  </a:lnTo>
                  <a:lnTo>
                    <a:pt x="399603" y="56433"/>
                  </a:lnTo>
                  <a:lnTo>
                    <a:pt x="441859" y="39656"/>
                  </a:lnTo>
                  <a:lnTo>
                    <a:pt x="485480" y="25678"/>
                  </a:lnTo>
                  <a:lnTo>
                    <a:pt x="530349" y="14612"/>
                  </a:lnTo>
                  <a:lnTo>
                    <a:pt x="576356" y="6568"/>
                  </a:lnTo>
                  <a:lnTo>
                    <a:pt x="623384" y="1660"/>
                  </a:lnTo>
                  <a:lnTo>
                    <a:pt x="671322" y="0"/>
                  </a:lnTo>
                  <a:lnTo>
                    <a:pt x="719259" y="1660"/>
                  </a:lnTo>
                  <a:lnTo>
                    <a:pt x="766287" y="6568"/>
                  </a:lnTo>
                  <a:lnTo>
                    <a:pt x="812294" y="14612"/>
                  </a:lnTo>
                  <a:lnTo>
                    <a:pt x="857163" y="25678"/>
                  </a:lnTo>
                  <a:lnTo>
                    <a:pt x="900784" y="39656"/>
                  </a:lnTo>
                  <a:lnTo>
                    <a:pt x="943040" y="56433"/>
                  </a:lnTo>
                  <a:lnTo>
                    <a:pt x="983820" y="75897"/>
                  </a:lnTo>
                  <a:lnTo>
                    <a:pt x="1023008" y="97936"/>
                  </a:lnTo>
                  <a:lnTo>
                    <a:pt x="1060493" y="122439"/>
                  </a:lnTo>
                  <a:lnTo>
                    <a:pt x="1096159" y="149293"/>
                  </a:lnTo>
                  <a:lnTo>
                    <a:pt x="1129893" y="178387"/>
                  </a:lnTo>
                  <a:lnTo>
                    <a:pt x="1161581" y="209607"/>
                  </a:lnTo>
                  <a:lnTo>
                    <a:pt x="1191111" y="242843"/>
                  </a:lnTo>
                  <a:lnTo>
                    <a:pt x="1218368" y="277983"/>
                  </a:lnTo>
                  <a:lnTo>
                    <a:pt x="1243238" y="314914"/>
                  </a:lnTo>
                  <a:lnTo>
                    <a:pt x="1265608" y="353524"/>
                  </a:lnTo>
                  <a:lnTo>
                    <a:pt x="1285364" y="393702"/>
                  </a:lnTo>
                  <a:lnTo>
                    <a:pt x="1302392" y="435336"/>
                  </a:lnTo>
                  <a:lnTo>
                    <a:pt x="1316580" y="478313"/>
                  </a:lnTo>
                  <a:lnTo>
                    <a:pt x="1327812" y="522521"/>
                  </a:lnTo>
                  <a:lnTo>
                    <a:pt x="1335976" y="567849"/>
                  </a:lnTo>
                  <a:lnTo>
                    <a:pt x="1340958" y="614184"/>
                  </a:lnTo>
                  <a:lnTo>
                    <a:pt x="1342644" y="661415"/>
                  </a:lnTo>
                  <a:lnTo>
                    <a:pt x="1340958" y="708647"/>
                  </a:lnTo>
                  <a:lnTo>
                    <a:pt x="1335976" y="754982"/>
                  </a:lnTo>
                  <a:lnTo>
                    <a:pt x="1327812" y="800310"/>
                  </a:lnTo>
                  <a:lnTo>
                    <a:pt x="1316580" y="844518"/>
                  </a:lnTo>
                  <a:lnTo>
                    <a:pt x="1302392" y="887495"/>
                  </a:lnTo>
                  <a:lnTo>
                    <a:pt x="1285364" y="929129"/>
                  </a:lnTo>
                  <a:lnTo>
                    <a:pt x="1265608" y="969307"/>
                  </a:lnTo>
                  <a:lnTo>
                    <a:pt x="1243238" y="1007917"/>
                  </a:lnTo>
                  <a:lnTo>
                    <a:pt x="1218368" y="1044848"/>
                  </a:lnTo>
                  <a:lnTo>
                    <a:pt x="1191111" y="1079988"/>
                  </a:lnTo>
                  <a:lnTo>
                    <a:pt x="1161581" y="1113224"/>
                  </a:lnTo>
                  <a:lnTo>
                    <a:pt x="1129893" y="1144444"/>
                  </a:lnTo>
                  <a:lnTo>
                    <a:pt x="1096159" y="1173538"/>
                  </a:lnTo>
                  <a:lnTo>
                    <a:pt x="1060493" y="1200392"/>
                  </a:lnTo>
                  <a:lnTo>
                    <a:pt x="1023008" y="1224895"/>
                  </a:lnTo>
                  <a:lnTo>
                    <a:pt x="983820" y="1246934"/>
                  </a:lnTo>
                  <a:lnTo>
                    <a:pt x="943040" y="1266398"/>
                  </a:lnTo>
                  <a:lnTo>
                    <a:pt x="900784" y="1283175"/>
                  </a:lnTo>
                  <a:lnTo>
                    <a:pt x="857163" y="1297153"/>
                  </a:lnTo>
                  <a:lnTo>
                    <a:pt x="812294" y="1308219"/>
                  </a:lnTo>
                  <a:lnTo>
                    <a:pt x="766287" y="1316263"/>
                  </a:lnTo>
                  <a:lnTo>
                    <a:pt x="719259" y="1321171"/>
                  </a:lnTo>
                  <a:lnTo>
                    <a:pt x="671322" y="1322832"/>
                  </a:lnTo>
                  <a:lnTo>
                    <a:pt x="623384" y="1321171"/>
                  </a:lnTo>
                  <a:lnTo>
                    <a:pt x="576356" y="1316263"/>
                  </a:lnTo>
                  <a:lnTo>
                    <a:pt x="530349" y="1308219"/>
                  </a:lnTo>
                  <a:lnTo>
                    <a:pt x="485480" y="1297153"/>
                  </a:lnTo>
                  <a:lnTo>
                    <a:pt x="441859" y="1283175"/>
                  </a:lnTo>
                  <a:lnTo>
                    <a:pt x="399603" y="1266398"/>
                  </a:lnTo>
                  <a:lnTo>
                    <a:pt x="358823" y="1246934"/>
                  </a:lnTo>
                  <a:lnTo>
                    <a:pt x="319635" y="1224895"/>
                  </a:lnTo>
                  <a:lnTo>
                    <a:pt x="282150" y="1200392"/>
                  </a:lnTo>
                  <a:lnTo>
                    <a:pt x="246484" y="1173538"/>
                  </a:lnTo>
                  <a:lnTo>
                    <a:pt x="212750" y="1144444"/>
                  </a:lnTo>
                  <a:lnTo>
                    <a:pt x="181062" y="1113224"/>
                  </a:lnTo>
                  <a:lnTo>
                    <a:pt x="151532" y="1079988"/>
                  </a:lnTo>
                  <a:lnTo>
                    <a:pt x="124275" y="1044848"/>
                  </a:lnTo>
                  <a:lnTo>
                    <a:pt x="99405" y="1007917"/>
                  </a:lnTo>
                  <a:lnTo>
                    <a:pt x="77035" y="969307"/>
                  </a:lnTo>
                  <a:lnTo>
                    <a:pt x="57279" y="929129"/>
                  </a:lnTo>
                  <a:lnTo>
                    <a:pt x="40251" y="887495"/>
                  </a:lnTo>
                  <a:lnTo>
                    <a:pt x="26063" y="844518"/>
                  </a:lnTo>
                  <a:lnTo>
                    <a:pt x="14831" y="800310"/>
                  </a:lnTo>
                  <a:lnTo>
                    <a:pt x="6667" y="754982"/>
                  </a:lnTo>
                  <a:lnTo>
                    <a:pt x="1685" y="708647"/>
                  </a:lnTo>
                  <a:lnTo>
                    <a:pt x="0" y="66141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4800" y="1461516"/>
              <a:ext cx="914400" cy="2057400"/>
            </a:xfrm>
            <a:custGeom>
              <a:avLst/>
              <a:gdLst/>
              <a:ahLst/>
              <a:cxnLst/>
              <a:rect l="l" t="t" r="r" b="b"/>
              <a:pathLst>
                <a:path w="914400" h="2057400">
                  <a:moveTo>
                    <a:pt x="0" y="1028700"/>
                  </a:moveTo>
                  <a:lnTo>
                    <a:pt x="899" y="963636"/>
                  </a:lnTo>
                  <a:lnTo>
                    <a:pt x="3562" y="899649"/>
                  </a:lnTo>
                  <a:lnTo>
                    <a:pt x="7935" y="836859"/>
                  </a:lnTo>
                  <a:lnTo>
                    <a:pt x="13965" y="775386"/>
                  </a:lnTo>
                  <a:lnTo>
                    <a:pt x="21597" y="715351"/>
                  </a:lnTo>
                  <a:lnTo>
                    <a:pt x="30778" y="656873"/>
                  </a:lnTo>
                  <a:lnTo>
                    <a:pt x="41455" y="600075"/>
                  </a:lnTo>
                  <a:lnTo>
                    <a:pt x="53573" y="545075"/>
                  </a:lnTo>
                  <a:lnTo>
                    <a:pt x="67080" y="491994"/>
                  </a:lnTo>
                  <a:lnTo>
                    <a:pt x="81922" y="440954"/>
                  </a:lnTo>
                  <a:lnTo>
                    <a:pt x="98045" y="392073"/>
                  </a:lnTo>
                  <a:lnTo>
                    <a:pt x="115396" y="345474"/>
                  </a:lnTo>
                  <a:lnTo>
                    <a:pt x="133921" y="301275"/>
                  </a:lnTo>
                  <a:lnTo>
                    <a:pt x="153566" y="259598"/>
                  </a:lnTo>
                  <a:lnTo>
                    <a:pt x="174278" y="220564"/>
                  </a:lnTo>
                  <a:lnTo>
                    <a:pt x="196004" y="184291"/>
                  </a:lnTo>
                  <a:lnTo>
                    <a:pt x="218689" y="150902"/>
                  </a:lnTo>
                  <a:lnTo>
                    <a:pt x="242280" y="120516"/>
                  </a:lnTo>
                  <a:lnTo>
                    <a:pt x="291967" y="69235"/>
                  </a:lnTo>
                  <a:lnTo>
                    <a:pt x="344634" y="31413"/>
                  </a:lnTo>
                  <a:lnTo>
                    <a:pt x="399855" y="8014"/>
                  </a:lnTo>
                  <a:lnTo>
                    <a:pt x="457200" y="0"/>
                  </a:lnTo>
                  <a:lnTo>
                    <a:pt x="486110" y="2023"/>
                  </a:lnTo>
                  <a:lnTo>
                    <a:pt x="542447" y="17850"/>
                  </a:lnTo>
                  <a:lnTo>
                    <a:pt x="596444" y="48582"/>
                  </a:lnTo>
                  <a:lnTo>
                    <a:pt x="647675" y="93253"/>
                  </a:lnTo>
                  <a:lnTo>
                    <a:pt x="695710" y="150902"/>
                  </a:lnTo>
                  <a:lnTo>
                    <a:pt x="718395" y="184291"/>
                  </a:lnTo>
                  <a:lnTo>
                    <a:pt x="740121" y="220564"/>
                  </a:lnTo>
                  <a:lnTo>
                    <a:pt x="760833" y="259598"/>
                  </a:lnTo>
                  <a:lnTo>
                    <a:pt x="780478" y="301275"/>
                  </a:lnTo>
                  <a:lnTo>
                    <a:pt x="799003" y="345474"/>
                  </a:lnTo>
                  <a:lnTo>
                    <a:pt x="816354" y="392073"/>
                  </a:lnTo>
                  <a:lnTo>
                    <a:pt x="832477" y="440954"/>
                  </a:lnTo>
                  <a:lnTo>
                    <a:pt x="847319" y="491994"/>
                  </a:lnTo>
                  <a:lnTo>
                    <a:pt x="860826" y="545075"/>
                  </a:lnTo>
                  <a:lnTo>
                    <a:pt x="872944" y="600075"/>
                  </a:lnTo>
                  <a:lnTo>
                    <a:pt x="883621" y="656873"/>
                  </a:lnTo>
                  <a:lnTo>
                    <a:pt x="892802" y="715351"/>
                  </a:lnTo>
                  <a:lnTo>
                    <a:pt x="900434" y="775386"/>
                  </a:lnTo>
                  <a:lnTo>
                    <a:pt x="906464" y="836859"/>
                  </a:lnTo>
                  <a:lnTo>
                    <a:pt x="910837" y="899649"/>
                  </a:lnTo>
                  <a:lnTo>
                    <a:pt x="913500" y="963636"/>
                  </a:lnTo>
                  <a:lnTo>
                    <a:pt x="914400" y="1028700"/>
                  </a:lnTo>
                  <a:lnTo>
                    <a:pt x="913500" y="1093763"/>
                  </a:lnTo>
                  <a:lnTo>
                    <a:pt x="910837" y="1157750"/>
                  </a:lnTo>
                  <a:lnTo>
                    <a:pt x="906464" y="1220540"/>
                  </a:lnTo>
                  <a:lnTo>
                    <a:pt x="900434" y="1282013"/>
                  </a:lnTo>
                  <a:lnTo>
                    <a:pt x="892802" y="1342048"/>
                  </a:lnTo>
                  <a:lnTo>
                    <a:pt x="883621" y="1400526"/>
                  </a:lnTo>
                  <a:lnTo>
                    <a:pt x="872944" y="1457324"/>
                  </a:lnTo>
                  <a:lnTo>
                    <a:pt x="860826" y="1512324"/>
                  </a:lnTo>
                  <a:lnTo>
                    <a:pt x="847319" y="1565405"/>
                  </a:lnTo>
                  <a:lnTo>
                    <a:pt x="832477" y="1616445"/>
                  </a:lnTo>
                  <a:lnTo>
                    <a:pt x="816354" y="1665326"/>
                  </a:lnTo>
                  <a:lnTo>
                    <a:pt x="799003" y="1711925"/>
                  </a:lnTo>
                  <a:lnTo>
                    <a:pt x="780478" y="1756124"/>
                  </a:lnTo>
                  <a:lnTo>
                    <a:pt x="760833" y="1797801"/>
                  </a:lnTo>
                  <a:lnTo>
                    <a:pt x="740121" y="1836835"/>
                  </a:lnTo>
                  <a:lnTo>
                    <a:pt x="718395" y="1873108"/>
                  </a:lnTo>
                  <a:lnTo>
                    <a:pt x="695710" y="1906497"/>
                  </a:lnTo>
                  <a:lnTo>
                    <a:pt x="672119" y="1936883"/>
                  </a:lnTo>
                  <a:lnTo>
                    <a:pt x="622432" y="1988164"/>
                  </a:lnTo>
                  <a:lnTo>
                    <a:pt x="569765" y="2025986"/>
                  </a:lnTo>
                  <a:lnTo>
                    <a:pt x="514544" y="2049385"/>
                  </a:lnTo>
                  <a:lnTo>
                    <a:pt x="457200" y="2057400"/>
                  </a:lnTo>
                  <a:lnTo>
                    <a:pt x="428289" y="2055376"/>
                  </a:lnTo>
                  <a:lnTo>
                    <a:pt x="371952" y="2039549"/>
                  </a:lnTo>
                  <a:lnTo>
                    <a:pt x="317955" y="2008817"/>
                  </a:lnTo>
                  <a:lnTo>
                    <a:pt x="266724" y="1964146"/>
                  </a:lnTo>
                  <a:lnTo>
                    <a:pt x="218689" y="1906497"/>
                  </a:lnTo>
                  <a:lnTo>
                    <a:pt x="196004" y="1873108"/>
                  </a:lnTo>
                  <a:lnTo>
                    <a:pt x="174278" y="1836835"/>
                  </a:lnTo>
                  <a:lnTo>
                    <a:pt x="153566" y="1797801"/>
                  </a:lnTo>
                  <a:lnTo>
                    <a:pt x="133921" y="1756124"/>
                  </a:lnTo>
                  <a:lnTo>
                    <a:pt x="115396" y="1711925"/>
                  </a:lnTo>
                  <a:lnTo>
                    <a:pt x="98045" y="1665326"/>
                  </a:lnTo>
                  <a:lnTo>
                    <a:pt x="81922" y="1616445"/>
                  </a:lnTo>
                  <a:lnTo>
                    <a:pt x="67080" y="1565405"/>
                  </a:lnTo>
                  <a:lnTo>
                    <a:pt x="53573" y="1512324"/>
                  </a:lnTo>
                  <a:lnTo>
                    <a:pt x="41455" y="1457324"/>
                  </a:lnTo>
                  <a:lnTo>
                    <a:pt x="30778" y="1400526"/>
                  </a:lnTo>
                  <a:lnTo>
                    <a:pt x="21597" y="1342048"/>
                  </a:lnTo>
                  <a:lnTo>
                    <a:pt x="13965" y="1282013"/>
                  </a:lnTo>
                  <a:lnTo>
                    <a:pt x="7935" y="1220540"/>
                  </a:lnTo>
                  <a:lnTo>
                    <a:pt x="3562" y="1157750"/>
                  </a:lnTo>
                  <a:lnTo>
                    <a:pt x="899" y="1093763"/>
                  </a:lnTo>
                  <a:lnTo>
                    <a:pt x="0" y="10287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800" y="1752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95800" y="1752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95800" y="3061716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1690116"/>
              <a:ext cx="4191000" cy="1524000"/>
            </a:xfrm>
            <a:custGeom>
              <a:avLst/>
              <a:gdLst/>
              <a:ahLst/>
              <a:cxnLst/>
              <a:rect l="l" t="t" r="r" b="b"/>
              <a:pathLst>
                <a:path w="4191000" h="1524000">
                  <a:moveTo>
                    <a:pt x="4038600" y="1524000"/>
                  </a:moveTo>
                  <a:lnTo>
                    <a:pt x="4191000" y="1524000"/>
                  </a:lnTo>
                  <a:lnTo>
                    <a:pt x="4191000" y="1371600"/>
                  </a:lnTo>
                  <a:lnTo>
                    <a:pt x="4038600" y="1371600"/>
                  </a:lnTo>
                  <a:lnTo>
                    <a:pt x="4038600" y="1524000"/>
                  </a:lnTo>
                  <a:close/>
                </a:path>
                <a:path w="4191000" h="1524000">
                  <a:moveTo>
                    <a:pt x="0" y="755142"/>
                  </a:moveTo>
                  <a:lnTo>
                    <a:pt x="1465" y="713708"/>
                  </a:lnTo>
                  <a:lnTo>
                    <a:pt x="5812" y="672858"/>
                  </a:lnTo>
                  <a:lnTo>
                    <a:pt x="12965" y="632650"/>
                  </a:lnTo>
                  <a:lnTo>
                    <a:pt x="22848" y="593141"/>
                  </a:lnTo>
                  <a:lnTo>
                    <a:pt x="35385" y="554390"/>
                  </a:lnTo>
                  <a:lnTo>
                    <a:pt x="50501" y="516453"/>
                  </a:lnTo>
                  <a:lnTo>
                    <a:pt x="68121" y="479388"/>
                  </a:lnTo>
                  <a:lnTo>
                    <a:pt x="88169" y="443252"/>
                  </a:lnTo>
                  <a:lnTo>
                    <a:pt x="110569" y="408104"/>
                  </a:lnTo>
                  <a:lnTo>
                    <a:pt x="135246" y="374000"/>
                  </a:lnTo>
                  <a:lnTo>
                    <a:pt x="162124" y="340999"/>
                  </a:lnTo>
                  <a:lnTo>
                    <a:pt x="191129" y="309158"/>
                  </a:lnTo>
                  <a:lnTo>
                    <a:pt x="222183" y="278534"/>
                  </a:lnTo>
                  <a:lnTo>
                    <a:pt x="255212" y="249186"/>
                  </a:lnTo>
                  <a:lnTo>
                    <a:pt x="290141" y="221170"/>
                  </a:lnTo>
                  <a:lnTo>
                    <a:pt x="326892" y="194544"/>
                  </a:lnTo>
                  <a:lnTo>
                    <a:pt x="365393" y="169366"/>
                  </a:lnTo>
                  <a:lnTo>
                    <a:pt x="405565" y="145694"/>
                  </a:lnTo>
                  <a:lnTo>
                    <a:pt x="447335" y="123584"/>
                  </a:lnTo>
                  <a:lnTo>
                    <a:pt x="490626" y="103095"/>
                  </a:lnTo>
                  <a:lnTo>
                    <a:pt x="535363" y="84284"/>
                  </a:lnTo>
                  <a:lnTo>
                    <a:pt x="581470" y="67209"/>
                  </a:lnTo>
                  <a:lnTo>
                    <a:pt x="628873" y="51927"/>
                  </a:lnTo>
                  <a:lnTo>
                    <a:pt x="677494" y="38496"/>
                  </a:lnTo>
                  <a:lnTo>
                    <a:pt x="727260" y="26973"/>
                  </a:lnTo>
                  <a:lnTo>
                    <a:pt x="778093" y="17416"/>
                  </a:lnTo>
                  <a:lnTo>
                    <a:pt x="829920" y="9883"/>
                  </a:lnTo>
                  <a:lnTo>
                    <a:pt x="882663" y="4430"/>
                  </a:lnTo>
                  <a:lnTo>
                    <a:pt x="936248" y="1117"/>
                  </a:lnTo>
                  <a:lnTo>
                    <a:pt x="990600" y="0"/>
                  </a:lnTo>
                  <a:lnTo>
                    <a:pt x="1044953" y="1117"/>
                  </a:lnTo>
                  <a:lnTo>
                    <a:pt x="1098540" y="4430"/>
                  </a:lnTo>
                  <a:lnTo>
                    <a:pt x="1151285" y="9883"/>
                  </a:lnTo>
                  <a:lnTo>
                    <a:pt x="1203113" y="17416"/>
                  </a:lnTo>
                  <a:lnTo>
                    <a:pt x="1253948" y="26973"/>
                  </a:lnTo>
                  <a:lnTo>
                    <a:pt x="1303714" y="38496"/>
                  </a:lnTo>
                  <a:lnTo>
                    <a:pt x="1352337" y="51927"/>
                  </a:lnTo>
                  <a:lnTo>
                    <a:pt x="1399740" y="67209"/>
                  </a:lnTo>
                  <a:lnTo>
                    <a:pt x="1445847" y="84284"/>
                  </a:lnTo>
                  <a:lnTo>
                    <a:pt x="1490584" y="103095"/>
                  </a:lnTo>
                  <a:lnTo>
                    <a:pt x="1533875" y="123584"/>
                  </a:lnTo>
                  <a:lnTo>
                    <a:pt x="1575645" y="145694"/>
                  </a:lnTo>
                  <a:lnTo>
                    <a:pt x="1615817" y="169366"/>
                  </a:lnTo>
                  <a:lnTo>
                    <a:pt x="1654317" y="194544"/>
                  </a:lnTo>
                  <a:lnTo>
                    <a:pt x="1691068" y="221170"/>
                  </a:lnTo>
                  <a:lnTo>
                    <a:pt x="1725996" y="249186"/>
                  </a:lnTo>
                  <a:lnTo>
                    <a:pt x="1759024" y="278534"/>
                  </a:lnTo>
                  <a:lnTo>
                    <a:pt x="1790078" y="309158"/>
                  </a:lnTo>
                  <a:lnTo>
                    <a:pt x="1819081" y="340999"/>
                  </a:lnTo>
                  <a:lnTo>
                    <a:pt x="1845959" y="374000"/>
                  </a:lnTo>
                  <a:lnTo>
                    <a:pt x="1870635" y="408104"/>
                  </a:lnTo>
                  <a:lnTo>
                    <a:pt x="1893034" y="443252"/>
                  </a:lnTo>
                  <a:lnTo>
                    <a:pt x="1913081" y="479388"/>
                  </a:lnTo>
                  <a:lnTo>
                    <a:pt x="1930700" y="516453"/>
                  </a:lnTo>
                  <a:lnTo>
                    <a:pt x="1945816" y="554390"/>
                  </a:lnTo>
                  <a:lnTo>
                    <a:pt x="1958353" y="593141"/>
                  </a:lnTo>
                  <a:lnTo>
                    <a:pt x="1968235" y="632650"/>
                  </a:lnTo>
                  <a:lnTo>
                    <a:pt x="1975387" y="672858"/>
                  </a:lnTo>
                  <a:lnTo>
                    <a:pt x="1979734" y="713708"/>
                  </a:lnTo>
                  <a:lnTo>
                    <a:pt x="1981200" y="755142"/>
                  </a:lnTo>
                  <a:lnTo>
                    <a:pt x="1979734" y="796575"/>
                  </a:lnTo>
                  <a:lnTo>
                    <a:pt x="1975387" y="837425"/>
                  </a:lnTo>
                  <a:lnTo>
                    <a:pt x="1968235" y="877633"/>
                  </a:lnTo>
                  <a:lnTo>
                    <a:pt x="1958353" y="917142"/>
                  </a:lnTo>
                  <a:lnTo>
                    <a:pt x="1945816" y="955893"/>
                  </a:lnTo>
                  <a:lnTo>
                    <a:pt x="1930700" y="993830"/>
                  </a:lnTo>
                  <a:lnTo>
                    <a:pt x="1913081" y="1030895"/>
                  </a:lnTo>
                  <a:lnTo>
                    <a:pt x="1893034" y="1067031"/>
                  </a:lnTo>
                  <a:lnTo>
                    <a:pt x="1870635" y="1102179"/>
                  </a:lnTo>
                  <a:lnTo>
                    <a:pt x="1845959" y="1136283"/>
                  </a:lnTo>
                  <a:lnTo>
                    <a:pt x="1819081" y="1169284"/>
                  </a:lnTo>
                  <a:lnTo>
                    <a:pt x="1790078" y="1201125"/>
                  </a:lnTo>
                  <a:lnTo>
                    <a:pt x="1759024" y="1231749"/>
                  </a:lnTo>
                  <a:lnTo>
                    <a:pt x="1725996" y="1261097"/>
                  </a:lnTo>
                  <a:lnTo>
                    <a:pt x="1691068" y="1289113"/>
                  </a:lnTo>
                  <a:lnTo>
                    <a:pt x="1654317" y="1315739"/>
                  </a:lnTo>
                  <a:lnTo>
                    <a:pt x="1615817" y="1340917"/>
                  </a:lnTo>
                  <a:lnTo>
                    <a:pt x="1575645" y="1364589"/>
                  </a:lnTo>
                  <a:lnTo>
                    <a:pt x="1533875" y="1386699"/>
                  </a:lnTo>
                  <a:lnTo>
                    <a:pt x="1490584" y="1407188"/>
                  </a:lnTo>
                  <a:lnTo>
                    <a:pt x="1445847" y="1425999"/>
                  </a:lnTo>
                  <a:lnTo>
                    <a:pt x="1399740" y="1443074"/>
                  </a:lnTo>
                  <a:lnTo>
                    <a:pt x="1352337" y="1458356"/>
                  </a:lnTo>
                  <a:lnTo>
                    <a:pt x="1303714" y="1471787"/>
                  </a:lnTo>
                  <a:lnTo>
                    <a:pt x="1253948" y="1483310"/>
                  </a:lnTo>
                  <a:lnTo>
                    <a:pt x="1203113" y="1492867"/>
                  </a:lnTo>
                  <a:lnTo>
                    <a:pt x="1151285" y="1500400"/>
                  </a:lnTo>
                  <a:lnTo>
                    <a:pt x="1098540" y="1505853"/>
                  </a:lnTo>
                  <a:lnTo>
                    <a:pt x="1044953" y="1509166"/>
                  </a:lnTo>
                  <a:lnTo>
                    <a:pt x="990600" y="1510284"/>
                  </a:lnTo>
                  <a:lnTo>
                    <a:pt x="936248" y="1509166"/>
                  </a:lnTo>
                  <a:lnTo>
                    <a:pt x="882663" y="1505853"/>
                  </a:lnTo>
                  <a:lnTo>
                    <a:pt x="829920" y="1500400"/>
                  </a:lnTo>
                  <a:lnTo>
                    <a:pt x="778093" y="1492867"/>
                  </a:lnTo>
                  <a:lnTo>
                    <a:pt x="727260" y="1483310"/>
                  </a:lnTo>
                  <a:lnTo>
                    <a:pt x="677494" y="1471787"/>
                  </a:lnTo>
                  <a:lnTo>
                    <a:pt x="628873" y="1458356"/>
                  </a:lnTo>
                  <a:lnTo>
                    <a:pt x="581470" y="1443074"/>
                  </a:lnTo>
                  <a:lnTo>
                    <a:pt x="535363" y="1425999"/>
                  </a:lnTo>
                  <a:lnTo>
                    <a:pt x="490626" y="1407188"/>
                  </a:lnTo>
                  <a:lnTo>
                    <a:pt x="447335" y="1386699"/>
                  </a:lnTo>
                  <a:lnTo>
                    <a:pt x="405565" y="1364589"/>
                  </a:lnTo>
                  <a:lnTo>
                    <a:pt x="365393" y="1340917"/>
                  </a:lnTo>
                  <a:lnTo>
                    <a:pt x="326892" y="1315739"/>
                  </a:lnTo>
                  <a:lnTo>
                    <a:pt x="290141" y="1289113"/>
                  </a:lnTo>
                  <a:lnTo>
                    <a:pt x="255212" y="1261097"/>
                  </a:lnTo>
                  <a:lnTo>
                    <a:pt x="222183" y="1231749"/>
                  </a:lnTo>
                  <a:lnTo>
                    <a:pt x="191129" y="1201125"/>
                  </a:lnTo>
                  <a:lnTo>
                    <a:pt x="162124" y="1169284"/>
                  </a:lnTo>
                  <a:lnTo>
                    <a:pt x="135246" y="1136283"/>
                  </a:lnTo>
                  <a:lnTo>
                    <a:pt x="110569" y="1102179"/>
                  </a:lnTo>
                  <a:lnTo>
                    <a:pt x="88169" y="1067031"/>
                  </a:lnTo>
                  <a:lnTo>
                    <a:pt x="68121" y="1030895"/>
                  </a:lnTo>
                  <a:lnTo>
                    <a:pt x="50501" y="993830"/>
                  </a:lnTo>
                  <a:lnTo>
                    <a:pt x="35385" y="955893"/>
                  </a:lnTo>
                  <a:lnTo>
                    <a:pt x="22848" y="917142"/>
                  </a:lnTo>
                  <a:lnTo>
                    <a:pt x="12965" y="877633"/>
                  </a:lnTo>
                  <a:lnTo>
                    <a:pt x="5812" y="837425"/>
                  </a:lnTo>
                  <a:lnTo>
                    <a:pt x="1465" y="796575"/>
                  </a:lnTo>
                  <a:lnTo>
                    <a:pt x="0" y="75514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4204" y="2052720"/>
              <a:ext cx="161760" cy="16176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491120" y="2433720"/>
            <a:ext cx="161925" cy="161925"/>
            <a:chOff x="4491120" y="2433720"/>
            <a:chExt cx="161925" cy="161925"/>
          </a:xfrm>
        </p:grpSpPr>
        <p:sp>
          <p:nvSpPr>
            <p:cNvPr id="13" name="object 13"/>
            <p:cNvSpPr/>
            <p:nvPr/>
          </p:nvSpPr>
          <p:spPr>
            <a:xfrm>
              <a:off x="4495800" y="2438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5800" y="2438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65828" y="1123264"/>
            <a:ext cx="1321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PHUTHUOC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844" y="1338198"/>
            <a:ext cx="1205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3444" y="1946528"/>
            <a:ext cx="64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(1,An)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47920" y="1443037"/>
            <a:ext cx="7019925" cy="2752725"/>
            <a:chOff x="1747920" y="1443037"/>
            <a:chExt cx="7019925" cy="275272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7920" y="2752235"/>
              <a:ext cx="161760" cy="1617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29400" y="1447800"/>
              <a:ext cx="2133600" cy="2743200"/>
            </a:xfrm>
            <a:custGeom>
              <a:avLst/>
              <a:gdLst/>
              <a:ahLst/>
              <a:cxnLst/>
              <a:rect l="l" t="t" r="r" b="b"/>
              <a:pathLst>
                <a:path w="2133600" h="2743200">
                  <a:moveTo>
                    <a:pt x="0" y="1371600"/>
                  </a:moveTo>
                  <a:lnTo>
                    <a:pt x="807" y="1317739"/>
                  </a:lnTo>
                  <a:lnTo>
                    <a:pt x="3209" y="1264404"/>
                  </a:lnTo>
                  <a:lnTo>
                    <a:pt x="7177" y="1211634"/>
                  </a:lnTo>
                  <a:lnTo>
                    <a:pt x="12680" y="1159467"/>
                  </a:lnTo>
                  <a:lnTo>
                    <a:pt x="19690" y="1107940"/>
                  </a:lnTo>
                  <a:lnTo>
                    <a:pt x="28176" y="1057091"/>
                  </a:lnTo>
                  <a:lnTo>
                    <a:pt x="38108" y="1006960"/>
                  </a:lnTo>
                  <a:lnTo>
                    <a:pt x="49458" y="957583"/>
                  </a:lnTo>
                  <a:lnTo>
                    <a:pt x="62195" y="908999"/>
                  </a:lnTo>
                  <a:lnTo>
                    <a:pt x="76290" y="861246"/>
                  </a:lnTo>
                  <a:lnTo>
                    <a:pt x="91713" y="814363"/>
                  </a:lnTo>
                  <a:lnTo>
                    <a:pt x="108435" y="768387"/>
                  </a:lnTo>
                  <a:lnTo>
                    <a:pt x="126425" y="723356"/>
                  </a:lnTo>
                  <a:lnTo>
                    <a:pt x="145654" y="679308"/>
                  </a:lnTo>
                  <a:lnTo>
                    <a:pt x="166093" y="636283"/>
                  </a:lnTo>
                  <a:lnTo>
                    <a:pt x="187712" y="594317"/>
                  </a:lnTo>
                  <a:lnTo>
                    <a:pt x="210481" y="553449"/>
                  </a:lnTo>
                  <a:lnTo>
                    <a:pt x="234371" y="513716"/>
                  </a:lnTo>
                  <a:lnTo>
                    <a:pt x="259352" y="475158"/>
                  </a:lnTo>
                  <a:lnTo>
                    <a:pt x="285394" y="437812"/>
                  </a:lnTo>
                  <a:lnTo>
                    <a:pt x="312467" y="401716"/>
                  </a:lnTo>
                  <a:lnTo>
                    <a:pt x="340543" y="366909"/>
                  </a:lnTo>
                  <a:lnTo>
                    <a:pt x="369590" y="333428"/>
                  </a:lnTo>
                  <a:lnTo>
                    <a:pt x="399581" y="301312"/>
                  </a:lnTo>
                  <a:lnTo>
                    <a:pt x="430484" y="270598"/>
                  </a:lnTo>
                  <a:lnTo>
                    <a:pt x="462271" y="241325"/>
                  </a:lnTo>
                  <a:lnTo>
                    <a:pt x="494911" y="213531"/>
                  </a:lnTo>
                  <a:lnTo>
                    <a:pt x="528376" y="187254"/>
                  </a:lnTo>
                  <a:lnTo>
                    <a:pt x="562635" y="162532"/>
                  </a:lnTo>
                  <a:lnTo>
                    <a:pt x="597659" y="139403"/>
                  </a:lnTo>
                  <a:lnTo>
                    <a:pt x="633417" y="117906"/>
                  </a:lnTo>
                  <a:lnTo>
                    <a:pt x="669882" y="98078"/>
                  </a:lnTo>
                  <a:lnTo>
                    <a:pt x="707022" y="79957"/>
                  </a:lnTo>
                  <a:lnTo>
                    <a:pt x="744808" y="63583"/>
                  </a:lnTo>
                  <a:lnTo>
                    <a:pt x="783210" y="48992"/>
                  </a:lnTo>
                  <a:lnTo>
                    <a:pt x="822200" y="36222"/>
                  </a:lnTo>
                  <a:lnTo>
                    <a:pt x="861746" y="25313"/>
                  </a:lnTo>
                  <a:lnTo>
                    <a:pt x="901821" y="16302"/>
                  </a:lnTo>
                  <a:lnTo>
                    <a:pt x="942393" y="9227"/>
                  </a:lnTo>
                  <a:lnTo>
                    <a:pt x="983433" y="4126"/>
                  </a:lnTo>
                  <a:lnTo>
                    <a:pt x="1024912" y="1037"/>
                  </a:lnTo>
                  <a:lnTo>
                    <a:pt x="1066800" y="0"/>
                  </a:lnTo>
                  <a:lnTo>
                    <a:pt x="1108687" y="1037"/>
                  </a:lnTo>
                  <a:lnTo>
                    <a:pt x="1150166" y="4126"/>
                  </a:lnTo>
                  <a:lnTo>
                    <a:pt x="1191206" y="9227"/>
                  </a:lnTo>
                  <a:lnTo>
                    <a:pt x="1231778" y="16302"/>
                  </a:lnTo>
                  <a:lnTo>
                    <a:pt x="1271853" y="25313"/>
                  </a:lnTo>
                  <a:lnTo>
                    <a:pt x="1311399" y="36222"/>
                  </a:lnTo>
                  <a:lnTo>
                    <a:pt x="1350389" y="48992"/>
                  </a:lnTo>
                  <a:lnTo>
                    <a:pt x="1388791" y="63583"/>
                  </a:lnTo>
                  <a:lnTo>
                    <a:pt x="1426577" y="79957"/>
                  </a:lnTo>
                  <a:lnTo>
                    <a:pt x="1463717" y="98078"/>
                  </a:lnTo>
                  <a:lnTo>
                    <a:pt x="1500182" y="117906"/>
                  </a:lnTo>
                  <a:lnTo>
                    <a:pt x="1535940" y="139403"/>
                  </a:lnTo>
                  <a:lnTo>
                    <a:pt x="1570964" y="162532"/>
                  </a:lnTo>
                  <a:lnTo>
                    <a:pt x="1605223" y="187254"/>
                  </a:lnTo>
                  <a:lnTo>
                    <a:pt x="1638688" y="213531"/>
                  </a:lnTo>
                  <a:lnTo>
                    <a:pt x="1671328" y="241325"/>
                  </a:lnTo>
                  <a:lnTo>
                    <a:pt x="1703115" y="270598"/>
                  </a:lnTo>
                  <a:lnTo>
                    <a:pt x="1734018" y="301312"/>
                  </a:lnTo>
                  <a:lnTo>
                    <a:pt x="1764009" y="333428"/>
                  </a:lnTo>
                  <a:lnTo>
                    <a:pt x="1793056" y="366909"/>
                  </a:lnTo>
                  <a:lnTo>
                    <a:pt x="1821132" y="401716"/>
                  </a:lnTo>
                  <a:lnTo>
                    <a:pt x="1848205" y="437812"/>
                  </a:lnTo>
                  <a:lnTo>
                    <a:pt x="1874247" y="475158"/>
                  </a:lnTo>
                  <a:lnTo>
                    <a:pt x="1899228" y="513716"/>
                  </a:lnTo>
                  <a:lnTo>
                    <a:pt x="1923118" y="553449"/>
                  </a:lnTo>
                  <a:lnTo>
                    <a:pt x="1945887" y="594317"/>
                  </a:lnTo>
                  <a:lnTo>
                    <a:pt x="1967506" y="636283"/>
                  </a:lnTo>
                  <a:lnTo>
                    <a:pt x="1987945" y="679308"/>
                  </a:lnTo>
                  <a:lnTo>
                    <a:pt x="2007174" y="723356"/>
                  </a:lnTo>
                  <a:lnTo>
                    <a:pt x="2025164" y="768387"/>
                  </a:lnTo>
                  <a:lnTo>
                    <a:pt x="2041886" y="814363"/>
                  </a:lnTo>
                  <a:lnTo>
                    <a:pt x="2057309" y="861246"/>
                  </a:lnTo>
                  <a:lnTo>
                    <a:pt x="2071404" y="908999"/>
                  </a:lnTo>
                  <a:lnTo>
                    <a:pt x="2084141" y="957583"/>
                  </a:lnTo>
                  <a:lnTo>
                    <a:pt x="2095491" y="1006960"/>
                  </a:lnTo>
                  <a:lnTo>
                    <a:pt x="2105423" y="1057091"/>
                  </a:lnTo>
                  <a:lnTo>
                    <a:pt x="2113909" y="1107940"/>
                  </a:lnTo>
                  <a:lnTo>
                    <a:pt x="2120919" y="1159467"/>
                  </a:lnTo>
                  <a:lnTo>
                    <a:pt x="2126422" y="1211634"/>
                  </a:lnTo>
                  <a:lnTo>
                    <a:pt x="2130390" y="1264404"/>
                  </a:lnTo>
                  <a:lnTo>
                    <a:pt x="2132792" y="1317739"/>
                  </a:lnTo>
                  <a:lnTo>
                    <a:pt x="2133600" y="1371600"/>
                  </a:lnTo>
                  <a:lnTo>
                    <a:pt x="2132792" y="1425460"/>
                  </a:lnTo>
                  <a:lnTo>
                    <a:pt x="2130390" y="1478795"/>
                  </a:lnTo>
                  <a:lnTo>
                    <a:pt x="2126422" y="1531565"/>
                  </a:lnTo>
                  <a:lnTo>
                    <a:pt x="2120919" y="1583732"/>
                  </a:lnTo>
                  <a:lnTo>
                    <a:pt x="2113909" y="1635259"/>
                  </a:lnTo>
                  <a:lnTo>
                    <a:pt x="2105423" y="1686108"/>
                  </a:lnTo>
                  <a:lnTo>
                    <a:pt x="2095491" y="1736239"/>
                  </a:lnTo>
                  <a:lnTo>
                    <a:pt x="2084141" y="1785616"/>
                  </a:lnTo>
                  <a:lnTo>
                    <a:pt x="2071404" y="1834200"/>
                  </a:lnTo>
                  <a:lnTo>
                    <a:pt x="2057309" y="1881953"/>
                  </a:lnTo>
                  <a:lnTo>
                    <a:pt x="2041886" y="1928836"/>
                  </a:lnTo>
                  <a:lnTo>
                    <a:pt x="2025164" y="1974812"/>
                  </a:lnTo>
                  <a:lnTo>
                    <a:pt x="2007174" y="2019843"/>
                  </a:lnTo>
                  <a:lnTo>
                    <a:pt x="1987945" y="2063891"/>
                  </a:lnTo>
                  <a:lnTo>
                    <a:pt x="1967506" y="2106916"/>
                  </a:lnTo>
                  <a:lnTo>
                    <a:pt x="1945887" y="2148882"/>
                  </a:lnTo>
                  <a:lnTo>
                    <a:pt x="1923118" y="2189750"/>
                  </a:lnTo>
                  <a:lnTo>
                    <a:pt x="1899228" y="2229483"/>
                  </a:lnTo>
                  <a:lnTo>
                    <a:pt x="1874247" y="2268041"/>
                  </a:lnTo>
                  <a:lnTo>
                    <a:pt x="1848205" y="2305387"/>
                  </a:lnTo>
                  <a:lnTo>
                    <a:pt x="1821132" y="2341483"/>
                  </a:lnTo>
                  <a:lnTo>
                    <a:pt x="1793056" y="2376290"/>
                  </a:lnTo>
                  <a:lnTo>
                    <a:pt x="1764009" y="2409771"/>
                  </a:lnTo>
                  <a:lnTo>
                    <a:pt x="1734018" y="2441887"/>
                  </a:lnTo>
                  <a:lnTo>
                    <a:pt x="1703115" y="2472601"/>
                  </a:lnTo>
                  <a:lnTo>
                    <a:pt x="1671328" y="2501874"/>
                  </a:lnTo>
                  <a:lnTo>
                    <a:pt x="1638688" y="2529668"/>
                  </a:lnTo>
                  <a:lnTo>
                    <a:pt x="1605223" y="2555945"/>
                  </a:lnTo>
                  <a:lnTo>
                    <a:pt x="1570964" y="2580667"/>
                  </a:lnTo>
                  <a:lnTo>
                    <a:pt x="1535940" y="2603796"/>
                  </a:lnTo>
                  <a:lnTo>
                    <a:pt x="1500182" y="2625293"/>
                  </a:lnTo>
                  <a:lnTo>
                    <a:pt x="1463717" y="2645121"/>
                  </a:lnTo>
                  <a:lnTo>
                    <a:pt x="1426577" y="2663242"/>
                  </a:lnTo>
                  <a:lnTo>
                    <a:pt x="1388791" y="2679616"/>
                  </a:lnTo>
                  <a:lnTo>
                    <a:pt x="1350389" y="2694207"/>
                  </a:lnTo>
                  <a:lnTo>
                    <a:pt x="1311399" y="2706977"/>
                  </a:lnTo>
                  <a:lnTo>
                    <a:pt x="1271853" y="2717886"/>
                  </a:lnTo>
                  <a:lnTo>
                    <a:pt x="1231778" y="2726897"/>
                  </a:lnTo>
                  <a:lnTo>
                    <a:pt x="1191206" y="2733972"/>
                  </a:lnTo>
                  <a:lnTo>
                    <a:pt x="1150166" y="2739073"/>
                  </a:lnTo>
                  <a:lnTo>
                    <a:pt x="1108687" y="2742162"/>
                  </a:lnTo>
                  <a:lnTo>
                    <a:pt x="1066800" y="2743200"/>
                  </a:lnTo>
                  <a:lnTo>
                    <a:pt x="1024912" y="2742162"/>
                  </a:lnTo>
                  <a:lnTo>
                    <a:pt x="983433" y="2739073"/>
                  </a:lnTo>
                  <a:lnTo>
                    <a:pt x="942393" y="2733972"/>
                  </a:lnTo>
                  <a:lnTo>
                    <a:pt x="901821" y="2726897"/>
                  </a:lnTo>
                  <a:lnTo>
                    <a:pt x="861746" y="2717886"/>
                  </a:lnTo>
                  <a:lnTo>
                    <a:pt x="822200" y="2706977"/>
                  </a:lnTo>
                  <a:lnTo>
                    <a:pt x="783210" y="2694207"/>
                  </a:lnTo>
                  <a:lnTo>
                    <a:pt x="744808" y="2679616"/>
                  </a:lnTo>
                  <a:lnTo>
                    <a:pt x="707022" y="2663242"/>
                  </a:lnTo>
                  <a:lnTo>
                    <a:pt x="669882" y="2645121"/>
                  </a:lnTo>
                  <a:lnTo>
                    <a:pt x="633417" y="2625293"/>
                  </a:lnTo>
                  <a:lnTo>
                    <a:pt x="597659" y="2603796"/>
                  </a:lnTo>
                  <a:lnTo>
                    <a:pt x="562635" y="2580667"/>
                  </a:lnTo>
                  <a:lnTo>
                    <a:pt x="528376" y="2555945"/>
                  </a:lnTo>
                  <a:lnTo>
                    <a:pt x="494911" y="2529668"/>
                  </a:lnTo>
                  <a:lnTo>
                    <a:pt x="462271" y="2501874"/>
                  </a:lnTo>
                  <a:lnTo>
                    <a:pt x="430484" y="2472601"/>
                  </a:lnTo>
                  <a:lnTo>
                    <a:pt x="399581" y="2441887"/>
                  </a:lnTo>
                  <a:lnTo>
                    <a:pt x="369590" y="2409771"/>
                  </a:lnTo>
                  <a:lnTo>
                    <a:pt x="340543" y="2376290"/>
                  </a:lnTo>
                  <a:lnTo>
                    <a:pt x="312467" y="2341483"/>
                  </a:lnTo>
                  <a:lnTo>
                    <a:pt x="285394" y="2305387"/>
                  </a:lnTo>
                  <a:lnTo>
                    <a:pt x="259352" y="2268041"/>
                  </a:lnTo>
                  <a:lnTo>
                    <a:pt x="234371" y="2229483"/>
                  </a:lnTo>
                  <a:lnTo>
                    <a:pt x="210481" y="2189750"/>
                  </a:lnTo>
                  <a:lnTo>
                    <a:pt x="187712" y="2148882"/>
                  </a:lnTo>
                  <a:lnTo>
                    <a:pt x="166093" y="2106916"/>
                  </a:lnTo>
                  <a:lnTo>
                    <a:pt x="145654" y="2063891"/>
                  </a:lnTo>
                  <a:lnTo>
                    <a:pt x="126425" y="2019843"/>
                  </a:lnTo>
                  <a:lnTo>
                    <a:pt x="108435" y="1974812"/>
                  </a:lnTo>
                  <a:lnTo>
                    <a:pt x="91713" y="1928836"/>
                  </a:lnTo>
                  <a:lnTo>
                    <a:pt x="76290" y="1881953"/>
                  </a:lnTo>
                  <a:lnTo>
                    <a:pt x="62195" y="1834200"/>
                  </a:lnTo>
                  <a:lnTo>
                    <a:pt x="49458" y="1785616"/>
                  </a:lnTo>
                  <a:lnTo>
                    <a:pt x="38108" y="1736239"/>
                  </a:lnTo>
                  <a:lnTo>
                    <a:pt x="28176" y="1686108"/>
                  </a:lnTo>
                  <a:lnTo>
                    <a:pt x="19690" y="1635259"/>
                  </a:lnTo>
                  <a:lnTo>
                    <a:pt x="12680" y="1583732"/>
                  </a:lnTo>
                  <a:lnTo>
                    <a:pt x="7177" y="1531565"/>
                  </a:lnTo>
                  <a:lnTo>
                    <a:pt x="3209" y="1478795"/>
                  </a:lnTo>
                  <a:lnTo>
                    <a:pt x="807" y="1425460"/>
                  </a:lnTo>
                  <a:lnTo>
                    <a:pt x="0" y="13716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5196" y="1976520"/>
              <a:ext cx="163284" cy="16176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34644" y="2619883"/>
            <a:ext cx="83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(3,Bình)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64932" y="1109598"/>
            <a:ext cx="1297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22285" y="1857502"/>
            <a:ext cx="484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Tâm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177931" y="1761636"/>
            <a:ext cx="1132840" cy="2053589"/>
            <a:chOff x="7177931" y="1761636"/>
            <a:chExt cx="1132840" cy="2053589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0519" y="3182004"/>
              <a:ext cx="161760" cy="1617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919" y="2572404"/>
              <a:ext cx="161760" cy="1617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4715" y="3652920"/>
              <a:ext cx="161760" cy="1617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182611" y="1766316"/>
              <a:ext cx="1123315" cy="1781810"/>
            </a:xfrm>
            <a:custGeom>
              <a:avLst/>
              <a:gdLst/>
              <a:ahLst/>
              <a:cxnLst/>
              <a:rect l="l" t="t" r="r" b="b"/>
              <a:pathLst>
                <a:path w="1123315" h="1781810">
                  <a:moveTo>
                    <a:pt x="0" y="1514856"/>
                  </a:moveTo>
                  <a:lnTo>
                    <a:pt x="14084" y="1453696"/>
                  </a:lnTo>
                  <a:lnTo>
                    <a:pt x="54206" y="1397556"/>
                  </a:lnTo>
                  <a:lnTo>
                    <a:pt x="83031" y="1371869"/>
                  </a:lnTo>
                  <a:lnTo>
                    <a:pt x="117165" y="1348037"/>
                  </a:lnTo>
                  <a:lnTo>
                    <a:pt x="156209" y="1326261"/>
                  </a:lnTo>
                  <a:lnTo>
                    <a:pt x="199763" y="1306738"/>
                  </a:lnTo>
                  <a:lnTo>
                    <a:pt x="247427" y="1289671"/>
                  </a:lnTo>
                  <a:lnTo>
                    <a:pt x="298801" y="1275259"/>
                  </a:lnTo>
                  <a:lnTo>
                    <a:pt x="353485" y="1263701"/>
                  </a:lnTo>
                  <a:lnTo>
                    <a:pt x="411080" y="1255198"/>
                  </a:lnTo>
                  <a:lnTo>
                    <a:pt x="471184" y="1249949"/>
                  </a:lnTo>
                  <a:lnTo>
                    <a:pt x="533400" y="1248156"/>
                  </a:lnTo>
                  <a:lnTo>
                    <a:pt x="595615" y="1249949"/>
                  </a:lnTo>
                  <a:lnTo>
                    <a:pt x="655719" y="1255198"/>
                  </a:lnTo>
                  <a:lnTo>
                    <a:pt x="713314" y="1263701"/>
                  </a:lnTo>
                  <a:lnTo>
                    <a:pt x="767998" y="1275259"/>
                  </a:lnTo>
                  <a:lnTo>
                    <a:pt x="819372" y="1289671"/>
                  </a:lnTo>
                  <a:lnTo>
                    <a:pt x="867036" y="1306738"/>
                  </a:lnTo>
                  <a:lnTo>
                    <a:pt x="910590" y="1326261"/>
                  </a:lnTo>
                  <a:lnTo>
                    <a:pt x="949634" y="1348037"/>
                  </a:lnTo>
                  <a:lnTo>
                    <a:pt x="983768" y="1371869"/>
                  </a:lnTo>
                  <a:lnTo>
                    <a:pt x="1012593" y="1397556"/>
                  </a:lnTo>
                  <a:lnTo>
                    <a:pt x="1052715" y="1453696"/>
                  </a:lnTo>
                  <a:lnTo>
                    <a:pt x="1066800" y="1514856"/>
                  </a:lnTo>
                  <a:lnTo>
                    <a:pt x="1063212" y="1545963"/>
                  </a:lnTo>
                  <a:lnTo>
                    <a:pt x="1035709" y="1604813"/>
                  </a:lnTo>
                  <a:lnTo>
                    <a:pt x="983768" y="1657842"/>
                  </a:lnTo>
                  <a:lnTo>
                    <a:pt x="949634" y="1681674"/>
                  </a:lnTo>
                  <a:lnTo>
                    <a:pt x="910590" y="1703451"/>
                  </a:lnTo>
                  <a:lnTo>
                    <a:pt x="867036" y="1722973"/>
                  </a:lnTo>
                  <a:lnTo>
                    <a:pt x="819372" y="1740040"/>
                  </a:lnTo>
                  <a:lnTo>
                    <a:pt x="767998" y="1754452"/>
                  </a:lnTo>
                  <a:lnTo>
                    <a:pt x="713314" y="1766010"/>
                  </a:lnTo>
                  <a:lnTo>
                    <a:pt x="655719" y="1774513"/>
                  </a:lnTo>
                  <a:lnTo>
                    <a:pt x="595615" y="1779762"/>
                  </a:lnTo>
                  <a:lnTo>
                    <a:pt x="533400" y="1781556"/>
                  </a:lnTo>
                  <a:lnTo>
                    <a:pt x="471184" y="1779762"/>
                  </a:lnTo>
                  <a:lnTo>
                    <a:pt x="411080" y="1774513"/>
                  </a:lnTo>
                  <a:lnTo>
                    <a:pt x="353485" y="1766010"/>
                  </a:lnTo>
                  <a:lnTo>
                    <a:pt x="298801" y="1754452"/>
                  </a:lnTo>
                  <a:lnTo>
                    <a:pt x="247427" y="1740040"/>
                  </a:lnTo>
                  <a:lnTo>
                    <a:pt x="199763" y="1722973"/>
                  </a:lnTo>
                  <a:lnTo>
                    <a:pt x="156209" y="1703451"/>
                  </a:lnTo>
                  <a:lnTo>
                    <a:pt x="117165" y="1681674"/>
                  </a:lnTo>
                  <a:lnTo>
                    <a:pt x="83031" y="1657842"/>
                  </a:lnTo>
                  <a:lnTo>
                    <a:pt x="54206" y="1632155"/>
                  </a:lnTo>
                  <a:lnTo>
                    <a:pt x="14084" y="1576015"/>
                  </a:lnTo>
                  <a:lnTo>
                    <a:pt x="0" y="1514856"/>
                  </a:lnTo>
                  <a:close/>
                </a:path>
                <a:path w="1123315" h="1781810">
                  <a:moveTo>
                    <a:pt x="56388" y="266700"/>
                  </a:moveTo>
                  <a:lnTo>
                    <a:pt x="70472" y="205540"/>
                  </a:lnTo>
                  <a:lnTo>
                    <a:pt x="110594" y="149400"/>
                  </a:lnTo>
                  <a:lnTo>
                    <a:pt x="139419" y="123713"/>
                  </a:lnTo>
                  <a:lnTo>
                    <a:pt x="173553" y="99881"/>
                  </a:lnTo>
                  <a:lnTo>
                    <a:pt x="212598" y="78104"/>
                  </a:lnTo>
                  <a:lnTo>
                    <a:pt x="256151" y="58582"/>
                  </a:lnTo>
                  <a:lnTo>
                    <a:pt x="303815" y="41515"/>
                  </a:lnTo>
                  <a:lnTo>
                    <a:pt x="355189" y="27103"/>
                  </a:lnTo>
                  <a:lnTo>
                    <a:pt x="409873" y="15545"/>
                  </a:lnTo>
                  <a:lnTo>
                    <a:pt x="467468" y="7042"/>
                  </a:lnTo>
                  <a:lnTo>
                    <a:pt x="527572" y="1793"/>
                  </a:lnTo>
                  <a:lnTo>
                    <a:pt x="589788" y="0"/>
                  </a:lnTo>
                  <a:lnTo>
                    <a:pt x="652003" y="1793"/>
                  </a:lnTo>
                  <a:lnTo>
                    <a:pt x="712107" y="7042"/>
                  </a:lnTo>
                  <a:lnTo>
                    <a:pt x="769702" y="15545"/>
                  </a:lnTo>
                  <a:lnTo>
                    <a:pt x="824386" y="27103"/>
                  </a:lnTo>
                  <a:lnTo>
                    <a:pt x="875760" y="41515"/>
                  </a:lnTo>
                  <a:lnTo>
                    <a:pt x="923424" y="58582"/>
                  </a:lnTo>
                  <a:lnTo>
                    <a:pt x="966978" y="78104"/>
                  </a:lnTo>
                  <a:lnTo>
                    <a:pt x="1006022" y="99881"/>
                  </a:lnTo>
                  <a:lnTo>
                    <a:pt x="1040156" y="123713"/>
                  </a:lnTo>
                  <a:lnTo>
                    <a:pt x="1068981" y="149400"/>
                  </a:lnTo>
                  <a:lnTo>
                    <a:pt x="1109103" y="205540"/>
                  </a:lnTo>
                  <a:lnTo>
                    <a:pt x="1123188" y="266700"/>
                  </a:lnTo>
                  <a:lnTo>
                    <a:pt x="1119600" y="297807"/>
                  </a:lnTo>
                  <a:lnTo>
                    <a:pt x="1092097" y="356657"/>
                  </a:lnTo>
                  <a:lnTo>
                    <a:pt x="1040156" y="409686"/>
                  </a:lnTo>
                  <a:lnTo>
                    <a:pt x="1006022" y="433518"/>
                  </a:lnTo>
                  <a:lnTo>
                    <a:pt x="966978" y="455295"/>
                  </a:lnTo>
                  <a:lnTo>
                    <a:pt x="923424" y="474817"/>
                  </a:lnTo>
                  <a:lnTo>
                    <a:pt x="875760" y="491884"/>
                  </a:lnTo>
                  <a:lnTo>
                    <a:pt x="824386" y="506296"/>
                  </a:lnTo>
                  <a:lnTo>
                    <a:pt x="769702" y="517854"/>
                  </a:lnTo>
                  <a:lnTo>
                    <a:pt x="712107" y="526357"/>
                  </a:lnTo>
                  <a:lnTo>
                    <a:pt x="652003" y="531606"/>
                  </a:lnTo>
                  <a:lnTo>
                    <a:pt x="589788" y="533400"/>
                  </a:lnTo>
                  <a:lnTo>
                    <a:pt x="527572" y="531606"/>
                  </a:lnTo>
                  <a:lnTo>
                    <a:pt x="467468" y="526357"/>
                  </a:lnTo>
                  <a:lnTo>
                    <a:pt x="409873" y="517854"/>
                  </a:lnTo>
                  <a:lnTo>
                    <a:pt x="355189" y="506296"/>
                  </a:lnTo>
                  <a:lnTo>
                    <a:pt x="303815" y="491884"/>
                  </a:lnTo>
                  <a:lnTo>
                    <a:pt x="256151" y="474817"/>
                  </a:lnTo>
                  <a:lnTo>
                    <a:pt x="212598" y="455295"/>
                  </a:lnTo>
                  <a:lnTo>
                    <a:pt x="173553" y="433518"/>
                  </a:lnTo>
                  <a:lnTo>
                    <a:pt x="139419" y="409686"/>
                  </a:lnTo>
                  <a:lnTo>
                    <a:pt x="110594" y="383999"/>
                  </a:lnTo>
                  <a:lnTo>
                    <a:pt x="70472" y="327859"/>
                  </a:lnTo>
                  <a:lnTo>
                    <a:pt x="56388" y="2667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669783" y="2465578"/>
            <a:ext cx="571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Dung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5695" y="5385815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4191" y="4506467"/>
            <a:ext cx="1050290" cy="524510"/>
          </a:xfrm>
          <a:custGeom>
            <a:avLst/>
            <a:gdLst/>
            <a:ahLst/>
            <a:cxnLst/>
            <a:rect l="l" t="t" r="r" b="b"/>
            <a:pathLst>
              <a:path w="1050289" h="524510">
                <a:moveTo>
                  <a:pt x="0" y="262127"/>
                </a:moveTo>
                <a:lnTo>
                  <a:pt x="13866" y="202021"/>
                </a:lnTo>
                <a:lnTo>
                  <a:pt x="53364" y="146846"/>
                </a:lnTo>
                <a:lnTo>
                  <a:pt x="115342" y="98175"/>
                </a:lnTo>
                <a:lnTo>
                  <a:pt x="153776" y="76771"/>
                </a:lnTo>
                <a:lnTo>
                  <a:pt x="196648" y="57583"/>
                </a:lnTo>
                <a:lnTo>
                  <a:pt x="243564" y="40807"/>
                </a:lnTo>
                <a:lnTo>
                  <a:pt x="294130" y="26641"/>
                </a:lnTo>
                <a:lnTo>
                  <a:pt x="347953" y="15280"/>
                </a:lnTo>
                <a:lnTo>
                  <a:pt x="404637" y="6922"/>
                </a:lnTo>
                <a:lnTo>
                  <a:pt x="463790" y="1763"/>
                </a:lnTo>
                <a:lnTo>
                  <a:pt x="525018" y="0"/>
                </a:lnTo>
                <a:lnTo>
                  <a:pt x="586242" y="1763"/>
                </a:lnTo>
                <a:lnTo>
                  <a:pt x="645394" y="6922"/>
                </a:lnTo>
                <a:lnTo>
                  <a:pt x="702077" y="15280"/>
                </a:lnTo>
                <a:lnTo>
                  <a:pt x="755899" y="26641"/>
                </a:lnTo>
                <a:lnTo>
                  <a:pt x="806465" y="40807"/>
                </a:lnTo>
                <a:lnTo>
                  <a:pt x="853382" y="57583"/>
                </a:lnTo>
                <a:lnTo>
                  <a:pt x="896254" y="76771"/>
                </a:lnTo>
                <a:lnTo>
                  <a:pt x="934689" y="98175"/>
                </a:lnTo>
                <a:lnTo>
                  <a:pt x="968292" y="121599"/>
                </a:lnTo>
                <a:lnTo>
                  <a:pt x="1019426" y="173718"/>
                </a:lnTo>
                <a:lnTo>
                  <a:pt x="1046503" y="231556"/>
                </a:lnTo>
                <a:lnTo>
                  <a:pt x="1050035" y="262127"/>
                </a:lnTo>
                <a:lnTo>
                  <a:pt x="1046503" y="292699"/>
                </a:lnTo>
                <a:lnTo>
                  <a:pt x="1019426" y="350537"/>
                </a:lnTo>
                <a:lnTo>
                  <a:pt x="968292" y="402656"/>
                </a:lnTo>
                <a:lnTo>
                  <a:pt x="934689" y="426080"/>
                </a:lnTo>
                <a:lnTo>
                  <a:pt x="896254" y="447484"/>
                </a:lnTo>
                <a:lnTo>
                  <a:pt x="853382" y="466672"/>
                </a:lnTo>
                <a:lnTo>
                  <a:pt x="806465" y="483448"/>
                </a:lnTo>
                <a:lnTo>
                  <a:pt x="755899" y="497614"/>
                </a:lnTo>
                <a:lnTo>
                  <a:pt x="702077" y="508975"/>
                </a:lnTo>
                <a:lnTo>
                  <a:pt x="645394" y="517333"/>
                </a:lnTo>
                <a:lnTo>
                  <a:pt x="586242" y="522492"/>
                </a:lnTo>
                <a:lnTo>
                  <a:pt x="525018" y="524255"/>
                </a:lnTo>
                <a:lnTo>
                  <a:pt x="463790" y="522492"/>
                </a:lnTo>
                <a:lnTo>
                  <a:pt x="404637" y="517333"/>
                </a:lnTo>
                <a:lnTo>
                  <a:pt x="347953" y="508975"/>
                </a:lnTo>
                <a:lnTo>
                  <a:pt x="294130" y="497614"/>
                </a:lnTo>
                <a:lnTo>
                  <a:pt x="243564" y="483448"/>
                </a:lnTo>
                <a:lnTo>
                  <a:pt x="196648" y="466672"/>
                </a:lnTo>
                <a:lnTo>
                  <a:pt x="153776" y="447484"/>
                </a:lnTo>
                <a:lnTo>
                  <a:pt x="115342" y="426080"/>
                </a:lnTo>
                <a:lnTo>
                  <a:pt x="81740" y="402656"/>
                </a:lnTo>
                <a:lnTo>
                  <a:pt x="30608" y="350537"/>
                </a:lnTo>
                <a:lnTo>
                  <a:pt x="3532" y="292699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07465" y="4614164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295400" y="4953000"/>
            <a:ext cx="3175" cy="433705"/>
          </a:xfrm>
          <a:custGeom>
            <a:avLst/>
            <a:gdLst/>
            <a:ahLst/>
            <a:cxnLst/>
            <a:rect l="l" t="t" r="r" b="b"/>
            <a:pathLst>
              <a:path w="3175" h="433704">
                <a:moveTo>
                  <a:pt x="3175" y="0"/>
                </a:moveTo>
                <a:lnTo>
                  <a:pt x="0" y="43345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92373" y="4932426"/>
            <a:ext cx="1988820" cy="1286510"/>
          </a:xfrm>
          <a:custGeom>
            <a:avLst/>
            <a:gdLst/>
            <a:ahLst/>
            <a:cxnLst/>
            <a:rect l="l" t="t" r="r" b="b"/>
            <a:pathLst>
              <a:path w="1988820" h="1286510">
                <a:moveTo>
                  <a:pt x="0" y="643128"/>
                </a:moveTo>
                <a:lnTo>
                  <a:pt x="994410" y="0"/>
                </a:lnTo>
                <a:lnTo>
                  <a:pt x="1988820" y="643128"/>
                </a:lnTo>
                <a:lnTo>
                  <a:pt x="994410" y="1286256"/>
                </a:lnTo>
                <a:lnTo>
                  <a:pt x="0" y="643128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566286" y="5283453"/>
            <a:ext cx="8394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PHU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THUOC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76627" y="5570220"/>
            <a:ext cx="1511300" cy="5080"/>
          </a:xfrm>
          <a:custGeom>
            <a:avLst/>
            <a:gdLst/>
            <a:ahLst/>
            <a:cxnLst/>
            <a:rect l="l" t="t" r="r" b="b"/>
            <a:pathLst>
              <a:path w="1511300" h="5079">
                <a:moveTo>
                  <a:pt x="0" y="0"/>
                </a:moveTo>
                <a:lnTo>
                  <a:pt x="1511300" y="4698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967221" y="5389626"/>
            <a:ext cx="1450975" cy="368935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THANNHAN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99797" y="4245673"/>
            <a:ext cx="2609850" cy="1148715"/>
            <a:chOff x="5999797" y="4245673"/>
            <a:chExt cx="2609850" cy="1148715"/>
          </a:xfrm>
        </p:grpSpPr>
        <p:sp>
          <p:nvSpPr>
            <p:cNvPr id="40" name="object 40"/>
            <p:cNvSpPr/>
            <p:nvPr/>
          </p:nvSpPr>
          <p:spPr>
            <a:xfrm>
              <a:off x="6691883" y="4674107"/>
              <a:ext cx="1912620" cy="715645"/>
            </a:xfrm>
            <a:custGeom>
              <a:avLst/>
              <a:gdLst/>
              <a:ahLst/>
              <a:cxnLst/>
              <a:rect l="l" t="t" r="r" b="b"/>
              <a:pathLst>
                <a:path w="1912620" h="715645">
                  <a:moveTo>
                    <a:pt x="310896" y="261366"/>
                  </a:moveTo>
                  <a:lnTo>
                    <a:pt x="322493" y="216782"/>
                  </a:lnTo>
                  <a:lnTo>
                    <a:pt x="356003" y="174649"/>
                  </a:lnTo>
                  <a:lnTo>
                    <a:pt x="409503" y="135593"/>
                  </a:lnTo>
                  <a:lnTo>
                    <a:pt x="443149" y="117414"/>
                  </a:lnTo>
                  <a:lnTo>
                    <a:pt x="481072" y="100240"/>
                  </a:lnTo>
                  <a:lnTo>
                    <a:pt x="523031" y="84148"/>
                  </a:lnTo>
                  <a:lnTo>
                    <a:pt x="568786" y="69217"/>
                  </a:lnTo>
                  <a:lnTo>
                    <a:pt x="618097" y="55526"/>
                  </a:lnTo>
                  <a:lnTo>
                    <a:pt x="670723" y="43151"/>
                  </a:lnTo>
                  <a:lnTo>
                    <a:pt x="726425" y="32173"/>
                  </a:lnTo>
                  <a:lnTo>
                    <a:pt x="784961" y="22668"/>
                  </a:lnTo>
                  <a:lnTo>
                    <a:pt x="846092" y="14716"/>
                  </a:lnTo>
                  <a:lnTo>
                    <a:pt x="909578" y="8395"/>
                  </a:lnTo>
                  <a:lnTo>
                    <a:pt x="975178" y="3783"/>
                  </a:lnTo>
                  <a:lnTo>
                    <a:pt x="1042651" y="958"/>
                  </a:lnTo>
                  <a:lnTo>
                    <a:pt x="1111758" y="0"/>
                  </a:lnTo>
                  <a:lnTo>
                    <a:pt x="1180864" y="958"/>
                  </a:lnTo>
                  <a:lnTo>
                    <a:pt x="1248337" y="3783"/>
                  </a:lnTo>
                  <a:lnTo>
                    <a:pt x="1313937" y="8395"/>
                  </a:lnTo>
                  <a:lnTo>
                    <a:pt x="1377423" y="14716"/>
                  </a:lnTo>
                  <a:lnTo>
                    <a:pt x="1438554" y="22668"/>
                  </a:lnTo>
                  <a:lnTo>
                    <a:pt x="1497090" y="32173"/>
                  </a:lnTo>
                  <a:lnTo>
                    <a:pt x="1552792" y="43151"/>
                  </a:lnTo>
                  <a:lnTo>
                    <a:pt x="1605418" y="55526"/>
                  </a:lnTo>
                  <a:lnTo>
                    <a:pt x="1654729" y="69217"/>
                  </a:lnTo>
                  <a:lnTo>
                    <a:pt x="1700484" y="84148"/>
                  </a:lnTo>
                  <a:lnTo>
                    <a:pt x="1742443" y="100240"/>
                  </a:lnTo>
                  <a:lnTo>
                    <a:pt x="1780366" y="117414"/>
                  </a:lnTo>
                  <a:lnTo>
                    <a:pt x="1814012" y="135593"/>
                  </a:lnTo>
                  <a:lnTo>
                    <a:pt x="1867512" y="174649"/>
                  </a:lnTo>
                  <a:lnTo>
                    <a:pt x="1901022" y="216782"/>
                  </a:lnTo>
                  <a:lnTo>
                    <a:pt x="1912620" y="261366"/>
                  </a:lnTo>
                  <a:lnTo>
                    <a:pt x="1909680" y="283924"/>
                  </a:lnTo>
                  <a:lnTo>
                    <a:pt x="1886886" y="327361"/>
                  </a:lnTo>
                  <a:lnTo>
                    <a:pt x="1843141" y="368034"/>
                  </a:lnTo>
                  <a:lnTo>
                    <a:pt x="1780366" y="405317"/>
                  </a:lnTo>
                  <a:lnTo>
                    <a:pt x="1742443" y="422491"/>
                  </a:lnTo>
                  <a:lnTo>
                    <a:pt x="1700484" y="438583"/>
                  </a:lnTo>
                  <a:lnTo>
                    <a:pt x="1654729" y="453514"/>
                  </a:lnTo>
                  <a:lnTo>
                    <a:pt x="1605418" y="467205"/>
                  </a:lnTo>
                  <a:lnTo>
                    <a:pt x="1552792" y="479580"/>
                  </a:lnTo>
                  <a:lnTo>
                    <a:pt x="1497090" y="490558"/>
                  </a:lnTo>
                  <a:lnTo>
                    <a:pt x="1438554" y="500063"/>
                  </a:lnTo>
                  <a:lnTo>
                    <a:pt x="1377423" y="508015"/>
                  </a:lnTo>
                  <a:lnTo>
                    <a:pt x="1313937" y="514336"/>
                  </a:lnTo>
                  <a:lnTo>
                    <a:pt x="1248337" y="518948"/>
                  </a:lnTo>
                  <a:lnTo>
                    <a:pt x="1180864" y="521773"/>
                  </a:lnTo>
                  <a:lnTo>
                    <a:pt x="1111758" y="522732"/>
                  </a:lnTo>
                  <a:lnTo>
                    <a:pt x="1042651" y="521773"/>
                  </a:lnTo>
                  <a:lnTo>
                    <a:pt x="975178" y="518948"/>
                  </a:lnTo>
                  <a:lnTo>
                    <a:pt x="909578" y="514336"/>
                  </a:lnTo>
                  <a:lnTo>
                    <a:pt x="846092" y="508015"/>
                  </a:lnTo>
                  <a:lnTo>
                    <a:pt x="784961" y="500063"/>
                  </a:lnTo>
                  <a:lnTo>
                    <a:pt x="726425" y="490558"/>
                  </a:lnTo>
                  <a:lnTo>
                    <a:pt x="670723" y="479580"/>
                  </a:lnTo>
                  <a:lnTo>
                    <a:pt x="618097" y="467205"/>
                  </a:lnTo>
                  <a:lnTo>
                    <a:pt x="568786" y="453514"/>
                  </a:lnTo>
                  <a:lnTo>
                    <a:pt x="523031" y="438583"/>
                  </a:lnTo>
                  <a:lnTo>
                    <a:pt x="481072" y="422491"/>
                  </a:lnTo>
                  <a:lnTo>
                    <a:pt x="443149" y="405317"/>
                  </a:lnTo>
                  <a:lnTo>
                    <a:pt x="409503" y="387138"/>
                  </a:lnTo>
                  <a:lnTo>
                    <a:pt x="356003" y="348082"/>
                  </a:lnTo>
                  <a:lnTo>
                    <a:pt x="322493" y="305949"/>
                  </a:lnTo>
                  <a:lnTo>
                    <a:pt x="310896" y="261366"/>
                  </a:lnTo>
                  <a:close/>
                </a:path>
                <a:path w="1912620" h="715645">
                  <a:moveTo>
                    <a:pt x="712724" y="391668"/>
                  </a:moveTo>
                  <a:lnTo>
                    <a:pt x="0" y="715518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04559" y="4250435"/>
              <a:ext cx="1408430" cy="523240"/>
            </a:xfrm>
            <a:custGeom>
              <a:avLst/>
              <a:gdLst/>
              <a:ahLst/>
              <a:cxnLst/>
              <a:rect l="l" t="t" r="r" b="b"/>
              <a:pathLst>
                <a:path w="1408429" h="523239">
                  <a:moveTo>
                    <a:pt x="704088" y="0"/>
                  </a:moveTo>
                  <a:lnTo>
                    <a:pt x="636276" y="1195"/>
                  </a:lnTo>
                  <a:lnTo>
                    <a:pt x="570290" y="4710"/>
                  </a:lnTo>
                  <a:lnTo>
                    <a:pt x="506422" y="10435"/>
                  </a:lnTo>
                  <a:lnTo>
                    <a:pt x="444969" y="18260"/>
                  </a:lnTo>
                  <a:lnTo>
                    <a:pt x="386225" y="28076"/>
                  </a:lnTo>
                  <a:lnTo>
                    <a:pt x="330485" y="39774"/>
                  </a:lnTo>
                  <a:lnTo>
                    <a:pt x="278045" y="53244"/>
                  </a:lnTo>
                  <a:lnTo>
                    <a:pt x="229199" y="68377"/>
                  </a:lnTo>
                  <a:lnTo>
                    <a:pt x="184242" y="85064"/>
                  </a:lnTo>
                  <a:lnTo>
                    <a:pt x="143469" y="103194"/>
                  </a:lnTo>
                  <a:lnTo>
                    <a:pt x="107176" y="122660"/>
                  </a:lnTo>
                  <a:lnTo>
                    <a:pt x="49207" y="165159"/>
                  </a:lnTo>
                  <a:lnTo>
                    <a:pt x="12695" y="211686"/>
                  </a:lnTo>
                  <a:lnTo>
                    <a:pt x="0" y="261365"/>
                  </a:lnTo>
                  <a:lnTo>
                    <a:pt x="3222" y="286545"/>
                  </a:lnTo>
                  <a:lnTo>
                    <a:pt x="28121" y="334757"/>
                  </a:lnTo>
                  <a:lnTo>
                    <a:pt x="75657" y="379379"/>
                  </a:lnTo>
                  <a:lnTo>
                    <a:pt x="143469" y="419537"/>
                  </a:lnTo>
                  <a:lnTo>
                    <a:pt x="184242" y="437667"/>
                  </a:lnTo>
                  <a:lnTo>
                    <a:pt x="229199" y="454354"/>
                  </a:lnTo>
                  <a:lnTo>
                    <a:pt x="278045" y="469487"/>
                  </a:lnTo>
                  <a:lnTo>
                    <a:pt x="330485" y="482957"/>
                  </a:lnTo>
                  <a:lnTo>
                    <a:pt x="386225" y="494655"/>
                  </a:lnTo>
                  <a:lnTo>
                    <a:pt x="444969" y="504471"/>
                  </a:lnTo>
                  <a:lnTo>
                    <a:pt x="506422" y="512296"/>
                  </a:lnTo>
                  <a:lnTo>
                    <a:pt x="570290" y="518021"/>
                  </a:lnTo>
                  <a:lnTo>
                    <a:pt x="636276" y="521536"/>
                  </a:lnTo>
                  <a:lnTo>
                    <a:pt x="704088" y="522731"/>
                  </a:lnTo>
                  <a:lnTo>
                    <a:pt x="771899" y="521536"/>
                  </a:lnTo>
                  <a:lnTo>
                    <a:pt x="837885" y="518021"/>
                  </a:lnTo>
                  <a:lnTo>
                    <a:pt x="901753" y="512296"/>
                  </a:lnTo>
                  <a:lnTo>
                    <a:pt x="963206" y="504471"/>
                  </a:lnTo>
                  <a:lnTo>
                    <a:pt x="1021950" y="494655"/>
                  </a:lnTo>
                  <a:lnTo>
                    <a:pt x="1077690" y="482957"/>
                  </a:lnTo>
                  <a:lnTo>
                    <a:pt x="1130130" y="469487"/>
                  </a:lnTo>
                  <a:lnTo>
                    <a:pt x="1178976" y="454354"/>
                  </a:lnTo>
                  <a:lnTo>
                    <a:pt x="1223933" y="437667"/>
                  </a:lnTo>
                  <a:lnTo>
                    <a:pt x="1264706" y="419537"/>
                  </a:lnTo>
                  <a:lnTo>
                    <a:pt x="1300999" y="400071"/>
                  </a:lnTo>
                  <a:lnTo>
                    <a:pt x="1358968" y="357572"/>
                  </a:lnTo>
                  <a:lnTo>
                    <a:pt x="1395480" y="311045"/>
                  </a:lnTo>
                  <a:lnTo>
                    <a:pt x="1408175" y="261365"/>
                  </a:lnTo>
                  <a:lnTo>
                    <a:pt x="1404953" y="236186"/>
                  </a:lnTo>
                  <a:lnTo>
                    <a:pt x="1380054" y="187974"/>
                  </a:lnTo>
                  <a:lnTo>
                    <a:pt x="1332518" y="143352"/>
                  </a:lnTo>
                  <a:lnTo>
                    <a:pt x="1264706" y="103194"/>
                  </a:lnTo>
                  <a:lnTo>
                    <a:pt x="1223933" y="85064"/>
                  </a:lnTo>
                  <a:lnTo>
                    <a:pt x="1178976" y="68377"/>
                  </a:lnTo>
                  <a:lnTo>
                    <a:pt x="1130130" y="53244"/>
                  </a:lnTo>
                  <a:lnTo>
                    <a:pt x="1077690" y="39774"/>
                  </a:lnTo>
                  <a:lnTo>
                    <a:pt x="1021950" y="28076"/>
                  </a:lnTo>
                  <a:lnTo>
                    <a:pt x="963206" y="18260"/>
                  </a:lnTo>
                  <a:lnTo>
                    <a:pt x="901753" y="10435"/>
                  </a:lnTo>
                  <a:lnTo>
                    <a:pt x="837885" y="4710"/>
                  </a:lnTo>
                  <a:lnTo>
                    <a:pt x="771899" y="1195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04559" y="4250435"/>
              <a:ext cx="1408430" cy="523240"/>
            </a:xfrm>
            <a:custGeom>
              <a:avLst/>
              <a:gdLst/>
              <a:ahLst/>
              <a:cxnLst/>
              <a:rect l="l" t="t" r="r" b="b"/>
              <a:pathLst>
                <a:path w="1408429" h="523239">
                  <a:moveTo>
                    <a:pt x="0" y="261365"/>
                  </a:moveTo>
                  <a:lnTo>
                    <a:pt x="12695" y="211686"/>
                  </a:lnTo>
                  <a:lnTo>
                    <a:pt x="49207" y="165159"/>
                  </a:lnTo>
                  <a:lnTo>
                    <a:pt x="107176" y="122660"/>
                  </a:lnTo>
                  <a:lnTo>
                    <a:pt x="143469" y="103194"/>
                  </a:lnTo>
                  <a:lnTo>
                    <a:pt x="184242" y="85064"/>
                  </a:lnTo>
                  <a:lnTo>
                    <a:pt x="229199" y="68377"/>
                  </a:lnTo>
                  <a:lnTo>
                    <a:pt x="278045" y="53244"/>
                  </a:lnTo>
                  <a:lnTo>
                    <a:pt x="330485" y="39774"/>
                  </a:lnTo>
                  <a:lnTo>
                    <a:pt x="386225" y="28076"/>
                  </a:lnTo>
                  <a:lnTo>
                    <a:pt x="444969" y="18260"/>
                  </a:lnTo>
                  <a:lnTo>
                    <a:pt x="506422" y="10435"/>
                  </a:lnTo>
                  <a:lnTo>
                    <a:pt x="570290" y="4710"/>
                  </a:lnTo>
                  <a:lnTo>
                    <a:pt x="636276" y="1195"/>
                  </a:lnTo>
                  <a:lnTo>
                    <a:pt x="704088" y="0"/>
                  </a:lnTo>
                  <a:lnTo>
                    <a:pt x="771899" y="1195"/>
                  </a:lnTo>
                  <a:lnTo>
                    <a:pt x="837885" y="4710"/>
                  </a:lnTo>
                  <a:lnTo>
                    <a:pt x="901753" y="10435"/>
                  </a:lnTo>
                  <a:lnTo>
                    <a:pt x="963206" y="18260"/>
                  </a:lnTo>
                  <a:lnTo>
                    <a:pt x="1021950" y="28076"/>
                  </a:lnTo>
                  <a:lnTo>
                    <a:pt x="1077690" y="39774"/>
                  </a:lnTo>
                  <a:lnTo>
                    <a:pt x="1130130" y="53244"/>
                  </a:lnTo>
                  <a:lnTo>
                    <a:pt x="1178976" y="68377"/>
                  </a:lnTo>
                  <a:lnTo>
                    <a:pt x="1223933" y="85064"/>
                  </a:lnTo>
                  <a:lnTo>
                    <a:pt x="1264706" y="103194"/>
                  </a:lnTo>
                  <a:lnTo>
                    <a:pt x="1300999" y="122660"/>
                  </a:lnTo>
                  <a:lnTo>
                    <a:pt x="1358968" y="165159"/>
                  </a:lnTo>
                  <a:lnTo>
                    <a:pt x="1395480" y="211686"/>
                  </a:lnTo>
                  <a:lnTo>
                    <a:pt x="1408175" y="261365"/>
                  </a:lnTo>
                  <a:lnTo>
                    <a:pt x="1404953" y="286545"/>
                  </a:lnTo>
                  <a:lnTo>
                    <a:pt x="1380054" y="334757"/>
                  </a:lnTo>
                  <a:lnTo>
                    <a:pt x="1332518" y="379379"/>
                  </a:lnTo>
                  <a:lnTo>
                    <a:pt x="1264706" y="419537"/>
                  </a:lnTo>
                  <a:lnTo>
                    <a:pt x="1223933" y="437667"/>
                  </a:lnTo>
                  <a:lnTo>
                    <a:pt x="1178976" y="454354"/>
                  </a:lnTo>
                  <a:lnTo>
                    <a:pt x="1130130" y="469487"/>
                  </a:lnTo>
                  <a:lnTo>
                    <a:pt x="1077690" y="482957"/>
                  </a:lnTo>
                  <a:lnTo>
                    <a:pt x="1021950" y="494655"/>
                  </a:lnTo>
                  <a:lnTo>
                    <a:pt x="963206" y="504471"/>
                  </a:lnTo>
                  <a:lnTo>
                    <a:pt x="901753" y="512296"/>
                  </a:lnTo>
                  <a:lnTo>
                    <a:pt x="837885" y="518021"/>
                  </a:lnTo>
                  <a:lnTo>
                    <a:pt x="771899" y="521536"/>
                  </a:lnTo>
                  <a:lnTo>
                    <a:pt x="704088" y="522731"/>
                  </a:lnTo>
                  <a:lnTo>
                    <a:pt x="636276" y="521536"/>
                  </a:lnTo>
                  <a:lnTo>
                    <a:pt x="570290" y="518021"/>
                  </a:lnTo>
                  <a:lnTo>
                    <a:pt x="506422" y="512296"/>
                  </a:lnTo>
                  <a:lnTo>
                    <a:pt x="444969" y="504471"/>
                  </a:lnTo>
                  <a:lnTo>
                    <a:pt x="386225" y="494655"/>
                  </a:lnTo>
                  <a:lnTo>
                    <a:pt x="330485" y="482957"/>
                  </a:lnTo>
                  <a:lnTo>
                    <a:pt x="278045" y="469487"/>
                  </a:lnTo>
                  <a:lnTo>
                    <a:pt x="229199" y="454354"/>
                  </a:lnTo>
                  <a:lnTo>
                    <a:pt x="184242" y="437667"/>
                  </a:lnTo>
                  <a:lnTo>
                    <a:pt x="143469" y="419537"/>
                  </a:lnTo>
                  <a:lnTo>
                    <a:pt x="107176" y="400071"/>
                  </a:lnTo>
                  <a:lnTo>
                    <a:pt x="49207" y="357572"/>
                  </a:lnTo>
                  <a:lnTo>
                    <a:pt x="12695" y="311045"/>
                  </a:lnTo>
                  <a:lnTo>
                    <a:pt x="0" y="26136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290564" y="3151759"/>
            <a:ext cx="1756410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36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Tâm</a:t>
            </a:r>
            <a:endParaRPr sz="1800">
              <a:latin typeface="Arial"/>
              <a:cs typeface="Arial"/>
            </a:endParaRPr>
          </a:p>
          <a:p>
            <a:pPr marL="1313815">
              <a:lnSpc>
                <a:spcPct val="100000"/>
              </a:lnSpc>
              <a:spcBef>
                <a:spcPts val="1565"/>
              </a:spcBef>
            </a:pPr>
            <a:r>
              <a:rPr sz="1800" spc="-25" dirty="0">
                <a:latin typeface="Arial"/>
                <a:cs typeface="Arial"/>
              </a:rPr>
              <a:t>Sơn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Quanhe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021389" y="4669345"/>
            <a:ext cx="1691639" cy="725170"/>
            <a:chOff x="5021389" y="4669345"/>
            <a:chExt cx="1691639" cy="725170"/>
          </a:xfrm>
        </p:grpSpPr>
        <p:sp>
          <p:nvSpPr>
            <p:cNvPr id="45" name="object 45"/>
            <p:cNvSpPr/>
            <p:nvPr/>
          </p:nvSpPr>
          <p:spPr>
            <a:xfrm>
              <a:off x="6691884" y="4695444"/>
              <a:ext cx="15875" cy="694055"/>
            </a:xfrm>
            <a:custGeom>
              <a:avLst/>
              <a:gdLst/>
              <a:ahLst/>
              <a:cxnLst/>
              <a:rect l="l" t="t" r="r" b="b"/>
              <a:pathLst>
                <a:path w="15875" h="694054">
                  <a:moveTo>
                    <a:pt x="15875" y="0"/>
                  </a:moveTo>
                  <a:lnTo>
                    <a:pt x="0" y="6938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26152" y="4674108"/>
              <a:ext cx="1353820" cy="523240"/>
            </a:xfrm>
            <a:custGeom>
              <a:avLst/>
              <a:gdLst/>
              <a:ahLst/>
              <a:cxnLst/>
              <a:rect l="l" t="t" r="r" b="b"/>
              <a:pathLst>
                <a:path w="1353820" h="523239">
                  <a:moveTo>
                    <a:pt x="676656" y="0"/>
                  </a:moveTo>
                  <a:lnTo>
                    <a:pt x="611481" y="1195"/>
                  </a:lnTo>
                  <a:lnTo>
                    <a:pt x="548060" y="4710"/>
                  </a:lnTo>
                  <a:lnTo>
                    <a:pt x="486678" y="10435"/>
                  </a:lnTo>
                  <a:lnTo>
                    <a:pt x="427617" y="18260"/>
                  </a:lnTo>
                  <a:lnTo>
                    <a:pt x="371161" y="28076"/>
                  </a:lnTo>
                  <a:lnTo>
                    <a:pt x="317593" y="39774"/>
                  </a:lnTo>
                  <a:lnTo>
                    <a:pt x="267196" y="53244"/>
                  </a:lnTo>
                  <a:lnTo>
                    <a:pt x="220254" y="68377"/>
                  </a:lnTo>
                  <a:lnTo>
                    <a:pt x="177050" y="85064"/>
                  </a:lnTo>
                  <a:lnTo>
                    <a:pt x="137868" y="103194"/>
                  </a:lnTo>
                  <a:lnTo>
                    <a:pt x="102991" y="122660"/>
                  </a:lnTo>
                  <a:lnTo>
                    <a:pt x="47285" y="165159"/>
                  </a:lnTo>
                  <a:lnTo>
                    <a:pt x="12199" y="211686"/>
                  </a:lnTo>
                  <a:lnTo>
                    <a:pt x="0" y="261366"/>
                  </a:lnTo>
                  <a:lnTo>
                    <a:pt x="3097" y="286545"/>
                  </a:lnTo>
                  <a:lnTo>
                    <a:pt x="27023" y="334757"/>
                  </a:lnTo>
                  <a:lnTo>
                    <a:pt x="72702" y="379379"/>
                  </a:lnTo>
                  <a:lnTo>
                    <a:pt x="137868" y="419537"/>
                  </a:lnTo>
                  <a:lnTo>
                    <a:pt x="177050" y="437667"/>
                  </a:lnTo>
                  <a:lnTo>
                    <a:pt x="220254" y="454354"/>
                  </a:lnTo>
                  <a:lnTo>
                    <a:pt x="267196" y="469487"/>
                  </a:lnTo>
                  <a:lnTo>
                    <a:pt x="317593" y="482957"/>
                  </a:lnTo>
                  <a:lnTo>
                    <a:pt x="371161" y="494655"/>
                  </a:lnTo>
                  <a:lnTo>
                    <a:pt x="427617" y="504471"/>
                  </a:lnTo>
                  <a:lnTo>
                    <a:pt x="486678" y="512296"/>
                  </a:lnTo>
                  <a:lnTo>
                    <a:pt x="548060" y="518021"/>
                  </a:lnTo>
                  <a:lnTo>
                    <a:pt x="611481" y="521536"/>
                  </a:lnTo>
                  <a:lnTo>
                    <a:pt x="676656" y="522732"/>
                  </a:lnTo>
                  <a:lnTo>
                    <a:pt x="741830" y="521536"/>
                  </a:lnTo>
                  <a:lnTo>
                    <a:pt x="805251" y="518021"/>
                  </a:lnTo>
                  <a:lnTo>
                    <a:pt x="866633" y="512296"/>
                  </a:lnTo>
                  <a:lnTo>
                    <a:pt x="925694" y="504471"/>
                  </a:lnTo>
                  <a:lnTo>
                    <a:pt x="982150" y="494655"/>
                  </a:lnTo>
                  <a:lnTo>
                    <a:pt x="1035718" y="482957"/>
                  </a:lnTo>
                  <a:lnTo>
                    <a:pt x="1086115" y="469487"/>
                  </a:lnTo>
                  <a:lnTo>
                    <a:pt x="1133057" y="454354"/>
                  </a:lnTo>
                  <a:lnTo>
                    <a:pt x="1176261" y="437667"/>
                  </a:lnTo>
                  <a:lnTo>
                    <a:pt x="1215443" y="419537"/>
                  </a:lnTo>
                  <a:lnTo>
                    <a:pt x="1250320" y="400071"/>
                  </a:lnTo>
                  <a:lnTo>
                    <a:pt x="1306026" y="357572"/>
                  </a:lnTo>
                  <a:lnTo>
                    <a:pt x="1341112" y="311045"/>
                  </a:lnTo>
                  <a:lnTo>
                    <a:pt x="1353312" y="261366"/>
                  </a:lnTo>
                  <a:lnTo>
                    <a:pt x="1350214" y="236186"/>
                  </a:lnTo>
                  <a:lnTo>
                    <a:pt x="1326288" y="187974"/>
                  </a:lnTo>
                  <a:lnTo>
                    <a:pt x="1280609" y="143352"/>
                  </a:lnTo>
                  <a:lnTo>
                    <a:pt x="1215443" y="103194"/>
                  </a:lnTo>
                  <a:lnTo>
                    <a:pt x="1176261" y="85064"/>
                  </a:lnTo>
                  <a:lnTo>
                    <a:pt x="1133057" y="68377"/>
                  </a:lnTo>
                  <a:lnTo>
                    <a:pt x="1086115" y="53244"/>
                  </a:lnTo>
                  <a:lnTo>
                    <a:pt x="1035718" y="39774"/>
                  </a:lnTo>
                  <a:lnTo>
                    <a:pt x="982150" y="28076"/>
                  </a:lnTo>
                  <a:lnTo>
                    <a:pt x="925694" y="18260"/>
                  </a:lnTo>
                  <a:lnTo>
                    <a:pt x="866633" y="10435"/>
                  </a:lnTo>
                  <a:lnTo>
                    <a:pt x="805251" y="4710"/>
                  </a:lnTo>
                  <a:lnTo>
                    <a:pt x="741830" y="1195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26152" y="4674108"/>
              <a:ext cx="1353820" cy="523240"/>
            </a:xfrm>
            <a:custGeom>
              <a:avLst/>
              <a:gdLst/>
              <a:ahLst/>
              <a:cxnLst/>
              <a:rect l="l" t="t" r="r" b="b"/>
              <a:pathLst>
                <a:path w="1353820" h="523239">
                  <a:moveTo>
                    <a:pt x="0" y="261366"/>
                  </a:moveTo>
                  <a:lnTo>
                    <a:pt x="12199" y="211686"/>
                  </a:lnTo>
                  <a:lnTo>
                    <a:pt x="47285" y="165159"/>
                  </a:lnTo>
                  <a:lnTo>
                    <a:pt x="102991" y="122660"/>
                  </a:lnTo>
                  <a:lnTo>
                    <a:pt x="137868" y="103194"/>
                  </a:lnTo>
                  <a:lnTo>
                    <a:pt x="177050" y="85064"/>
                  </a:lnTo>
                  <a:lnTo>
                    <a:pt x="220254" y="68377"/>
                  </a:lnTo>
                  <a:lnTo>
                    <a:pt x="267196" y="53244"/>
                  </a:lnTo>
                  <a:lnTo>
                    <a:pt x="317593" y="39774"/>
                  </a:lnTo>
                  <a:lnTo>
                    <a:pt x="371161" y="28076"/>
                  </a:lnTo>
                  <a:lnTo>
                    <a:pt x="427617" y="18260"/>
                  </a:lnTo>
                  <a:lnTo>
                    <a:pt x="486678" y="10435"/>
                  </a:lnTo>
                  <a:lnTo>
                    <a:pt x="548060" y="4710"/>
                  </a:lnTo>
                  <a:lnTo>
                    <a:pt x="611481" y="1195"/>
                  </a:lnTo>
                  <a:lnTo>
                    <a:pt x="676656" y="0"/>
                  </a:lnTo>
                  <a:lnTo>
                    <a:pt x="741830" y="1195"/>
                  </a:lnTo>
                  <a:lnTo>
                    <a:pt x="805251" y="4710"/>
                  </a:lnTo>
                  <a:lnTo>
                    <a:pt x="866633" y="10435"/>
                  </a:lnTo>
                  <a:lnTo>
                    <a:pt x="925694" y="18260"/>
                  </a:lnTo>
                  <a:lnTo>
                    <a:pt x="982150" y="28076"/>
                  </a:lnTo>
                  <a:lnTo>
                    <a:pt x="1035718" y="39774"/>
                  </a:lnTo>
                  <a:lnTo>
                    <a:pt x="1086115" y="53244"/>
                  </a:lnTo>
                  <a:lnTo>
                    <a:pt x="1133057" y="68377"/>
                  </a:lnTo>
                  <a:lnTo>
                    <a:pt x="1176261" y="85064"/>
                  </a:lnTo>
                  <a:lnTo>
                    <a:pt x="1215443" y="103194"/>
                  </a:lnTo>
                  <a:lnTo>
                    <a:pt x="1250320" y="122660"/>
                  </a:lnTo>
                  <a:lnTo>
                    <a:pt x="1306026" y="165159"/>
                  </a:lnTo>
                  <a:lnTo>
                    <a:pt x="1341112" y="211686"/>
                  </a:lnTo>
                  <a:lnTo>
                    <a:pt x="1353312" y="261366"/>
                  </a:lnTo>
                  <a:lnTo>
                    <a:pt x="1350214" y="286545"/>
                  </a:lnTo>
                  <a:lnTo>
                    <a:pt x="1326288" y="334757"/>
                  </a:lnTo>
                  <a:lnTo>
                    <a:pt x="1280609" y="379379"/>
                  </a:lnTo>
                  <a:lnTo>
                    <a:pt x="1215443" y="419537"/>
                  </a:lnTo>
                  <a:lnTo>
                    <a:pt x="1176261" y="437667"/>
                  </a:lnTo>
                  <a:lnTo>
                    <a:pt x="1133057" y="454354"/>
                  </a:lnTo>
                  <a:lnTo>
                    <a:pt x="1086115" y="469487"/>
                  </a:lnTo>
                  <a:lnTo>
                    <a:pt x="1035718" y="482957"/>
                  </a:lnTo>
                  <a:lnTo>
                    <a:pt x="982150" y="494655"/>
                  </a:lnTo>
                  <a:lnTo>
                    <a:pt x="925694" y="504471"/>
                  </a:lnTo>
                  <a:lnTo>
                    <a:pt x="866633" y="512296"/>
                  </a:lnTo>
                  <a:lnTo>
                    <a:pt x="805251" y="518021"/>
                  </a:lnTo>
                  <a:lnTo>
                    <a:pt x="741830" y="521536"/>
                  </a:lnTo>
                  <a:lnTo>
                    <a:pt x="676656" y="522732"/>
                  </a:lnTo>
                  <a:lnTo>
                    <a:pt x="611481" y="521536"/>
                  </a:lnTo>
                  <a:lnTo>
                    <a:pt x="548060" y="518021"/>
                  </a:lnTo>
                  <a:lnTo>
                    <a:pt x="486678" y="512296"/>
                  </a:lnTo>
                  <a:lnTo>
                    <a:pt x="427617" y="504471"/>
                  </a:lnTo>
                  <a:lnTo>
                    <a:pt x="371161" y="494655"/>
                  </a:lnTo>
                  <a:lnTo>
                    <a:pt x="317593" y="482957"/>
                  </a:lnTo>
                  <a:lnTo>
                    <a:pt x="267196" y="469487"/>
                  </a:lnTo>
                  <a:lnTo>
                    <a:pt x="220254" y="454354"/>
                  </a:lnTo>
                  <a:lnTo>
                    <a:pt x="177050" y="437667"/>
                  </a:lnTo>
                  <a:lnTo>
                    <a:pt x="137868" y="419537"/>
                  </a:lnTo>
                  <a:lnTo>
                    <a:pt x="102991" y="400071"/>
                  </a:lnTo>
                  <a:lnTo>
                    <a:pt x="47285" y="357572"/>
                  </a:lnTo>
                  <a:lnTo>
                    <a:pt x="12199" y="311045"/>
                  </a:lnTo>
                  <a:lnTo>
                    <a:pt x="0" y="261366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304535" y="4780915"/>
            <a:ext cx="298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6285" algn="l"/>
              </a:tabLst>
            </a:pPr>
            <a:r>
              <a:rPr sz="1800" spc="-10" dirty="0">
                <a:latin typeface="Arial"/>
                <a:cs typeface="Arial"/>
              </a:rPr>
              <a:t>Gioitinh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96294" y="5061013"/>
            <a:ext cx="3664585" cy="779145"/>
            <a:chOff x="4896294" y="5061013"/>
            <a:chExt cx="3664585" cy="779145"/>
          </a:xfrm>
        </p:grpSpPr>
        <p:sp>
          <p:nvSpPr>
            <p:cNvPr id="50" name="object 50"/>
            <p:cNvSpPr/>
            <p:nvPr/>
          </p:nvSpPr>
          <p:spPr>
            <a:xfrm>
              <a:off x="6041136" y="5065776"/>
              <a:ext cx="650875" cy="323850"/>
            </a:xfrm>
            <a:custGeom>
              <a:avLst/>
              <a:gdLst/>
              <a:ahLst/>
              <a:cxnLst/>
              <a:rect l="l" t="t" r="r" b="b"/>
              <a:pathLst>
                <a:path w="650875" h="323850">
                  <a:moveTo>
                    <a:pt x="0" y="0"/>
                  </a:moveTo>
                  <a:lnTo>
                    <a:pt x="650874" y="32385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15662" y="5577078"/>
              <a:ext cx="1028700" cy="1905"/>
            </a:xfrm>
            <a:custGeom>
              <a:avLst/>
              <a:gdLst/>
              <a:ahLst/>
              <a:cxnLst/>
              <a:rect l="l" t="t" r="r" b="b"/>
              <a:pathLst>
                <a:path w="1028700" h="1904">
                  <a:moveTo>
                    <a:pt x="0" y="0"/>
                  </a:moveTo>
                  <a:lnTo>
                    <a:pt x="1028700" y="1524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737348" y="5311140"/>
              <a:ext cx="818515" cy="524510"/>
            </a:xfrm>
            <a:custGeom>
              <a:avLst/>
              <a:gdLst/>
              <a:ahLst/>
              <a:cxnLst/>
              <a:rect l="l" t="t" r="r" b="b"/>
              <a:pathLst>
                <a:path w="818515" h="524510">
                  <a:moveTo>
                    <a:pt x="0" y="262128"/>
                  </a:moveTo>
                  <a:lnTo>
                    <a:pt x="14620" y="192440"/>
                  </a:lnTo>
                  <a:lnTo>
                    <a:pt x="55879" y="129822"/>
                  </a:lnTo>
                  <a:lnTo>
                    <a:pt x="85278" y="101944"/>
                  </a:lnTo>
                  <a:lnTo>
                    <a:pt x="119872" y="76771"/>
                  </a:lnTo>
                  <a:lnTo>
                    <a:pt x="159172" y="54614"/>
                  </a:lnTo>
                  <a:lnTo>
                    <a:pt x="202692" y="35785"/>
                  </a:lnTo>
                  <a:lnTo>
                    <a:pt x="249941" y="20597"/>
                  </a:lnTo>
                  <a:lnTo>
                    <a:pt x="300434" y="9362"/>
                  </a:lnTo>
                  <a:lnTo>
                    <a:pt x="353681" y="2392"/>
                  </a:lnTo>
                  <a:lnTo>
                    <a:pt x="409194" y="0"/>
                  </a:lnTo>
                  <a:lnTo>
                    <a:pt x="464706" y="2392"/>
                  </a:lnTo>
                  <a:lnTo>
                    <a:pt x="517953" y="9362"/>
                  </a:lnTo>
                  <a:lnTo>
                    <a:pt x="568446" y="20597"/>
                  </a:lnTo>
                  <a:lnTo>
                    <a:pt x="615696" y="35785"/>
                  </a:lnTo>
                  <a:lnTo>
                    <a:pt x="659215" y="54614"/>
                  </a:lnTo>
                  <a:lnTo>
                    <a:pt x="698515" y="76771"/>
                  </a:lnTo>
                  <a:lnTo>
                    <a:pt x="733109" y="101944"/>
                  </a:lnTo>
                  <a:lnTo>
                    <a:pt x="762508" y="129822"/>
                  </a:lnTo>
                  <a:lnTo>
                    <a:pt x="786223" y="160091"/>
                  </a:lnTo>
                  <a:lnTo>
                    <a:pt x="814651" y="226556"/>
                  </a:lnTo>
                  <a:lnTo>
                    <a:pt x="818387" y="262128"/>
                  </a:lnTo>
                  <a:lnTo>
                    <a:pt x="814651" y="297696"/>
                  </a:lnTo>
                  <a:lnTo>
                    <a:pt x="786223" y="364159"/>
                  </a:lnTo>
                  <a:lnTo>
                    <a:pt x="762507" y="394428"/>
                  </a:lnTo>
                  <a:lnTo>
                    <a:pt x="733109" y="422305"/>
                  </a:lnTo>
                  <a:lnTo>
                    <a:pt x="698515" y="447479"/>
                  </a:lnTo>
                  <a:lnTo>
                    <a:pt x="659215" y="469637"/>
                  </a:lnTo>
                  <a:lnTo>
                    <a:pt x="615695" y="488467"/>
                  </a:lnTo>
                  <a:lnTo>
                    <a:pt x="568446" y="503656"/>
                  </a:lnTo>
                  <a:lnTo>
                    <a:pt x="517953" y="514892"/>
                  </a:lnTo>
                  <a:lnTo>
                    <a:pt x="464706" y="521863"/>
                  </a:lnTo>
                  <a:lnTo>
                    <a:pt x="409194" y="524256"/>
                  </a:lnTo>
                  <a:lnTo>
                    <a:pt x="353681" y="521863"/>
                  </a:lnTo>
                  <a:lnTo>
                    <a:pt x="300434" y="514892"/>
                  </a:lnTo>
                  <a:lnTo>
                    <a:pt x="249941" y="503656"/>
                  </a:lnTo>
                  <a:lnTo>
                    <a:pt x="202692" y="488467"/>
                  </a:lnTo>
                  <a:lnTo>
                    <a:pt x="159172" y="469637"/>
                  </a:lnTo>
                  <a:lnTo>
                    <a:pt x="119872" y="447479"/>
                  </a:lnTo>
                  <a:lnTo>
                    <a:pt x="85278" y="422305"/>
                  </a:lnTo>
                  <a:lnTo>
                    <a:pt x="55879" y="394428"/>
                  </a:lnTo>
                  <a:lnTo>
                    <a:pt x="32164" y="364159"/>
                  </a:lnTo>
                  <a:lnTo>
                    <a:pt x="3736" y="297696"/>
                  </a:lnTo>
                  <a:lnTo>
                    <a:pt x="0" y="26212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816098" y="522528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04028" y="5210936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50200" y="5419140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412628" y="5568588"/>
            <a:ext cx="960755" cy="123825"/>
            <a:chOff x="7412628" y="5568588"/>
            <a:chExt cx="960755" cy="123825"/>
          </a:xfrm>
        </p:grpSpPr>
        <p:sp>
          <p:nvSpPr>
            <p:cNvPr id="57" name="object 57"/>
            <p:cNvSpPr/>
            <p:nvPr/>
          </p:nvSpPr>
          <p:spPr>
            <a:xfrm>
              <a:off x="7417308" y="5573268"/>
              <a:ext cx="441325" cy="1905"/>
            </a:xfrm>
            <a:custGeom>
              <a:avLst/>
              <a:gdLst/>
              <a:ahLst/>
              <a:cxnLst/>
              <a:rect l="l" t="t" r="r" b="b"/>
              <a:pathLst>
                <a:path w="441325" h="1904">
                  <a:moveTo>
                    <a:pt x="441325" y="0"/>
                  </a:moveTo>
                  <a:lnTo>
                    <a:pt x="0" y="152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936992" y="5686044"/>
              <a:ext cx="431800" cy="1905"/>
            </a:xfrm>
            <a:custGeom>
              <a:avLst/>
              <a:gdLst/>
              <a:ahLst/>
              <a:cxnLst/>
              <a:rect l="l" t="t" r="r" b="b"/>
              <a:pathLst>
                <a:path w="431800" h="1904">
                  <a:moveTo>
                    <a:pt x="0" y="0"/>
                  </a:moveTo>
                  <a:lnTo>
                    <a:pt x="431291" y="1523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464C1FEA-90B0-066C-E88D-63E7146953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Mô</a:t>
            </a:r>
            <a:r>
              <a:rPr sz="3600" spc="-15" dirty="0"/>
              <a:t> </a:t>
            </a:r>
            <a:r>
              <a:rPr sz="3600" dirty="0"/>
              <a:t>hình</a:t>
            </a:r>
            <a:r>
              <a:rPr sz="3600" spc="-15" dirty="0"/>
              <a:t> </a:t>
            </a:r>
            <a:r>
              <a:rPr sz="3600" dirty="0"/>
              <a:t>ER</a:t>
            </a:r>
            <a:r>
              <a:rPr sz="3600" spc="-15" dirty="0"/>
              <a:t> </a:t>
            </a:r>
            <a:r>
              <a:rPr sz="3600" dirty="0"/>
              <a:t>mở</a:t>
            </a:r>
            <a:r>
              <a:rPr sz="3600" spc="-15" dirty="0"/>
              <a:t> </a:t>
            </a:r>
            <a:r>
              <a:rPr sz="3600" spc="-20" dirty="0"/>
              <a:t>rộng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514715" cy="48190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Ý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nghĩa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Dùng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biểu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diễn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chính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trúc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CSDL.</a:t>
            </a:r>
            <a:endParaRPr sz="28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Nội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dung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chi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tiết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Liên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mở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rộng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Lớp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Chuyên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biệt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hóa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(CBH)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tổng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quát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hóa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(TQH).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ràng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buộc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CBH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TQH.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thừa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CBH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TQH.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Liên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phân.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A4DF6-F11B-7885-60D4-CE2D86C4CD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kết</a:t>
            </a:r>
            <a:r>
              <a:rPr spc="-70" dirty="0"/>
              <a:t> </a:t>
            </a:r>
            <a:r>
              <a:rPr dirty="0"/>
              <a:t>mở</a:t>
            </a:r>
            <a:r>
              <a:rPr spc="-50" dirty="0"/>
              <a:t> </a:t>
            </a:r>
            <a:r>
              <a:rPr spc="-20" dirty="0"/>
              <a:t>rộng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520" y="845312"/>
            <a:ext cx="8075295" cy="9086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69900" marR="5080" indent="-457200">
              <a:lnSpc>
                <a:spcPts val="3110"/>
              </a:lnSpc>
              <a:spcBef>
                <a:spcPts val="815"/>
              </a:spcBef>
              <a:buFont typeface="Wingdings"/>
              <a:buChar char=""/>
              <a:tabLst>
                <a:tab pos="469900" algn="l"/>
              </a:tabLst>
            </a:pPr>
            <a:r>
              <a:rPr sz="3200" dirty="0">
                <a:latin typeface="Arial"/>
                <a:cs typeface="Arial"/>
              </a:rPr>
              <a:t>Là</a:t>
            </a:r>
            <a:r>
              <a:rPr sz="3200" spc="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liên</a:t>
            </a:r>
            <a:r>
              <a:rPr sz="3200" spc="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kết</a:t>
            </a:r>
            <a:r>
              <a:rPr sz="3200" spc="1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định</a:t>
            </a:r>
            <a:r>
              <a:rPr sz="3200" spc="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nghĩa</a:t>
            </a:r>
            <a:r>
              <a:rPr sz="3200" spc="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trên</a:t>
            </a:r>
            <a:r>
              <a:rPr sz="3200" spc="10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ít</a:t>
            </a:r>
            <a:r>
              <a:rPr sz="3200" spc="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nhất</a:t>
            </a:r>
            <a:r>
              <a:rPr sz="3200" spc="10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một</a:t>
            </a:r>
            <a:r>
              <a:rPr sz="3200" spc="11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liên </a:t>
            </a:r>
            <a:r>
              <a:rPr sz="3200" dirty="0">
                <a:latin typeface="Arial"/>
                <a:cs typeface="Arial"/>
              </a:rPr>
              <a:t>kết</a:t>
            </a:r>
            <a:r>
              <a:rPr sz="3200" spc="-20" dirty="0">
                <a:latin typeface="Arial"/>
                <a:cs typeface="Arial"/>
              </a:rPr>
              <a:t> khác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0092" y="6506667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6638" y="2199894"/>
            <a:ext cx="565404" cy="4236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56638" y="2199894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7955">
              <a:lnSpc>
                <a:spcPts val="2055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9478" y="2199894"/>
            <a:ext cx="565403" cy="4236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29478" y="2199894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2055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37038" y="2325814"/>
            <a:ext cx="735965" cy="384175"/>
            <a:chOff x="3737038" y="2325814"/>
            <a:chExt cx="735965" cy="3841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326" y="2340101"/>
              <a:ext cx="707136" cy="3550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51326" y="2340101"/>
              <a:ext cx="707390" cy="355600"/>
            </a:xfrm>
            <a:custGeom>
              <a:avLst/>
              <a:gdLst/>
              <a:ahLst/>
              <a:cxnLst/>
              <a:rect l="l" t="t" r="r" b="b"/>
              <a:pathLst>
                <a:path w="707389" h="355600">
                  <a:moveTo>
                    <a:pt x="0" y="177546"/>
                  </a:moveTo>
                  <a:lnTo>
                    <a:pt x="353568" y="0"/>
                  </a:lnTo>
                  <a:lnTo>
                    <a:pt x="707136" y="177546"/>
                  </a:lnTo>
                  <a:lnTo>
                    <a:pt x="353568" y="355092"/>
                  </a:lnTo>
                  <a:lnTo>
                    <a:pt x="0" y="17754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52747" y="2357120"/>
            <a:ext cx="30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20502" y="3456622"/>
            <a:ext cx="734695" cy="382270"/>
            <a:chOff x="4020502" y="3456622"/>
            <a:chExt cx="734695" cy="38227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4790" y="3470909"/>
              <a:ext cx="705612" cy="3535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34790" y="3470909"/>
              <a:ext cx="706120" cy="353695"/>
            </a:xfrm>
            <a:custGeom>
              <a:avLst/>
              <a:gdLst/>
              <a:ahLst/>
              <a:cxnLst/>
              <a:rect l="l" t="t" r="r" b="b"/>
              <a:pathLst>
                <a:path w="706120" h="353695">
                  <a:moveTo>
                    <a:pt x="0" y="176783"/>
                  </a:moveTo>
                  <a:lnTo>
                    <a:pt x="352806" y="0"/>
                  </a:lnTo>
                  <a:lnTo>
                    <a:pt x="705612" y="176783"/>
                  </a:lnTo>
                  <a:lnTo>
                    <a:pt x="352806" y="353567"/>
                  </a:lnTo>
                  <a:lnTo>
                    <a:pt x="0" y="176783"/>
                  </a:lnTo>
                  <a:close/>
                </a:path>
              </a:pathLst>
            </a:custGeom>
            <a:ln w="28575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41419" y="3487292"/>
            <a:ext cx="29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R2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9478" y="3470909"/>
            <a:ext cx="565403" cy="42367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729478" y="3470909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2055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E3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09038" y="2500693"/>
            <a:ext cx="3524885" cy="2028189"/>
            <a:chOff x="2209038" y="2500693"/>
            <a:chExt cx="3524885" cy="2028189"/>
          </a:xfrm>
        </p:grpSpPr>
        <p:sp>
          <p:nvSpPr>
            <p:cNvPr id="20" name="object 20"/>
            <p:cNvSpPr/>
            <p:nvPr/>
          </p:nvSpPr>
          <p:spPr>
            <a:xfrm>
              <a:off x="2621280" y="2505455"/>
              <a:ext cx="3107690" cy="1143000"/>
            </a:xfrm>
            <a:custGeom>
              <a:avLst/>
              <a:gdLst/>
              <a:ahLst/>
              <a:cxnLst/>
              <a:rect l="l" t="t" r="r" b="b"/>
              <a:pathLst>
                <a:path w="3107690" h="1143000">
                  <a:moveTo>
                    <a:pt x="0" y="0"/>
                  </a:moveTo>
                  <a:lnTo>
                    <a:pt x="1129283" y="1524"/>
                  </a:lnTo>
                </a:path>
                <a:path w="3107690" h="1143000">
                  <a:moveTo>
                    <a:pt x="1836420" y="10668"/>
                  </a:moveTo>
                  <a:lnTo>
                    <a:pt x="3107435" y="12192"/>
                  </a:lnTo>
                </a:path>
                <a:path w="3107690" h="1143000">
                  <a:moveTo>
                    <a:pt x="1424940" y="152400"/>
                  </a:moveTo>
                  <a:lnTo>
                    <a:pt x="1706880" y="999744"/>
                  </a:lnTo>
                </a:path>
                <a:path w="3107690" h="1143000">
                  <a:moveTo>
                    <a:pt x="2118360" y="1141476"/>
                  </a:moveTo>
                  <a:lnTo>
                    <a:pt x="3107435" y="1143000"/>
                  </a:lnTo>
                </a:path>
                <a:path w="3107690" h="1143000">
                  <a:moveTo>
                    <a:pt x="1412747" y="822960"/>
                  </a:moveTo>
                  <a:lnTo>
                    <a:pt x="1439779" y="779410"/>
                  </a:lnTo>
                  <a:lnTo>
                    <a:pt x="1470120" y="739171"/>
                  </a:lnTo>
                  <a:lnTo>
                    <a:pt x="1507081" y="705552"/>
                  </a:lnTo>
                  <a:lnTo>
                    <a:pt x="1553971" y="681863"/>
                  </a:lnTo>
                  <a:lnTo>
                    <a:pt x="1592056" y="672893"/>
                  </a:lnTo>
                  <a:lnTo>
                    <a:pt x="1635045" y="668824"/>
                  </a:lnTo>
                  <a:lnTo>
                    <a:pt x="1681956" y="668670"/>
                  </a:lnTo>
                  <a:lnTo>
                    <a:pt x="1731809" y="671449"/>
                  </a:lnTo>
                  <a:lnTo>
                    <a:pt x="1783624" y="676174"/>
                  </a:lnTo>
                  <a:lnTo>
                    <a:pt x="1836420" y="68186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038" y="4104894"/>
              <a:ext cx="565404" cy="42367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09038" y="4104894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7955">
              <a:lnSpc>
                <a:spcPts val="2050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1878" y="4104894"/>
            <a:ext cx="565403" cy="42367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881878" y="4104894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2050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89438" y="4230814"/>
            <a:ext cx="735965" cy="384175"/>
            <a:chOff x="3889438" y="4230814"/>
            <a:chExt cx="735965" cy="38417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3726" y="4245102"/>
              <a:ext cx="707136" cy="35509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03726" y="4245102"/>
              <a:ext cx="707390" cy="355600"/>
            </a:xfrm>
            <a:custGeom>
              <a:avLst/>
              <a:gdLst/>
              <a:ahLst/>
              <a:cxnLst/>
              <a:rect l="l" t="t" r="r" b="b"/>
              <a:pathLst>
                <a:path w="707389" h="355600">
                  <a:moveTo>
                    <a:pt x="0" y="177546"/>
                  </a:moveTo>
                  <a:lnTo>
                    <a:pt x="353568" y="0"/>
                  </a:lnTo>
                  <a:lnTo>
                    <a:pt x="707136" y="177546"/>
                  </a:lnTo>
                  <a:lnTo>
                    <a:pt x="353568" y="355092"/>
                  </a:lnTo>
                  <a:lnTo>
                    <a:pt x="0" y="17754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05147" y="4262373"/>
            <a:ext cx="30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72902" y="5361622"/>
            <a:ext cx="734695" cy="382270"/>
            <a:chOff x="4172902" y="5361622"/>
            <a:chExt cx="734695" cy="38227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7190" y="5375909"/>
              <a:ext cx="705612" cy="35356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87190" y="5375909"/>
              <a:ext cx="706120" cy="353695"/>
            </a:xfrm>
            <a:custGeom>
              <a:avLst/>
              <a:gdLst/>
              <a:ahLst/>
              <a:cxnLst/>
              <a:rect l="l" t="t" r="r" b="b"/>
              <a:pathLst>
                <a:path w="706120" h="353695">
                  <a:moveTo>
                    <a:pt x="0" y="176783"/>
                  </a:moveTo>
                  <a:lnTo>
                    <a:pt x="352806" y="0"/>
                  </a:lnTo>
                  <a:lnTo>
                    <a:pt x="705612" y="176783"/>
                  </a:lnTo>
                  <a:lnTo>
                    <a:pt x="352806" y="353567"/>
                  </a:lnTo>
                  <a:lnTo>
                    <a:pt x="0" y="17678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87722" y="5392623"/>
            <a:ext cx="304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R2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1878" y="5375909"/>
            <a:ext cx="565403" cy="423672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881878" y="5375909"/>
            <a:ext cx="565785" cy="42418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225">
              <a:lnSpc>
                <a:spcPts val="2060"/>
              </a:lnSpc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E3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96274" y="4405693"/>
            <a:ext cx="3689985" cy="1367155"/>
            <a:chOff x="2196274" y="4405693"/>
            <a:chExt cx="3689985" cy="1367155"/>
          </a:xfrm>
        </p:grpSpPr>
        <p:sp>
          <p:nvSpPr>
            <p:cNvPr id="36" name="object 36"/>
            <p:cNvSpPr/>
            <p:nvPr/>
          </p:nvSpPr>
          <p:spPr>
            <a:xfrm>
              <a:off x="2773679" y="4410455"/>
              <a:ext cx="3107690" cy="1143000"/>
            </a:xfrm>
            <a:custGeom>
              <a:avLst/>
              <a:gdLst/>
              <a:ahLst/>
              <a:cxnLst/>
              <a:rect l="l" t="t" r="r" b="b"/>
              <a:pathLst>
                <a:path w="3107690" h="1143000">
                  <a:moveTo>
                    <a:pt x="0" y="0"/>
                  </a:moveTo>
                  <a:lnTo>
                    <a:pt x="1129283" y="0"/>
                  </a:lnTo>
                </a:path>
                <a:path w="3107690" h="1143000">
                  <a:moveTo>
                    <a:pt x="1836420" y="10668"/>
                  </a:moveTo>
                  <a:lnTo>
                    <a:pt x="3107435" y="12192"/>
                  </a:lnTo>
                </a:path>
                <a:path w="3107690" h="1143000">
                  <a:moveTo>
                    <a:pt x="2118360" y="1141476"/>
                  </a:moveTo>
                  <a:lnTo>
                    <a:pt x="3107435" y="1143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0561" y="5334761"/>
              <a:ext cx="565404" cy="42367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210561" y="5334761"/>
              <a:ext cx="565785" cy="424180"/>
            </a:xfrm>
            <a:custGeom>
              <a:avLst/>
              <a:gdLst/>
              <a:ahLst/>
              <a:cxnLst/>
              <a:rect l="l" t="t" r="r" b="b"/>
              <a:pathLst>
                <a:path w="565785" h="424179">
                  <a:moveTo>
                    <a:pt x="0" y="423672"/>
                  </a:moveTo>
                  <a:lnTo>
                    <a:pt x="565404" y="423672"/>
                  </a:lnTo>
                  <a:lnTo>
                    <a:pt x="565404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224849" y="5309108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E4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958274" y="4787074"/>
            <a:ext cx="735965" cy="382270"/>
            <a:chOff x="2958274" y="4787074"/>
            <a:chExt cx="735965" cy="382270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72561" y="4801361"/>
              <a:ext cx="707136" cy="35356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972561" y="4801361"/>
              <a:ext cx="707390" cy="353695"/>
            </a:xfrm>
            <a:custGeom>
              <a:avLst/>
              <a:gdLst/>
              <a:ahLst/>
              <a:cxnLst/>
              <a:rect l="l" t="t" r="r" b="b"/>
              <a:pathLst>
                <a:path w="707389" h="353695">
                  <a:moveTo>
                    <a:pt x="0" y="176783"/>
                  </a:moveTo>
                  <a:lnTo>
                    <a:pt x="353567" y="0"/>
                  </a:lnTo>
                  <a:lnTo>
                    <a:pt x="707136" y="176783"/>
                  </a:lnTo>
                  <a:lnTo>
                    <a:pt x="353567" y="353568"/>
                  </a:lnTo>
                  <a:lnTo>
                    <a:pt x="0" y="176783"/>
                  </a:lnTo>
                  <a:close/>
                </a:path>
              </a:pathLst>
            </a:custGeom>
            <a:ln w="28574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179191" y="4817821"/>
            <a:ext cx="292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R3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743200" y="2889376"/>
            <a:ext cx="3887470" cy="2678430"/>
            <a:chOff x="2743200" y="2889376"/>
            <a:chExt cx="3887470" cy="2678430"/>
          </a:xfrm>
        </p:grpSpPr>
        <p:sp>
          <p:nvSpPr>
            <p:cNvPr id="45" name="object 45"/>
            <p:cNvSpPr/>
            <p:nvPr/>
          </p:nvSpPr>
          <p:spPr>
            <a:xfrm>
              <a:off x="2743200" y="4495799"/>
              <a:ext cx="1676400" cy="1066800"/>
            </a:xfrm>
            <a:custGeom>
              <a:avLst/>
              <a:gdLst/>
              <a:ahLst/>
              <a:cxnLst/>
              <a:rect l="l" t="t" r="r" b="b"/>
              <a:pathLst>
                <a:path w="1676400" h="1066800">
                  <a:moveTo>
                    <a:pt x="0" y="1066800"/>
                  </a:moveTo>
                  <a:lnTo>
                    <a:pt x="1447800" y="1066800"/>
                  </a:lnTo>
                </a:path>
                <a:path w="1676400" h="1066800">
                  <a:moveTo>
                    <a:pt x="1371600" y="0"/>
                  </a:moveTo>
                  <a:lnTo>
                    <a:pt x="762000" y="381000"/>
                  </a:lnTo>
                </a:path>
                <a:path w="1676400" h="1066800">
                  <a:moveTo>
                    <a:pt x="762000" y="533400"/>
                  </a:moveTo>
                  <a:lnTo>
                    <a:pt x="1676400" y="990600"/>
                  </a:lnTo>
                </a:path>
                <a:path w="1676400" h="1066800">
                  <a:moveTo>
                    <a:pt x="762000" y="228219"/>
                  </a:moveTo>
                  <a:lnTo>
                    <a:pt x="818692" y="220842"/>
                  </a:lnTo>
                  <a:lnTo>
                    <a:pt x="872642" y="215325"/>
                  </a:lnTo>
                  <a:lnTo>
                    <a:pt x="921105" y="213497"/>
                  </a:lnTo>
                  <a:lnTo>
                    <a:pt x="961339" y="217185"/>
                  </a:lnTo>
                  <a:lnTo>
                    <a:pt x="990600" y="228219"/>
                  </a:lnTo>
                  <a:lnTo>
                    <a:pt x="1009352" y="253859"/>
                  </a:lnTo>
                  <a:lnTo>
                    <a:pt x="1012031" y="290274"/>
                  </a:lnTo>
                  <a:lnTo>
                    <a:pt x="1003994" y="333857"/>
                  </a:lnTo>
                  <a:lnTo>
                    <a:pt x="990600" y="381000"/>
                  </a:lnTo>
                </a:path>
                <a:path w="1676400" h="1066800">
                  <a:moveTo>
                    <a:pt x="1143000" y="533400"/>
                  </a:moveTo>
                  <a:lnTo>
                    <a:pt x="1153972" y="590092"/>
                  </a:lnTo>
                  <a:lnTo>
                    <a:pt x="1162202" y="644042"/>
                  </a:lnTo>
                  <a:lnTo>
                    <a:pt x="1164945" y="692505"/>
                  </a:lnTo>
                  <a:lnTo>
                    <a:pt x="1159459" y="732739"/>
                  </a:lnTo>
                  <a:lnTo>
                    <a:pt x="1143000" y="762000"/>
                  </a:lnTo>
                  <a:lnTo>
                    <a:pt x="1113739" y="778459"/>
                  </a:lnTo>
                  <a:lnTo>
                    <a:pt x="1073505" y="783945"/>
                  </a:lnTo>
                  <a:lnTo>
                    <a:pt x="1025042" y="781202"/>
                  </a:lnTo>
                  <a:lnTo>
                    <a:pt x="971092" y="772972"/>
                  </a:lnTo>
                  <a:lnTo>
                    <a:pt x="914400" y="762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89504" y="2889376"/>
              <a:ext cx="3740785" cy="1835150"/>
            </a:xfrm>
            <a:custGeom>
              <a:avLst/>
              <a:gdLst/>
              <a:ahLst/>
              <a:cxnLst/>
              <a:rect l="l" t="t" r="r" b="b"/>
              <a:pathLst>
                <a:path w="3740784" h="1835150">
                  <a:moveTo>
                    <a:pt x="53848" y="747268"/>
                  </a:moveTo>
                  <a:lnTo>
                    <a:pt x="38735" y="698754"/>
                  </a:lnTo>
                  <a:lnTo>
                    <a:pt x="26543" y="702564"/>
                  </a:lnTo>
                  <a:lnTo>
                    <a:pt x="41656" y="751078"/>
                  </a:lnTo>
                  <a:lnTo>
                    <a:pt x="53848" y="747268"/>
                  </a:lnTo>
                  <a:close/>
                </a:path>
                <a:path w="3740784" h="1835150">
                  <a:moveTo>
                    <a:pt x="57277" y="617220"/>
                  </a:moveTo>
                  <a:lnTo>
                    <a:pt x="7112" y="609600"/>
                  </a:lnTo>
                  <a:lnTo>
                    <a:pt x="6096" y="615823"/>
                  </a:lnTo>
                  <a:lnTo>
                    <a:pt x="0" y="617728"/>
                  </a:lnTo>
                  <a:lnTo>
                    <a:pt x="15240" y="666254"/>
                  </a:lnTo>
                  <a:lnTo>
                    <a:pt x="27305" y="662444"/>
                  </a:lnTo>
                  <a:lnTo>
                    <a:pt x="15201" y="623608"/>
                  </a:lnTo>
                  <a:lnTo>
                    <a:pt x="55372" y="629793"/>
                  </a:lnTo>
                  <a:lnTo>
                    <a:pt x="57277" y="617220"/>
                  </a:lnTo>
                  <a:close/>
                </a:path>
                <a:path w="3740784" h="1835150">
                  <a:moveTo>
                    <a:pt x="80391" y="832104"/>
                  </a:moveTo>
                  <a:lnTo>
                    <a:pt x="65151" y="783590"/>
                  </a:lnTo>
                  <a:lnTo>
                    <a:pt x="53086" y="787400"/>
                  </a:lnTo>
                  <a:lnTo>
                    <a:pt x="68199" y="835914"/>
                  </a:lnTo>
                  <a:lnTo>
                    <a:pt x="80391" y="832104"/>
                  </a:lnTo>
                  <a:close/>
                </a:path>
                <a:path w="3740784" h="1835150">
                  <a:moveTo>
                    <a:pt x="106807" y="916940"/>
                  </a:moveTo>
                  <a:lnTo>
                    <a:pt x="91694" y="868426"/>
                  </a:lnTo>
                  <a:lnTo>
                    <a:pt x="79629" y="872236"/>
                  </a:lnTo>
                  <a:lnTo>
                    <a:pt x="94742" y="920750"/>
                  </a:lnTo>
                  <a:lnTo>
                    <a:pt x="106807" y="916940"/>
                  </a:lnTo>
                  <a:close/>
                </a:path>
                <a:path w="3740784" h="1835150">
                  <a:moveTo>
                    <a:pt x="133350" y="1001776"/>
                  </a:moveTo>
                  <a:lnTo>
                    <a:pt x="118237" y="953389"/>
                  </a:lnTo>
                  <a:lnTo>
                    <a:pt x="106045" y="957072"/>
                  </a:lnTo>
                  <a:lnTo>
                    <a:pt x="121285" y="1005586"/>
                  </a:lnTo>
                  <a:lnTo>
                    <a:pt x="133350" y="1001776"/>
                  </a:lnTo>
                  <a:close/>
                </a:path>
                <a:path w="3740784" h="1835150">
                  <a:moveTo>
                    <a:pt x="145161" y="630809"/>
                  </a:moveTo>
                  <a:lnTo>
                    <a:pt x="94869" y="623062"/>
                  </a:lnTo>
                  <a:lnTo>
                    <a:pt x="92964" y="635635"/>
                  </a:lnTo>
                  <a:lnTo>
                    <a:pt x="143256" y="643394"/>
                  </a:lnTo>
                  <a:lnTo>
                    <a:pt x="145161" y="630809"/>
                  </a:lnTo>
                  <a:close/>
                </a:path>
                <a:path w="3740784" h="1835150">
                  <a:moveTo>
                    <a:pt x="159893" y="1086739"/>
                  </a:moveTo>
                  <a:lnTo>
                    <a:pt x="144780" y="1038225"/>
                  </a:lnTo>
                  <a:lnTo>
                    <a:pt x="132588" y="1042035"/>
                  </a:lnTo>
                  <a:lnTo>
                    <a:pt x="147828" y="1090422"/>
                  </a:lnTo>
                  <a:lnTo>
                    <a:pt x="159893" y="1086739"/>
                  </a:lnTo>
                  <a:close/>
                </a:path>
                <a:path w="3740784" h="1835150">
                  <a:moveTo>
                    <a:pt x="186436" y="1171575"/>
                  </a:moveTo>
                  <a:lnTo>
                    <a:pt x="171196" y="1123061"/>
                  </a:lnTo>
                  <a:lnTo>
                    <a:pt x="159131" y="1126871"/>
                  </a:lnTo>
                  <a:lnTo>
                    <a:pt x="174244" y="1175385"/>
                  </a:lnTo>
                  <a:lnTo>
                    <a:pt x="186436" y="1171575"/>
                  </a:lnTo>
                  <a:close/>
                </a:path>
                <a:path w="3740784" h="1835150">
                  <a:moveTo>
                    <a:pt x="212979" y="1256411"/>
                  </a:moveTo>
                  <a:lnTo>
                    <a:pt x="197739" y="1207897"/>
                  </a:lnTo>
                  <a:lnTo>
                    <a:pt x="185674" y="1211707"/>
                  </a:lnTo>
                  <a:lnTo>
                    <a:pt x="200787" y="1260221"/>
                  </a:lnTo>
                  <a:lnTo>
                    <a:pt x="212979" y="1256411"/>
                  </a:lnTo>
                  <a:close/>
                </a:path>
                <a:path w="3740784" h="1835150">
                  <a:moveTo>
                    <a:pt x="233045" y="644271"/>
                  </a:moveTo>
                  <a:lnTo>
                    <a:pt x="182753" y="636524"/>
                  </a:lnTo>
                  <a:lnTo>
                    <a:pt x="180848" y="649097"/>
                  </a:lnTo>
                  <a:lnTo>
                    <a:pt x="231013" y="656856"/>
                  </a:lnTo>
                  <a:lnTo>
                    <a:pt x="233045" y="644271"/>
                  </a:lnTo>
                  <a:close/>
                </a:path>
                <a:path w="3740784" h="1835150">
                  <a:moveTo>
                    <a:pt x="239395" y="1341247"/>
                  </a:moveTo>
                  <a:lnTo>
                    <a:pt x="224282" y="1292733"/>
                  </a:lnTo>
                  <a:lnTo>
                    <a:pt x="212217" y="1296543"/>
                  </a:lnTo>
                  <a:lnTo>
                    <a:pt x="227330" y="1345057"/>
                  </a:lnTo>
                  <a:lnTo>
                    <a:pt x="239395" y="1341247"/>
                  </a:lnTo>
                  <a:close/>
                </a:path>
                <a:path w="3740784" h="1835150">
                  <a:moveTo>
                    <a:pt x="265938" y="1426083"/>
                  </a:moveTo>
                  <a:lnTo>
                    <a:pt x="250825" y="1377569"/>
                  </a:lnTo>
                  <a:lnTo>
                    <a:pt x="238633" y="1381379"/>
                  </a:lnTo>
                  <a:lnTo>
                    <a:pt x="253873" y="1429893"/>
                  </a:lnTo>
                  <a:lnTo>
                    <a:pt x="265938" y="1426083"/>
                  </a:lnTo>
                  <a:close/>
                </a:path>
                <a:path w="3740784" h="1835150">
                  <a:moveTo>
                    <a:pt x="292481" y="1510919"/>
                  </a:moveTo>
                  <a:lnTo>
                    <a:pt x="277368" y="1462405"/>
                  </a:lnTo>
                  <a:lnTo>
                    <a:pt x="265176" y="1466215"/>
                  </a:lnTo>
                  <a:lnTo>
                    <a:pt x="280289" y="1514729"/>
                  </a:lnTo>
                  <a:lnTo>
                    <a:pt x="292481" y="1510919"/>
                  </a:lnTo>
                  <a:close/>
                </a:path>
                <a:path w="3740784" h="1835150">
                  <a:moveTo>
                    <a:pt x="319024" y="1595755"/>
                  </a:moveTo>
                  <a:lnTo>
                    <a:pt x="303784" y="1547368"/>
                  </a:lnTo>
                  <a:lnTo>
                    <a:pt x="291719" y="1551051"/>
                  </a:lnTo>
                  <a:lnTo>
                    <a:pt x="306832" y="1599565"/>
                  </a:lnTo>
                  <a:lnTo>
                    <a:pt x="319024" y="1595755"/>
                  </a:lnTo>
                  <a:close/>
                </a:path>
                <a:path w="3740784" h="1835150">
                  <a:moveTo>
                    <a:pt x="320929" y="657860"/>
                  </a:moveTo>
                  <a:lnTo>
                    <a:pt x="270637" y="650113"/>
                  </a:lnTo>
                  <a:lnTo>
                    <a:pt x="268732" y="662686"/>
                  </a:lnTo>
                  <a:lnTo>
                    <a:pt x="318897" y="670433"/>
                  </a:lnTo>
                  <a:lnTo>
                    <a:pt x="320929" y="657860"/>
                  </a:lnTo>
                  <a:close/>
                </a:path>
                <a:path w="3740784" h="1835150">
                  <a:moveTo>
                    <a:pt x="345567" y="1680591"/>
                  </a:moveTo>
                  <a:lnTo>
                    <a:pt x="330327" y="1632204"/>
                  </a:lnTo>
                  <a:lnTo>
                    <a:pt x="318262" y="1636014"/>
                  </a:lnTo>
                  <a:lnTo>
                    <a:pt x="333375" y="1684401"/>
                  </a:lnTo>
                  <a:lnTo>
                    <a:pt x="345567" y="1680591"/>
                  </a:lnTo>
                  <a:close/>
                </a:path>
                <a:path w="3740784" h="1835150">
                  <a:moveTo>
                    <a:pt x="400685" y="1750949"/>
                  </a:moveTo>
                  <a:lnTo>
                    <a:pt x="370382" y="1760435"/>
                  </a:lnTo>
                  <a:lnTo>
                    <a:pt x="356870" y="1717040"/>
                  </a:lnTo>
                  <a:lnTo>
                    <a:pt x="344805" y="1720850"/>
                  </a:lnTo>
                  <a:lnTo>
                    <a:pt x="358343" y="1764207"/>
                  </a:lnTo>
                  <a:lnTo>
                    <a:pt x="328041" y="1773682"/>
                  </a:lnTo>
                  <a:lnTo>
                    <a:pt x="387096" y="1835023"/>
                  </a:lnTo>
                  <a:lnTo>
                    <a:pt x="397725" y="1769237"/>
                  </a:lnTo>
                  <a:lnTo>
                    <a:pt x="400685" y="1750949"/>
                  </a:lnTo>
                  <a:close/>
                </a:path>
                <a:path w="3740784" h="1835150">
                  <a:moveTo>
                    <a:pt x="408686" y="671322"/>
                  </a:moveTo>
                  <a:lnTo>
                    <a:pt x="358521" y="663575"/>
                  </a:lnTo>
                  <a:lnTo>
                    <a:pt x="356616" y="676148"/>
                  </a:lnTo>
                  <a:lnTo>
                    <a:pt x="406781" y="683895"/>
                  </a:lnTo>
                  <a:lnTo>
                    <a:pt x="408686" y="671322"/>
                  </a:lnTo>
                  <a:close/>
                </a:path>
                <a:path w="3740784" h="1835150">
                  <a:moveTo>
                    <a:pt x="496570" y="684911"/>
                  </a:moveTo>
                  <a:lnTo>
                    <a:pt x="446405" y="677164"/>
                  </a:lnTo>
                  <a:lnTo>
                    <a:pt x="444500" y="689737"/>
                  </a:lnTo>
                  <a:lnTo>
                    <a:pt x="494665" y="697369"/>
                  </a:lnTo>
                  <a:lnTo>
                    <a:pt x="496570" y="684911"/>
                  </a:lnTo>
                  <a:close/>
                </a:path>
                <a:path w="3740784" h="1835150">
                  <a:moveTo>
                    <a:pt x="584454" y="698373"/>
                  </a:moveTo>
                  <a:lnTo>
                    <a:pt x="534289" y="690626"/>
                  </a:lnTo>
                  <a:lnTo>
                    <a:pt x="532384" y="703199"/>
                  </a:lnTo>
                  <a:lnTo>
                    <a:pt x="582549" y="710946"/>
                  </a:lnTo>
                  <a:lnTo>
                    <a:pt x="584454" y="698373"/>
                  </a:lnTo>
                  <a:close/>
                </a:path>
                <a:path w="3740784" h="1835150">
                  <a:moveTo>
                    <a:pt x="672338" y="711835"/>
                  </a:moveTo>
                  <a:lnTo>
                    <a:pt x="622173" y="704215"/>
                  </a:lnTo>
                  <a:lnTo>
                    <a:pt x="620141" y="716661"/>
                  </a:lnTo>
                  <a:lnTo>
                    <a:pt x="670433" y="724408"/>
                  </a:lnTo>
                  <a:lnTo>
                    <a:pt x="672338" y="711835"/>
                  </a:lnTo>
                  <a:close/>
                </a:path>
                <a:path w="3740784" h="1835150">
                  <a:moveTo>
                    <a:pt x="760222" y="725424"/>
                  </a:moveTo>
                  <a:lnTo>
                    <a:pt x="709930" y="717677"/>
                  </a:lnTo>
                  <a:lnTo>
                    <a:pt x="708025" y="730250"/>
                  </a:lnTo>
                  <a:lnTo>
                    <a:pt x="758317" y="737997"/>
                  </a:lnTo>
                  <a:lnTo>
                    <a:pt x="760222" y="725424"/>
                  </a:lnTo>
                  <a:close/>
                </a:path>
                <a:path w="3740784" h="1835150">
                  <a:moveTo>
                    <a:pt x="848106" y="738886"/>
                  </a:moveTo>
                  <a:lnTo>
                    <a:pt x="797814" y="731266"/>
                  </a:lnTo>
                  <a:lnTo>
                    <a:pt x="795909" y="743712"/>
                  </a:lnTo>
                  <a:lnTo>
                    <a:pt x="846074" y="751459"/>
                  </a:lnTo>
                  <a:lnTo>
                    <a:pt x="848106" y="738886"/>
                  </a:lnTo>
                  <a:close/>
                </a:path>
                <a:path w="3740784" h="1835150">
                  <a:moveTo>
                    <a:pt x="996696" y="768223"/>
                  </a:moveTo>
                  <a:lnTo>
                    <a:pt x="991857" y="764794"/>
                  </a:lnTo>
                  <a:lnTo>
                    <a:pt x="927227" y="718947"/>
                  </a:lnTo>
                  <a:lnTo>
                    <a:pt x="922337" y="750417"/>
                  </a:lnTo>
                  <a:lnTo>
                    <a:pt x="885698" y="744728"/>
                  </a:lnTo>
                  <a:lnTo>
                    <a:pt x="883793" y="757301"/>
                  </a:lnTo>
                  <a:lnTo>
                    <a:pt x="920407" y="762889"/>
                  </a:lnTo>
                  <a:lnTo>
                    <a:pt x="915543" y="794258"/>
                  </a:lnTo>
                  <a:lnTo>
                    <a:pt x="996696" y="768223"/>
                  </a:lnTo>
                  <a:close/>
                </a:path>
                <a:path w="3740784" h="1835150">
                  <a:moveTo>
                    <a:pt x="1806194" y="299085"/>
                  </a:moveTo>
                  <a:lnTo>
                    <a:pt x="1804289" y="286512"/>
                  </a:lnTo>
                  <a:lnTo>
                    <a:pt x="1756943" y="293573"/>
                  </a:lnTo>
                  <a:lnTo>
                    <a:pt x="1752346" y="262128"/>
                  </a:lnTo>
                  <a:lnTo>
                    <a:pt x="1682496" y="311023"/>
                  </a:lnTo>
                  <a:lnTo>
                    <a:pt x="1763395" y="337566"/>
                  </a:lnTo>
                  <a:lnTo>
                    <a:pt x="1758848" y="306578"/>
                  </a:lnTo>
                  <a:lnTo>
                    <a:pt x="1758784" y="306158"/>
                  </a:lnTo>
                  <a:lnTo>
                    <a:pt x="1806194" y="299085"/>
                  </a:lnTo>
                  <a:close/>
                </a:path>
                <a:path w="3740784" h="1835150">
                  <a:moveTo>
                    <a:pt x="1894078" y="286131"/>
                  </a:moveTo>
                  <a:lnTo>
                    <a:pt x="1892173" y="273558"/>
                  </a:lnTo>
                  <a:lnTo>
                    <a:pt x="1842008" y="280924"/>
                  </a:lnTo>
                  <a:lnTo>
                    <a:pt x="1843786" y="293497"/>
                  </a:lnTo>
                  <a:lnTo>
                    <a:pt x="1894078" y="286131"/>
                  </a:lnTo>
                  <a:close/>
                </a:path>
                <a:path w="3740784" h="1835150">
                  <a:moveTo>
                    <a:pt x="1981962" y="273050"/>
                  </a:moveTo>
                  <a:lnTo>
                    <a:pt x="1980184" y="260477"/>
                  </a:lnTo>
                  <a:lnTo>
                    <a:pt x="1929892" y="267970"/>
                  </a:lnTo>
                  <a:lnTo>
                    <a:pt x="1931797" y="280543"/>
                  </a:lnTo>
                  <a:lnTo>
                    <a:pt x="1981962" y="273050"/>
                  </a:lnTo>
                  <a:close/>
                </a:path>
                <a:path w="3740784" h="1835150">
                  <a:moveTo>
                    <a:pt x="2069973" y="260096"/>
                  </a:moveTo>
                  <a:lnTo>
                    <a:pt x="2068068" y="247523"/>
                  </a:lnTo>
                  <a:lnTo>
                    <a:pt x="2017903" y="254889"/>
                  </a:lnTo>
                  <a:lnTo>
                    <a:pt x="2019681" y="267462"/>
                  </a:lnTo>
                  <a:lnTo>
                    <a:pt x="2069973" y="260096"/>
                  </a:lnTo>
                  <a:close/>
                </a:path>
                <a:path w="3740784" h="1835150">
                  <a:moveTo>
                    <a:pt x="2157857" y="247015"/>
                  </a:moveTo>
                  <a:lnTo>
                    <a:pt x="2156079" y="234442"/>
                  </a:lnTo>
                  <a:lnTo>
                    <a:pt x="2105787" y="241935"/>
                  </a:lnTo>
                  <a:lnTo>
                    <a:pt x="2107692" y="254508"/>
                  </a:lnTo>
                  <a:lnTo>
                    <a:pt x="2157857" y="247015"/>
                  </a:lnTo>
                  <a:close/>
                </a:path>
                <a:path w="3740784" h="1835150">
                  <a:moveTo>
                    <a:pt x="2245868" y="233934"/>
                  </a:moveTo>
                  <a:lnTo>
                    <a:pt x="2243963" y="221361"/>
                  </a:lnTo>
                  <a:lnTo>
                    <a:pt x="2193671" y="228854"/>
                  </a:lnTo>
                  <a:lnTo>
                    <a:pt x="2195576" y="241427"/>
                  </a:lnTo>
                  <a:lnTo>
                    <a:pt x="2245868" y="233934"/>
                  </a:lnTo>
                  <a:close/>
                </a:path>
                <a:path w="3740784" h="1835150">
                  <a:moveTo>
                    <a:pt x="2333752" y="220980"/>
                  </a:moveTo>
                  <a:lnTo>
                    <a:pt x="2331974" y="208407"/>
                  </a:lnTo>
                  <a:lnTo>
                    <a:pt x="2281682" y="215773"/>
                  </a:lnTo>
                  <a:lnTo>
                    <a:pt x="2283587" y="228346"/>
                  </a:lnTo>
                  <a:lnTo>
                    <a:pt x="2333752" y="220980"/>
                  </a:lnTo>
                  <a:close/>
                </a:path>
                <a:path w="3740784" h="1835150">
                  <a:moveTo>
                    <a:pt x="2421763" y="207899"/>
                  </a:moveTo>
                  <a:lnTo>
                    <a:pt x="2419858" y="195326"/>
                  </a:lnTo>
                  <a:lnTo>
                    <a:pt x="2369566" y="202819"/>
                  </a:lnTo>
                  <a:lnTo>
                    <a:pt x="2371471" y="215392"/>
                  </a:lnTo>
                  <a:lnTo>
                    <a:pt x="2421763" y="207899"/>
                  </a:lnTo>
                  <a:close/>
                </a:path>
                <a:path w="3740784" h="1835150">
                  <a:moveTo>
                    <a:pt x="2509647" y="194945"/>
                  </a:moveTo>
                  <a:lnTo>
                    <a:pt x="2507742" y="182372"/>
                  </a:lnTo>
                  <a:lnTo>
                    <a:pt x="2457577" y="189738"/>
                  </a:lnTo>
                  <a:lnTo>
                    <a:pt x="2459355" y="202311"/>
                  </a:lnTo>
                  <a:lnTo>
                    <a:pt x="2509647" y="194945"/>
                  </a:lnTo>
                  <a:close/>
                </a:path>
                <a:path w="3740784" h="1835150">
                  <a:moveTo>
                    <a:pt x="2597658" y="181864"/>
                  </a:moveTo>
                  <a:lnTo>
                    <a:pt x="2595753" y="169291"/>
                  </a:lnTo>
                  <a:lnTo>
                    <a:pt x="2545461" y="176784"/>
                  </a:lnTo>
                  <a:lnTo>
                    <a:pt x="2547366" y="189357"/>
                  </a:lnTo>
                  <a:lnTo>
                    <a:pt x="2597658" y="181864"/>
                  </a:lnTo>
                  <a:close/>
                </a:path>
                <a:path w="3740784" h="1835150">
                  <a:moveTo>
                    <a:pt x="2685542" y="168783"/>
                  </a:moveTo>
                  <a:lnTo>
                    <a:pt x="2683637" y="156337"/>
                  </a:lnTo>
                  <a:lnTo>
                    <a:pt x="2633472" y="163703"/>
                  </a:lnTo>
                  <a:lnTo>
                    <a:pt x="2635250" y="176276"/>
                  </a:lnTo>
                  <a:lnTo>
                    <a:pt x="2685542" y="168783"/>
                  </a:lnTo>
                  <a:close/>
                </a:path>
                <a:path w="3740784" h="1835150">
                  <a:moveTo>
                    <a:pt x="2773426" y="155829"/>
                  </a:moveTo>
                  <a:lnTo>
                    <a:pt x="2771648" y="143256"/>
                  </a:lnTo>
                  <a:lnTo>
                    <a:pt x="2721356" y="150749"/>
                  </a:lnTo>
                  <a:lnTo>
                    <a:pt x="2723261" y="163195"/>
                  </a:lnTo>
                  <a:lnTo>
                    <a:pt x="2773426" y="155829"/>
                  </a:lnTo>
                  <a:close/>
                </a:path>
                <a:path w="3740784" h="1835150">
                  <a:moveTo>
                    <a:pt x="2861437" y="142748"/>
                  </a:moveTo>
                  <a:lnTo>
                    <a:pt x="2859532" y="130175"/>
                  </a:lnTo>
                  <a:lnTo>
                    <a:pt x="2809367" y="137668"/>
                  </a:lnTo>
                  <a:lnTo>
                    <a:pt x="2811145" y="150241"/>
                  </a:lnTo>
                  <a:lnTo>
                    <a:pt x="2861437" y="142748"/>
                  </a:lnTo>
                  <a:close/>
                </a:path>
                <a:path w="3740784" h="1835150">
                  <a:moveTo>
                    <a:pt x="2949321" y="129794"/>
                  </a:moveTo>
                  <a:lnTo>
                    <a:pt x="2947543" y="117221"/>
                  </a:lnTo>
                  <a:lnTo>
                    <a:pt x="2897251" y="124587"/>
                  </a:lnTo>
                  <a:lnTo>
                    <a:pt x="2899156" y="137160"/>
                  </a:lnTo>
                  <a:lnTo>
                    <a:pt x="2949321" y="129794"/>
                  </a:lnTo>
                  <a:close/>
                </a:path>
                <a:path w="3740784" h="1835150">
                  <a:moveTo>
                    <a:pt x="3037332" y="116713"/>
                  </a:moveTo>
                  <a:lnTo>
                    <a:pt x="3035427" y="104140"/>
                  </a:lnTo>
                  <a:lnTo>
                    <a:pt x="2985135" y="111633"/>
                  </a:lnTo>
                  <a:lnTo>
                    <a:pt x="2987040" y="124206"/>
                  </a:lnTo>
                  <a:lnTo>
                    <a:pt x="3037332" y="116713"/>
                  </a:lnTo>
                  <a:close/>
                </a:path>
                <a:path w="3740784" h="1835150">
                  <a:moveTo>
                    <a:pt x="3125216" y="103759"/>
                  </a:moveTo>
                  <a:lnTo>
                    <a:pt x="3123438" y="91186"/>
                  </a:lnTo>
                  <a:lnTo>
                    <a:pt x="3073146" y="98552"/>
                  </a:lnTo>
                  <a:lnTo>
                    <a:pt x="3075051" y="111125"/>
                  </a:lnTo>
                  <a:lnTo>
                    <a:pt x="3125216" y="103759"/>
                  </a:lnTo>
                  <a:close/>
                </a:path>
                <a:path w="3740784" h="1835150">
                  <a:moveTo>
                    <a:pt x="3213227" y="90678"/>
                  </a:moveTo>
                  <a:lnTo>
                    <a:pt x="3211322" y="78105"/>
                  </a:lnTo>
                  <a:lnTo>
                    <a:pt x="3161030" y="85598"/>
                  </a:lnTo>
                  <a:lnTo>
                    <a:pt x="3162935" y="98171"/>
                  </a:lnTo>
                  <a:lnTo>
                    <a:pt x="3213227" y="90678"/>
                  </a:lnTo>
                  <a:close/>
                </a:path>
                <a:path w="3740784" h="1835150">
                  <a:moveTo>
                    <a:pt x="3301111" y="77597"/>
                  </a:moveTo>
                  <a:lnTo>
                    <a:pt x="3299206" y="65024"/>
                  </a:lnTo>
                  <a:lnTo>
                    <a:pt x="3249041" y="72517"/>
                  </a:lnTo>
                  <a:lnTo>
                    <a:pt x="3250819" y="85090"/>
                  </a:lnTo>
                  <a:lnTo>
                    <a:pt x="3301111" y="77597"/>
                  </a:lnTo>
                  <a:close/>
                </a:path>
                <a:path w="3740784" h="1835150">
                  <a:moveTo>
                    <a:pt x="3389122" y="64643"/>
                  </a:moveTo>
                  <a:lnTo>
                    <a:pt x="3387217" y="52070"/>
                  </a:lnTo>
                  <a:lnTo>
                    <a:pt x="3336925" y="59436"/>
                  </a:lnTo>
                  <a:lnTo>
                    <a:pt x="3338830" y="72009"/>
                  </a:lnTo>
                  <a:lnTo>
                    <a:pt x="3389122" y="64643"/>
                  </a:lnTo>
                  <a:close/>
                </a:path>
                <a:path w="3740784" h="1835150">
                  <a:moveTo>
                    <a:pt x="3477006" y="51562"/>
                  </a:moveTo>
                  <a:lnTo>
                    <a:pt x="3475101" y="38989"/>
                  </a:lnTo>
                  <a:lnTo>
                    <a:pt x="3424936" y="46482"/>
                  </a:lnTo>
                  <a:lnTo>
                    <a:pt x="3426714" y="59055"/>
                  </a:lnTo>
                  <a:lnTo>
                    <a:pt x="3477006" y="51562"/>
                  </a:lnTo>
                  <a:close/>
                </a:path>
                <a:path w="3740784" h="1835150">
                  <a:moveTo>
                    <a:pt x="3564890" y="38608"/>
                  </a:moveTo>
                  <a:lnTo>
                    <a:pt x="3563112" y="26035"/>
                  </a:lnTo>
                  <a:lnTo>
                    <a:pt x="3512820" y="33401"/>
                  </a:lnTo>
                  <a:lnTo>
                    <a:pt x="3514725" y="45974"/>
                  </a:lnTo>
                  <a:lnTo>
                    <a:pt x="3564890" y="38608"/>
                  </a:lnTo>
                  <a:close/>
                </a:path>
                <a:path w="3740784" h="1835150">
                  <a:moveTo>
                    <a:pt x="3652901" y="25527"/>
                  </a:moveTo>
                  <a:lnTo>
                    <a:pt x="3650996" y="12954"/>
                  </a:lnTo>
                  <a:lnTo>
                    <a:pt x="3600831" y="20447"/>
                  </a:lnTo>
                  <a:lnTo>
                    <a:pt x="3602609" y="33020"/>
                  </a:lnTo>
                  <a:lnTo>
                    <a:pt x="3652901" y="25527"/>
                  </a:lnTo>
                  <a:close/>
                </a:path>
                <a:path w="3740784" h="1835150">
                  <a:moveTo>
                    <a:pt x="3740785" y="12446"/>
                  </a:moveTo>
                  <a:lnTo>
                    <a:pt x="3738994" y="0"/>
                  </a:lnTo>
                  <a:lnTo>
                    <a:pt x="3688715" y="7366"/>
                  </a:lnTo>
                  <a:lnTo>
                    <a:pt x="3690620" y="19939"/>
                  </a:lnTo>
                  <a:lnTo>
                    <a:pt x="3740785" y="12446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0090" y="3212972"/>
            <a:ext cx="2153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Mối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kết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hợp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mở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800000"/>
                </a:solidFill>
                <a:latin typeface="Arial"/>
                <a:cs typeface="Arial"/>
              </a:rPr>
              <a:t>rộng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40754" y="2298319"/>
            <a:ext cx="1875789" cy="74358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 marR="5080">
              <a:lnSpc>
                <a:spcPct val="80800"/>
              </a:lnSpc>
              <a:spcBef>
                <a:spcPts val="515"/>
              </a:spcBef>
            </a:pP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Cung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định</a:t>
            </a:r>
            <a:r>
              <a:rPr sz="1800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00000"/>
                </a:solidFill>
                <a:latin typeface="Arial"/>
                <a:cs typeface="Arial"/>
              </a:rPr>
              <a:t>hướng: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cho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biết</a:t>
            </a:r>
            <a:r>
              <a:rPr sz="1800" spc="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R2</a:t>
            </a:r>
            <a:r>
              <a:rPr sz="1800" spc="-20" dirty="0">
                <a:solidFill>
                  <a:srgbClr val="800000"/>
                </a:solidFill>
                <a:latin typeface="Arial"/>
                <a:cs typeface="Arial"/>
              </a:rPr>
              <a:t> định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nghĩa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trên</a:t>
            </a:r>
            <a:r>
              <a:rPr sz="1800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800000"/>
                </a:solidFill>
                <a:latin typeface="Arial"/>
                <a:cs typeface="Arial"/>
              </a:rPr>
              <a:t>R1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D023E2FF-18B1-56E0-058A-F7A3487093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spc="-45" dirty="0"/>
              <a:t> </a:t>
            </a:r>
            <a:r>
              <a:rPr dirty="0"/>
              <a:t>dụ</a:t>
            </a:r>
            <a:r>
              <a:rPr spc="-35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dirty="0"/>
              <a:t>Liên</a:t>
            </a:r>
            <a:r>
              <a:rPr spc="-40" dirty="0"/>
              <a:t> </a:t>
            </a:r>
            <a:r>
              <a:rPr dirty="0"/>
              <a:t>kết</a:t>
            </a:r>
            <a:r>
              <a:rPr spc="-45" dirty="0"/>
              <a:t> </a:t>
            </a:r>
            <a:r>
              <a:rPr dirty="0"/>
              <a:t>mở</a:t>
            </a:r>
            <a:r>
              <a:rPr spc="-30" dirty="0"/>
              <a:t> </a:t>
            </a:r>
            <a:r>
              <a:rPr spc="-20" dirty="0"/>
              <a:t>rộng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10092" y="6506667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54030" y="2273998"/>
            <a:ext cx="1104900" cy="915669"/>
            <a:chOff x="4054030" y="2273998"/>
            <a:chExt cx="1104900" cy="91566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8317" y="2288285"/>
              <a:ext cx="1075944" cy="8869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68317" y="2288285"/>
              <a:ext cx="1076325" cy="887094"/>
            </a:xfrm>
            <a:custGeom>
              <a:avLst/>
              <a:gdLst/>
              <a:ahLst/>
              <a:cxnLst/>
              <a:rect l="l" t="t" r="r" b="b"/>
              <a:pathLst>
                <a:path w="1076325" h="887094">
                  <a:moveTo>
                    <a:pt x="0" y="443484"/>
                  </a:moveTo>
                  <a:lnTo>
                    <a:pt x="537972" y="0"/>
                  </a:lnTo>
                  <a:lnTo>
                    <a:pt x="1075944" y="443484"/>
                  </a:lnTo>
                  <a:lnTo>
                    <a:pt x="537972" y="886967"/>
                  </a:lnTo>
                  <a:lnTo>
                    <a:pt x="0" y="44348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09694" y="2437891"/>
            <a:ext cx="39306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MỞ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50"/>
              </a:lnSpc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MH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45535" y="1871472"/>
            <a:ext cx="2920365" cy="1524000"/>
          </a:xfrm>
          <a:custGeom>
            <a:avLst/>
            <a:gdLst/>
            <a:ahLst/>
            <a:cxnLst/>
            <a:rect l="l" t="t" r="r" b="b"/>
            <a:pathLst>
              <a:path w="2920365" h="1524000">
                <a:moveTo>
                  <a:pt x="0" y="0"/>
                </a:moveTo>
                <a:lnTo>
                  <a:pt x="1075943" y="711707"/>
                </a:lnTo>
              </a:path>
              <a:path w="2920365" h="1524000">
                <a:moveTo>
                  <a:pt x="1075943" y="992124"/>
                </a:moveTo>
                <a:lnTo>
                  <a:pt x="153924" y="1524000"/>
                </a:lnTo>
              </a:path>
              <a:path w="2920365" h="1524000">
                <a:moveTo>
                  <a:pt x="1844039" y="978407"/>
                </a:moveTo>
                <a:lnTo>
                  <a:pt x="2919984" y="15118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47034" y="3115818"/>
            <a:ext cx="368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46014" y="3293745"/>
            <a:ext cx="368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8790" y="1870963"/>
            <a:ext cx="368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98070" y="2092642"/>
            <a:ext cx="1104900" cy="918844"/>
            <a:chOff x="5898070" y="2092642"/>
            <a:chExt cx="1104900" cy="918844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2358" y="2106929"/>
              <a:ext cx="1075943" cy="8900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912358" y="2106929"/>
              <a:ext cx="1076325" cy="890269"/>
            </a:xfrm>
            <a:custGeom>
              <a:avLst/>
              <a:gdLst/>
              <a:ahLst/>
              <a:cxnLst/>
              <a:rect l="l" t="t" r="r" b="b"/>
              <a:pathLst>
                <a:path w="1076325" h="890269">
                  <a:moveTo>
                    <a:pt x="0" y="445008"/>
                  </a:moveTo>
                  <a:lnTo>
                    <a:pt x="537971" y="0"/>
                  </a:lnTo>
                  <a:lnTo>
                    <a:pt x="1075943" y="445008"/>
                  </a:lnTo>
                  <a:lnTo>
                    <a:pt x="537971" y="890016"/>
                  </a:lnTo>
                  <a:lnTo>
                    <a:pt x="0" y="445008"/>
                  </a:lnTo>
                  <a:close/>
                </a:path>
              </a:pathLst>
            </a:custGeom>
            <a:ln w="28575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81471" y="2269617"/>
            <a:ext cx="537845" cy="4121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40335" marR="5080" indent="-128270">
              <a:lnSpc>
                <a:spcPts val="1360"/>
              </a:lnSpc>
              <a:spcBef>
                <a:spcPts val="415"/>
              </a:spcBef>
            </a:pP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ĐĂNG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KÝ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38737" y="2272474"/>
            <a:ext cx="2252980" cy="560705"/>
            <a:chOff x="5138737" y="2272474"/>
            <a:chExt cx="2252980" cy="560705"/>
          </a:xfrm>
        </p:grpSpPr>
        <p:sp>
          <p:nvSpPr>
            <p:cNvPr id="17" name="object 17"/>
            <p:cNvSpPr/>
            <p:nvPr/>
          </p:nvSpPr>
          <p:spPr>
            <a:xfrm>
              <a:off x="5143500" y="2552699"/>
              <a:ext cx="768350" cy="177165"/>
            </a:xfrm>
            <a:custGeom>
              <a:avLst/>
              <a:gdLst/>
              <a:ahLst/>
              <a:cxnLst/>
              <a:rect l="l" t="t" r="r" b="b"/>
              <a:pathLst>
                <a:path w="768350" h="177164">
                  <a:moveTo>
                    <a:pt x="0" y="176784"/>
                  </a:moveTo>
                  <a:lnTo>
                    <a:pt x="76809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04509" y="2286761"/>
              <a:ext cx="154305" cy="532130"/>
            </a:xfrm>
            <a:custGeom>
              <a:avLst/>
              <a:gdLst/>
              <a:ahLst/>
              <a:cxnLst/>
              <a:rect l="l" t="t" r="r" b="b"/>
              <a:pathLst>
                <a:path w="154304" h="532130">
                  <a:moveTo>
                    <a:pt x="153924" y="0"/>
                  </a:moveTo>
                  <a:lnTo>
                    <a:pt x="125213" y="49776"/>
                  </a:lnTo>
                  <a:lnTo>
                    <a:pt x="97405" y="99034"/>
                  </a:lnTo>
                  <a:lnTo>
                    <a:pt x="71400" y="147252"/>
                  </a:lnTo>
                  <a:lnTo>
                    <a:pt x="48101" y="193913"/>
                  </a:lnTo>
                  <a:lnTo>
                    <a:pt x="28409" y="238495"/>
                  </a:lnTo>
                  <a:lnTo>
                    <a:pt x="13227" y="280481"/>
                  </a:lnTo>
                  <a:lnTo>
                    <a:pt x="3457" y="319350"/>
                  </a:lnTo>
                  <a:lnTo>
                    <a:pt x="0" y="354584"/>
                  </a:lnTo>
                  <a:lnTo>
                    <a:pt x="8619" y="402807"/>
                  </a:lnTo>
                  <a:lnTo>
                    <a:pt x="32016" y="442520"/>
                  </a:lnTo>
                  <a:lnTo>
                    <a:pt x="66495" y="475851"/>
                  </a:lnTo>
                  <a:lnTo>
                    <a:pt x="108362" y="504927"/>
                  </a:lnTo>
                  <a:lnTo>
                    <a:pt x="153924" y="53187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57416" y="2743199"/>
              <a:ext cx="462280" cy="1905"/>
            </a:xfrm>
            <a:custGeom>
              <a:avLst/>
              <a:gdLst/>
              <a:ahLst/>
              <a:cxnLst/>
              <a:rect l="l" t="t" r="r" b="b"/>
              <a:pathLst>
                <a:path w="462279" h="1905">
                  <a:moveTo>
                    <a:pt x="0" y="1524"/>
                  </a:moveTo>
                  <a:lnTo>
                    <a:pt x="461772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8141" y="2634805"/>
              <a:ext cx="163449" cy="18478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360666" y="2573858"/>
            <a:ext cx="4768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Điểm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92090" y="2226310"/>
            <a:ext cx="368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39146" y="3797998"/>
            <a:ext cx="1491615" cy="1094105"/>
            <a:chOff x="3839146" y="3797998"/>
            <a:chExt cx="1491615" cy="109410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3434" y="3812285"/>
              <a:ext cx="1463039" cy="106527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53434" y="3812285"/>
              <a:ext cx="1463040" cy="1065530"/>
            </a:xfrm>
            <a:custGeom>
              <a:avLst/>
              <a:gdLst/>
              <a:ahLst/>
              <a:cxnLst/>
              <a:rect l="l" t="t" r="r" b="b"/>
              <a:pathLst>
                <a:path w="1463039" h="1065529">
                  <a:moveTo>
                    <a:pt x="0" y="532638"/>
                  </a:moveTo>
                  <a:lnTo>
                    <a:pt x="731519" y="0"/>
                  </a:lnTo>
                  <a:lnTo>
                    <a:pt x="1463039" y="532638"/>
                  </a:lnTo>
                  <a:lnTo>
                    <a:pt x="731519" y="1065276"/>
                  </a:lnTo>
                  <a:lnTo>
                    <a:pt x="0" y="532638"/>
                  </a:lnTo>
                  <a:close/>
                </a:path>
              </a:pathLst>
            </a:custGeom>
            <a:ln w="28575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47769" y="4006418"/>
            <a:ext cx="672465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195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50"/>
              </a:lnSpc>
            </a:pP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95459" y="3169729"/>
            <a:ext cx="1663700" cy="1178560"/>
            <a:chOff x="3295459" y="3169729"/>
            <a:chExt cx="1663700" cy="1178560"/>
          </a:xfrm>
        </p:grpSpPr>
        <p:sp>
          <p:nvSpPr>
            <p:cNvPr id="28" name="object 28"/>
            <p:cNvSpPr/>
            <p:nvPr/>
          </p:nvSpPr>
          <p:spPr>
            <a:xfrm>
              <a:off x="3300221" y="3174492"/>
              <a:ext cx="1370965" cy="1169035"/>
            </a:xfrm>
            <a:custGeom>
              <a:avLst/>
              <a:gdLst/>
              <a:ahLst/>
              <a:cxnLst/>
              <a:rect l="l" t="t" r="r" b="b"/>
              <a:pathLst>
                <a:path w="1370964" h="1169035">
                  <a:moveTo>
                    <a:pt x="1370838" y="0"/>
                  </a:moveTo>
                  <a:lnTo>
                    <a:pt x="1189481" y="710184"/>
                  </a:lnTo>
                </a:path>
                <a:path w="1370964" h="1169035">
                  <a:moveTo>
                    <a:pt x="0" y="1168908"/>
                  </a:moveTo>
                  <a:lnTo>
                    <a:pt x="552450" y="116890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34789" y="3524858"/>
              <a:ext cx="909955" cy="360680"/>
            </a:xfrm>
            <a:custGeom>
              <a:avLst/>
              <a:gdLst/>
              <a:ahLst/>
              <a:cxnLst/>
              <a:rect l="l" t="t" r="r" b="b"/>
              <a:pathLst>
                <a:path w="909954" h="360679">
                  <a:moveTo>
                    <a:pt x="0" y="182652"/>
                  </a:moveTo>
                  <a:lnTo>
                    <a:pt x="49249" y="156761"/>
                  </a:lnTo>
                  <a:lnTo>
                    <a:pt x="98341" y="131337"/>
                  </a:lnTo>
                  <a:lnTo>
                    <a:pt x="147117" y="106845"/>
                  </a:lnTo>
                  <a:lnTo>
                    <a:pt x="195420" y="83748"/>
                  </a:lnTo>
                  <a:lnTo>
                    <a:pt x="243091" y="62507"/>
                  </a:lnTo>
                  <a:lnTo>
                    <a:pt x="289972" y="43587"/>
                  </a:lnTo>
                  <a:lnTo>
                    <a:pt x="335907" y="27451"/>
                  </a:lnTo>
                  <a:lnTo>
                    <a:pt x="380736" y="14561"/>
                  </a:lnTo>
                  <a:lnTo>
                    <a:pt x="424303" y="5380"/>
                  </a:lnTo>
                  <a:lnTo>
                    <a:pt x="466448" y="372"/>
                  </a:lnTo>
                  <a:lnTo>
                    <a:pt x="507015" y="0"/>
                  </a:lnTo>
                  <a:lnTo>
                    <a:pt x="545846" y="4725"/>
                  </a:lnTo>
                  <a:lnTo>
                    <a:pt x="586108" y="16008"/>
                  </a:lnTo>
                  <a:lnTo>
                    <a:pt x="624321" y="33312"/>
                  </a:lnTo>
                  <a:lnTo>
                    <a:pt x="660690" y="56036"/>
                  </a:lnTo>
                  <a:lnTo>
                    <a:pt x="695419" y="83576"/>
                  </a:lnTo>
                  <a:lnTo>
                    <a:pt x="728713" y="115330"/>
                  </a:lnTo>
                  <a:lnTo>
                    <a:pt x="760778" y="150694"/>
                  </a:lnTo>
                  <a:lnTo>
                    <a:pt x="791817" y="189067"/>
                  </a:lnTo>
                  <a:lnTo>
                    <a:pt x="822037" y="229845"/>
                  </a:lnTo>
                  <a:lnTo>
                    <a:pt x="851642" y="272424"/>
                  </a:lnTo>
                  <a:lnTo>
                    <a:pt x="880837" y="316204"/>
                  </a:lnTo>
                  <a:lnTo>
                    <a:pt x="909827" y="36057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324225" y="4358716"/>
            <a:ext cx="3683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5809" y="3292220"/>
            <a:ext cx="368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7285" y="1398269"/>
            <a:ext cx="1239012" cy="53187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907285" y="1398269"/>
            <a:ext cx="1239520" cy="532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MÔN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HỌC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45885" y="1398269"/>
            <a:ext cx="1196339" cy="53187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945885" y="1398269"/>
            <a:ext cx="1196340" cy="532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SINH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VIÊN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66282" y="3175254"/>
            <a:ext cx="1075943" cy="53187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6066282" y="3175254"/>
            <a:ext cx="1076325" cy="532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1945">
              <a:lnSpc>
                <a:spcPts val="2060"/>
              </a:lnSpc>
            </a:pP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LỚP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68829" y="4242053"/>
            <a:ext cx="1231392" cy="53035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2068829" y="4242053"/>
            <a:ext cx="1231900" cy="53086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205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GIÁO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VIÊN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68829" y="2996945"/>
            <a:ext cx="1231392" cy="53340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2068829" y="2996945"/>
            <a:ext cx="1231900" cy="5334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HỌC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KỲ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140773" y="1392745"/>
            <a:ext cx="3697604" cy="898525"/>
            <a:chOff x="3140773" y="1392745"/>
            <a:chExt cx="3697604" cy="898525"/>
          </a:xfrm>
        </p:grpSpPr>
        <p:sp>
          <p:nvSpPr>
            <p:cNvPr id="43" name="object 43"/>
            <p:cNvSpPr/>
            <p:nvPr/>
          </p:nvSpPr>
          <p:spPr>
            <a:xfrm>
              <a:off x="3145535" y="1499616"/>
              <a:ext cx="3688079" cy="786765"/>
            </a:xfrm>
            <a:custGeom>
              <a:avLst/>
              <a:gdLst/>
              <a:ahLst/>
              <a:cxnLst/>
              <a:rect l="l" t="t" r="r" b="b"/>
              <a:pathLst>
                <a:path w="3688079" h="786764">
                  <a:moveTo>
                    <a:pt x="3688080" y="431292"/>
                  </a:moveTo>
                  <a:lnTo>
                    <a:pt x="3534156" y="786384"/>
                  </a:lnTo>
                </a:path>
                <a:path w="3688079" h="786764">
                  <a:moveTo>
                    <a:pt x="0" y="1524"/>
                  </a:moveTo>
                  <a:lnTo>
                    <a:pt x="461772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14737" y="1392745"/>
              <a:ext cx="163449" cy="18326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145535" y="1854708"/>
              <a:ext cx="462280" cy="3175"/>
            </a:xfrm>
            <a:custGeom>
              <a:avLst/>
              <a:gdLst/>
              <a:ahLst/>
              <a:cxnLst/>
              <a:rect l="l" t="t" r="r" b="b"/>
              <a:pathLst>
                <a:path w="462279" h="3175">
                  <a:moveTo>
                    <a:pt x="0" y="3047"/>
                  </a:moveTo>
                  <a:lnTo>
                    <a:pt x="461772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4737" y="1749361"/>
              <a:ext cx="163449" cy="181737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600958" y="1219606"/>
            <a:ext cx="867410" cy="89281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Times New Roman"/>
                <a:cs typeface="Times New Roman"/>
              </a:rPr>
              <a:t>Mã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MH</a:t>
            </a:r>
            <a:endParaRPr sz="1600">
              <a:latin typeface="Times New Roman"/>
              <a:cs typeface="Times New Roman"/>
            </a:endParaRPr>
          </a:p>
          <a:p>
            <a:pPr marL="160020">
              <a:lnSpc>
                <a:spcPts val="1689"/>
              </a:lnSpc>
              <a:spcBef>
                <a:spcPts val="885"/>
              </a:spcBef>
            </a:pPr>
            <a:r>
              <a:rPr sz="1600" dirty="0">
                <a:latin typeface="Times New Roman"/>
                <a:cs typeface="Times New Roman"/>
              </a:rPr>
              <a:t>Tên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MH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450"/>
              </a:lnSpc>
            </a:pPr>
            <a:r>
              <a:rPr sz="1400" spc="-10" dirty="0">
                <a:solidFill>
                  <a:srgbClr val="800000"/>
                </a:solidFill>
                <a:latin typeface="Times New Roman"/>
                <a:cs typeface="Times New Roman"/>
              </a:rPr>
              <a:t>(0,n)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95209" y="1392745"/>
            <a:ext cx="6480810" cy="538480"/>
            <a:chOff x="1295209" y="1392745"/>
            <a:chExt cx="6480810" cy="538480"/>
          </a:xfrm>
        </p:grpSpPr>
        <p:sp>
          <p:nvSpPr>
            <p:cNvPr id="49" name="object 49"/>
            <p:cNvSpPr/>
            <p:nvPr/>
          </p:nvSpPr>
          <p:spPr>
            <a:xfrm>
              <a:off x="7141463" y="1499616"/>
              <a:ext cx="463550" cy="1905"/>
            </a:xfrm>
            <a:custGeom>
              <a:avLst/>
              <a:gdLst/>
              <a:ahLst/>
              <a:cxnLst/>
              <a:rect l="l" t="t" r="r" b="b"/>
              <a:pathLst>
                <a:path w="463550" h="1905">
                  <a:moveTo>
                    <a:pt x="0" y="1524"/>
                  </a:moveTo>
                  <a:lnTo>
                    <a:pt x="46329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12189" y="1392745"/>
              <a:ext cx="163449" cy="1832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467612" y="1467612"/>
              <a:ext cx="462280" cy="1905"/>
            </a:xfrm>
            <a:custGeom>
              <a:avLst/>
              <a:gdLst/>
              <a:ahLst/>
              <a:cxnLst/>
              <a:rect l="l" t="t" r="r" b="b"/>
              <a:pathLst>
                <a:path w="462280" h="1905">
                  <a:moveTo>
                    <a:pt x="461771" y="0"/>
                  </a:moveTo>
                  <a:lnTo>
                    <a:pt x="0" y="15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5209" y="1392745"/>
              <a:ext cx="163449" cy="18326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141463" y="1854708"/>
              <a:ext cx="463550" cy="3175"/>
            </a:xfrm>
            <a:custGeom>
              <a:avLst/>
              <a:gdLst/>
              <a:ahLst/>
              <a:cxnLst/>
              <a:rect l="l" t="t" r="r" b="b"/>
              <a:pathLst>
                <a:path w="463550" h="3175">
                  <a:moveTo>
                    <a:pt x="0" y="3047"/>
                  </a:moveTo>
                  <a:lnTo>
                    <a:pt x="46329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12189" y="1749361"/>
              <a:ext cx="163449" cy="181737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7745094" y="1219606"/>
            <a:ext cx="731520" cy="93599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00" dirty="0">
                <a:latin typeface="Times New Roman"/>
                <a:cs typeface="Times New Roman"/>
              </a:rPr>
              <a:t>Mã</a:t>
            </a:r>
            <a:r>
              <a:rPr sz="1600" spc="-25" dirty="0">
                <a:latin typeface="Times New Roman"/>
                <a:cs typeface="Times New Roman"/>
              </a:rPr>
              <a:t> SV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1560"/>
              </a:lnSpc>
              <a:spcBef>
                <a:spcPts val="1235"/>
              </a:spcBef>
            </a:pPr>
            <a:r>
              <a:rPr sz="1600" dirty="0">
                <a:latin typeface="Times New Roman"/>
                <a:cs typeface="Times New Roman"/>
              </a:rPr>
              <a:t>Tên</a:t>
            </a:r>
            <a:r>
              <a:rPr sz="1600" spc="-20" dirty="0">
                <a:latin typeface="Times New Roman"/>
                <a:cs typeface="Times New Roman"/>
              </a:rPr>
              <a:t> sinh viên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4928" y="1153413"/>
            <a:ext cx="584835" cy="46735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>
              <a:lnSpc>
                <a:spcPts val="1560"/>
              </a:lnSpc>
              <a:spcBef>
                <a:spcPts val="445"/>
              </a:spcBef>
            </a:pPr>
            <a:r>
              <a:rPr sz="1600" dirty="0">
                <a:latin typeface="Times New Roman"/>
                <a:cs typeface="Times New Roman"/>
              </a:rPr>
              <a:t>Số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học </a:t>
            </a:r>
            <a:r>
              <a:rPr sz="1600" spc="-20" dirty="0">
                <a:latin typeface="Times New Roman"/>
                <a:cs typeface="Times New Roman"/>
              </a:rPr>
              <a:t>phần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35333" y="1392745"/>
            <a:ext cx="637540" cy="183515"/>
            <a:chOff x="5335333" y="1392745"/>
            <a:chExt cx="637540" cy="183515"/>
          </a:xfrm>
        </p:grpSpPr>
        <p:sp>
          <p:nvSpPr>
            <p:cNvPr id="58" name="object 58"/>
            <p:cNvSpPr/>
            <p:nvPr/>
          </p:nvSpPr>
          <p:spPr>
            <a:xfrm>
              <a:off x="5506212" y="1467612"/>
              <a:ext cx="462280" cy="1905"/>
            </a:xfrm>
            <a:custGeom>
              <a:avLst/>
              <a:gdLst/>
              <a:ahLst/>
              <a:cxnLst/>
              <a:rect l="l" t="t" r="r" b="b"/>
              <a:pathLst>
                <a:path w="462279" h="1905">
                  <a:moveTo>
                    <a:pt x="461772" y="0"/>
                  </a:moveTo>
                  <a:lnTo>
                    <a:pt x="0" y="15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35333" y="1392745"/>
              <a:ext cx="163449" cy="183261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4714113" y="1332356"/>
            <a:ext cx="617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Địa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chỉ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136701" y="3169729"/>
            <a:ext cx="639445" cy="538480"/>
            <a:chOff x="7136701" y="3169729"/>
            <a:chExt cx="639445" cy="538480"/>
          </a:xfrm>
        </p:grpSpPr>
        <p:sp>
          <p:nvSpPr>
            <p:cNvPr id="62" name="object 62"/>
            <p:cNvSpPr/>
            <p:nvPr/>
          </p:nvSpPr>
          <p:spPr>
            <a:xfrm>
              <a:off x="7141464" y="3276600"/>
              <a:ext cx="463550" cy="1905"/>
            </a:xfrm>
            <a:custGeom>
              <a:avLst/>
              <a:gdLst/>
              <a:ahLst/>
              <a:cxnLst/>
              <a:rect l="l" t="t" r="r" b="b"/>
              <a:pathLst>
                <a:path w="463550" h="1904">
                  <a:moveTo>
                    <a:pt x="0" y="1524"/>
                  </a:moveTo>
                  <a:lnTo>
                    <a:pt x="46329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12189" y="3169729"/>
              <a:ext cx="163449" cy="18326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141464" y="3631692"/>
              <a:ext cx="463550" cy="0"/>
            </a:xfrm>
            <a:custGeom>
              <a:avLst/>
              <a:gdLst/>
              <a:ahLst/>
              <a:cxnLst/>
              <a:rect l="l" t="t" r="r" b="b"/>
              <a:pathLst>
                <a:path w="463550">
                  <a:moveTo>
                    <a:pt x="0" y="0"/>
                  </a:moveTo>
                  <a:lnTo>
                    <a:pt x="46329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12189" y="3524821"/>
              <a:ext cx="163449" cy="18326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7745094" y="2999384"/>
            <a:ext cx="657860" cy="7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Mã</a:t>
            </a:r>
            <a:r>
              <a:rPr sz="1600" spc="-25" dirty="0">
                <a:latin typeface="Times New Roman"/>
                <a:cs typeface="Times New Roman"/>
              </a:rPr>
              <a:t> lớp </a:t>
            </a:r>
            <a:r>
              <a:rPr sz="1600" dirty="0">
                <a:latin typeface="Times New Roman"/>
                <a:cs typeface="Times New Roman"/>
              </a:rPr>
              <a:t>Tên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lớp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446085" y="2991421"/>
            <a:ext cx="6096000" cy="1260475"/>
            <a:chOff x="1446085" y="2991421"/>
            <a:chExt cx="6096000" cy="1260475"/>
          </a:xfrm>
        </p:grpSpPr>
        <p:sp>
          <p:nvSpPr>
            <p:cNvPr id="68" name="object 68"/>
            <p:cNvSpPr/>
            <p:nvPr/>
          </p:nvSpPr>
          <p:spPr>
            <a:xfrm>
              <a:off x="7084694" y="3764025"/>
              <a:ext cx="302260" cy="299720"/>
            </a:xfrm>
            <a:custGeom>
              <a:avLst/>
              <a:gdLst/>
              <a:ahLst/>
              <a:cxnLst/>
              <a:rect l="l" t="t" r="r" b="b"/>
              <a:pathLst>
                <a:path w="302259" h="299720">
                  <a:moveTo>
                    <a:pt x="0" y="0"/>
                  </a:moveTo>
                  <a:lnTo>
                    <a:pt x="302259" y="299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69397" y="4078874"/>
              <a:ext cx="172608" cy="17260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616963" y="3067811"/>
              <a:ext cx="463550" cy="0"/>
            </a:xfrm>
            <a:custGeom>
              <a:avLst/>
              <a:gdLst/>
              <a:ahLst/>
              <a:cxnLst/>
              <a:rect l="l" t="t" r="r" b="b"/>
              <a:pathLst>
                <a:path w="463550">
                  <a:moveTo>
                    <a:pt x="463296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6085" y="2991421"/>
              <a:ext cx="163449" cy="18478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620011" y="3334511"/>
              <a:ext cx="462280" cy="0"/>
            </a:xfrm>
            <a:custGeom>
              <a:avLst/>
              <a:gdLst/>
              <a:ahLst/>
              <a:cxnLst/>
              <a:rect l="l" t="t" r="r" b="b"/>
              <a:pathLst>
                <a:path w="462280">
                  <a:moveTo>
                    <a:pt x="461771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609" y="3258121"/>
              <a:ext cx="163449" cy="184785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7591170" y="3996944"/>
            <a:ext cx="4267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Sĩ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số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0836" y="2828442"/>
            <a:ext cx="772795" cy="550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940">
              <a:lnSpc>
                <a:spcPct val="1076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Học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kỳ </a:t>
            </a:r>
            <a:r>
              <a:rPr sz="1600" dirty="0">
                <a:latin typeface="Times New Roman"/>
                <a:cs typeface="Times New Roman"/>
              </a:rPr>
              <a:t>Niên</a:t>
            </a:r>
            <a:r>
              <a:rPr sz="1600" spc="-25" dirty="0">
                <a:latin typeface="Times New Roman"/>
                <a:cs typeface="Times New Roman"/>
              </a:rPr>
              <a:t> học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474668" y="3458146"/>
            <a:ext cx="581660" cy="378460"/>
            <a:chOff x="1474668" y="3458146"/>
            <a:chExt cx="581660" cy="378460"/>
          </a:xfrm>
        </p:grpSpPr>
        <p:sp>
          <p:nvSpPr>
            <p:cNvPr id="77" name="object 77"/>
            <p:cNvSpPr/>
            <p:nvPr/>
          </p:nvSpPr>
          <p:spPr>
            <a:xfrm>
              <a:off x="1633092" y="3462909"/>
              <a:ext cx="418465" cy="196215"/>
            </a:xfrm>
            <a:custGeom>
              <a:avLst/>
              <a:gdLst/>
              <a:ahLst/>
              <a:cxnLst/>
              <a:rect l="l" t="t" r="r" b="b"/>
              <a:pathLst>
                <a:path w="418464" h="196214">
                  <a:moveTo>
                    <a:pt x="418338" y="0"/>
                  </a:moveTo>
                  <a:lnTo>
                    <a:pt x="0" y="19596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74668" y="3655240"/>
              <a:ext cx="166917" cy="180994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356412" y="3642436"/>
            <a:ext cx="1109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Ngày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bắt</a:t>
            </a:r>
            <a:r>
              <a:rPr sz="1600" spc="-25" dirty="0">
                <a:latin typeface="Times New Roman"/>
                <a:cs typeface="Times New Roman"/>
              </a:rPr>
              <a:t> đầu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744543" y="3557587"/>
            <a:ext cx="581660" cy="378460"/>
            <a:chOff x="1744543" y="3557587"/>
            <a:chExt cx="581660" cy="378460"/>
          </a:xfrm>
        </p:grpSpPr>
        <p:sp>
          <p:nvSpPr>
            <p:cNvPr id="81" name="object 81"/>
            <p:cNvSpPr/>
            <p:nvPr/>
          </p:nvSpPr>
          <p:spPr>
            <a:xfrm>
              <a:off x="1902968" y="3562350"/>
              <a:ext cx="418465" cy="196215"/>
            </a:xfrm>
            <a:custGeom>
              <a:avLst/>
              <a:gdLst/>
              <a:ahLst/>
              <a:cxnLst/>
              <a:rect l="l" t="t" r="r" b="b"/>
              <a:pathLst>
                <a:path w="418464" h="196214">
                  <a:moveTo>
                    <a:pt x="418338" y="0"/>
                  </a:moveTo>
                  <a:lnTo>
                    <a:pt x="0" y="19583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44543" y="3754679"/>
              <a:ext cx="166917" cy="180871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1909952" y="3642436"/>
            <a:ext cx="1166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Ngày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kết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thúc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1455229" y="2634805"/>
            <a:ext cx="639445" cy="2140585"/>
            <a:chOff x="1455229" y="2634805"/>
            <a:chExt cx="639445" cy="2140585"/>
          </a:xfrm>
        </p:grpSpPr>
        <p:sp>
          <p:nvSpPr>
            <p:cNvPr id="85" name="object 85"/>
            <p:cNvSpPr/>
            <p:nvPr/>
          </p:nvSpPr>
          <p:spPr>
            <a:xfrm>
              <a:off x="1856231" y="2831591"/>
              <a:ext cx="1905" cy="535305"/>
            </a:xfrm>
            <a:custGeom>
              <a:avLst/>
              <a:gdLst/>
              <a:ahLst/>
              <a:cxnLst/>
              <a:rect l="l" t="t" r="r" b="b"/>
              <a:pathLst>
                <a:path w="1905" h="535304">
                  <a:moveTo>
                    <a:pt x="1524" y="534924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63077" y="2634805"/>
              <a:ext cx="160401" cy="18783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627631" y="4311395"/>
              <a:ext cx="462280" cy="1905"/>
            </a:xfrm>
            <a:custGeom>
              <a:avLst/>
              <a:gdLst/>
              <a:ahLst/>
              <a:cxnLst/>
              <a:rect l="l" t="t" r="r" b="b"/>
              <a:pathLst>
                <a:path w="462280" h="1904">
                  <a:moveTo>
                    <a:pt x="461772" y="0"/>
                  </a:moveTo>
                  <a:lnTo>
                    <a:pt x="0" y="152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55229" y="4236529"/>
              <a:ext cx="163449" cy="181737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627631" y="4666488"/>
              <a:ext cx="462280" cy="1905"/>
            </a:xfrm>
            <a:custGeom>
              <a:avLst/>
              <a:gdLst/>
              <a:ahLst/>
              <a:cxnLst/>
              <a:rect l="l" t="t" r="r" b="b"/>
              <a:pathLst>
                <a:path w="462280" h="1904">
                  <a:moveTo>
                    <a:pt x="461772" y="0"/>
                  </a:moveTo>
                  <a:lnTo>
                    <a:pt x="0" y="15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55229" y="4591621"/>
              <a:ext cx="163449" cy="183261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795629" y="3980297"/>
            <a:ext cx="685800" cy="73660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75"/>
              </a:spcBef>
            </a:pPr>
            <a:r>
              <a:rPr sz="1600" dirty="0">
                <a:latin typeface="Times New Roman"/>
                <a:cs typeface="Times New Roman"/>
              </a:rPr>
              <a:t>Mã</a:t>
            </a:r>
            <a:r>
              <a:rPr sz="1600" spc="-25" dirty="0">
                <a:latin typeface="Times New Roman"/>
                <a:cs typeface="Times New Roman"/>
              </a:rPr>
              <a:t> GV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600" dirty="0">
                <a:latin typeface="Times New Roman"/>
                <a:cs typeface="Times New Roman"/>
              </a:rPr>
              <a:t>Tên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GV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2" name="Slide Number Placeholder 91">
            <a:extLst>
              <a:ext uri="{FF2B5EF4-FFF2-40B4-BE49-F238E27FC236}">
                <a16:creationId xmlns:a16="http://schemas.microsoft.com/office/drawing/2014/main" id="{B7359231-7EE6-DAE3-4534-AB051143F3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Lớp</a:t>
            </a:r>
            <a:r>
              <a:rPr spc="-65" dirty="0"/>
              <a:t> </a:t>
            </a:r>
            <a:r>
              <a:rPr dirty="0"/>
              <a:t>con</a:t>
            </a:r>
            <a:r>
              <a:rPr spc="-55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dirty="0"/>
              <a:t>lớp</a:t>
            </a:r>
            <a:r>
              <a:rPr spc="-55" dirty="0"/>
              <a:t> </a:t>
            </a:r>
            <a:r>
              <a:rPr spc="-25" dirty="0"/>
              <a:t>cha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3344" y="1031418"/>
            <a:ext cx="8387715" cy="11423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Lớp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thể</a:t>
            </a:r>
            <a:endParaRPr sz="24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ý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nghĩa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trọng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thể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cần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biểu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diễn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rõ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ràng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CSDL.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2372" y="4960620"/>
            <a:ext cx="13106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4"/>
              </a:spcBef>
            </a:pPr>
            <a:r>
              <a:rPr sz="1800" spc="-10" dirty="0">
                <a:latin typeface="Arial"/>
                <a:cs typeface="Arial"/>
              </a:rPr>
              <a:t>BANHANG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8072" y="5622035"/>
            <a:ext cx="1534795" cy="523240"/>
          </a:xfrm>
          <a:custGeom>
            <a:avLst/>
            <a:gdLst/>
            <a:ahLst/>
            <a:cxnLst/>
            <a:rect l="l" t="t" r="r" b="b"/>
            <a:pathLst>
              <a:path w="1534795" h="523239">
                <a:moveTo>
                  <a:pt x="0" y="261365"/>
                </a:moveTo>
                <a:lnTo>
                  <a:pt x="12362" y="214385"/>
                </a:lnTo>
                <a:lnTo>
                  <a:pt x="48004" y="170167"/>
                </a:lnTo>
                <a:lnTo>
                  <a:pt x="104760" y="129449"/>
                </a:lnTo>
                <a:lnTo>
                  <a:pt x="140379" y="110634"/>
                </a:lnTo>
                <a:lnTo>
                  <a:pt x="180463" y="92971"/>
                </a:lnTo>
                <a:lnTo>
                  <a:pt x="224742" y="76552"/>
                </a:lnTo>
                <a:lnTo>
                  <a:pt x="272945" y="61470"/>
                </a:lnTo>
                <a:lnTo>
                  <a:pt x="324801" y="47816"/>
                </a:lnTo>
                <a:lnTo>
                  <a:pt x="380040" y="35684"/>
                </a:lnTo>
                <a:lnTo>
                  <a:pt x="438390" y="25165"/>
                </a:lnTo>
                <a:lnTo>
                  <a:pt x="499581" y="16351"/>
                </a:lnTo>
                <a:lnTo>
                  <a:pt x="563342" y="9336"/>
                </a:lnTo>
                <a:lnTo>
                  <a:pt x="629401" y="4210"/>
                </a:lnTo>
                <a:lnTo>
                  <a:pt x="697489" y="1068"/>
                </a:lnTo>
                <a:lnTo>
                  <a:pt x="767334" y="0"/>
                </a:lnTo>
                <a:lnTo>
                  <a:pt x="837178" y="1068"/>
                </a:lnTo>
                <a:lnTo>
                  <a:pt x="905266" y="4210"/>
                </a:lnTo>
                <a:lnTo>
                  <a:pt x="971325" y="9336"/>
                </a:lnTo>
                <a:lnTo>
                  <a:pt x="1035086" y="16351"/>
                </a:lnTo>
                <a:lnTo>
                  <a:pt x="1096277" y="25165"/>
                </a:lnTo>
                <a:lnTo>
                  <a:pt x="1154627" y="35684"/>
                </a:lnTo>
                <a:lnTo>
                  <a:pt x="1209866" y="47816"/>
                </a:lnTo>
                <a:lnTo>
                  <a:pt x="1261722" y="61470"/>
                </a:lnTo>
                <a:lnTo>
                  <a:pt x="1309925" y="76552"/>
                </a:lnTo>
                <a:lnTo>
                  <a:pt x="1354204" y="92971"/>
                </a:lnTo>
                <a:lnTo>
                  <a:pt x="1394288" y="110634"/>
                </a:lnTo>
                <a:lnTo>
                  <a:pt x="1429907" y="129449"/>
                </a:lnTo>
                <a:lnTo>
                  <a:pt x="1486663" y="170167"/>
                </a:lnTo>
                <a:lnTo>
                  <a:pt x="1522305" y="214385"/>
                </a:lnTo>
                <a:lnTo>
                  <a:pt x="1534667" y="261365"/>
                </a:lnTo>
                <a:lnTo>
                  <a:pt x="1531532" y="285155"/>
                </a:lnTo>
                <a:lnTo>
                  <a:pt x="1507258" y="330847"/>
                </a:lnTo>
                <a:lnTo>
                  <a:pt x="1460788" y="373407"/>
                </a:lnTo>
                <a:lnTo>
                  <a:pt x="1394288" y="412097"/>
                </a:lnTo>
                <a:lnTo>
                  <a:pt x="1354204" y="429760"/>
                </a:lnTo>
                <a:lnTo>
                  <a:pt x="1309925" y="446179"/>
                </a:lnTo>
                <a:lnTo>
                  <a:pt x="1261722" y="461261"/>
                </a:lnTo>
                <a:lnTo>
                  <a:pt x="1209866" y="474915"/>
                </a:lnTo>
                <a:lnTo>
                  <a:pt x="1154627" y="487047"/>
                </a:lnTo>
                <a:lnTo>
                  <a:pt x="1096277" y="497566"/>
                </a:lnTo>
                <a:lnTo>
                  <a:pt x="1035086" y="506380"/>
                </a:lnTo>
                <a:lnTo>
                  <a:pt x="971325" y="513395"/>
                </a:lnTo>
                <a:lnTo>
                  <a:pt x="905266" y="518521"/>
                </a:lnTo>
                <a:lnTo>
                  <a:pt x="837178" y="521663"/>
                </a:lnTo>
                <a:lnTo>
                  <a:pt x="767334" y="522731"/>
                </a:lnTo>
                <a:lnTo>
                  <a:pt x="697489" y="521663"/>
                </a:lnTo>
                <a:lnTo>
                  <a:pt x="629401" y="518521"/>
                </a:lnTo>
                <a:lnTo>
                  <a:pt x="563342" y="513395"/>
                </a:lnTo>
                <a:lnTo>
                  <a:pt x="499581" y="506380"/>
                </a:lnTo>
                <a:lnTo>
                  <a:pt x="438390" y="497566"/>
                </a:lnTo>
                <a:lnTo>
                  <a:pt x="380040" y="487047"/>
                </a:lnTo>
                <a:lnTo>
                  <a:pt x="324801" y="474915"/>
                </a:lnTo>
                <a:lnTo>
                  <a:pt x="272945" y="461261"/>
                </a:lnTo>
                <a:lnTo>
                  <a:pt x="224742" y="446179"/>
                </a:lnTo>
                <a:lnTo>
                  <a:pt x="180463" y="429760"/>
                </a:lnTo>
                <a:lnTo>
                  <a:pt x="140379" y="412097"/>
                </a:lnTo>
                <a:lnTo>
                  <a:pt x="104760" y="393282"/>
                </a:lnTo>
                <a:lnTo>
                  <a:pt x="48004" y="352564"/>
                </a:lnTo>
                <a:lnTo>
                  <a:pt x="12362" y="308346"/>
                </a:lnTo>
                <a:lnTo>
                  <a:pt x="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43888" y="5728817"/>
            <a:ext cx="9251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Dinhmuc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4644" y="5329428"/>
            <a:ext cx="3175" cy="370205"/>
          </a:xfrm>
          <a:custGeom>
            <a:avLst/>
            <a:gdLst/>
            <a:ahLst/>
            <a:cxnLst/>
            <a:rect l="l" t="t" r="r" b="b"/>
            <a:pathLst>
              <a:path w="3175" h="370204">
                <a:moveTo>
                  <a:pt x="0" y="369887"/>
                </a:moveTo>
                <a:lnTo>
                  <a:pt x="317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76115" y="4956047"/>
            <a:ext cx="125158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334"/>
              </a:spcBef>
            </a:pPr>
            <a:r>
              <a:rPr sz="1800" spc="-10" dirty="0">
                <a:latin typeface="Arial"/>
                <a:cs typeface="Arial"/>
              </a:rPr>
              <a:t>KYTHUAT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13632" y="5615940"/>
            <a:ext cx="1371600" cy="524510"/>
          </a:xfrm>
          <a:custGeom>
            <a:avLst/>
            <a:gdLst/>
            <a:ahLst/>
            <a:cxnLst/>
            <a:rect l="l" t="t" r="r" b="b"/>
            <a:pathLst>
              <a:path w="1371600" h="524510">
                <a:moveTo>
                  <a:pt x="0" y="262128"/>
                </a:moveTo>
                <a:lnTo>
                  <a:pt x="12367" y="212318"/>
                </a:lnTo>
                <a:lnTo>
                  <a:pt x="47936" y="165663"/>
                </a:lnTo>
                <a:lnTo>
                  <a:pt x="104406" y="123041"/>
                </a:lnTo>
                <a:lnTo>
                  <a:pt x="139761" y="103518"/>
                </a:lnTo>
                <a:lnTo>
                  <a:pt x="179477" y="85332"/>
                </a:lnTo>
                <a:lnTo>
                  <a:pt x="223269" y="68595"/>
                </a:lnTo>
                <a:lnTo>
                  <a:pt x="270848" y="53415"/>
                </a:lnTo>
                <a:lnTo>
                  <a:pt x="321928" y="39903"/>
                </a:lnTo>
                <a:lnTo>
                  <a:pt x="376219" y="28168"/>
                </a:lnTo>
                <a:lnTo>
                  <a:pt x="433436" y="18320"/>
                </a:lnTo>
                <a:lnTo>
                  <a:pt x="493290" y="10470"/>
                </a:lnTo>
                <a:lnTo>
                  <a:pt x="555493" y="4726"/>
                </a:lnTo>
                <a:lnTo>
                  <a:pt x="619759" y="1199"/>
                </a:lnTo>
                <a:lnTo>
                  <a:pt x="685800" y="0"/>
                </a:lnTo>
                <a:lnTo>
                  <a:pt x="751840" y="1199"/>
                </a:lnTo>
                <a:lnTo>
                  <a:pt x="816106" y="4726"/>
                </a:lnTo>
                <a:lnTo>
                  <a:pt x="878309" y="10470"/>
                </a:lnTo>
                <a:lnTo>
                  <a:pt x="938163" y="18320"/>
                </a:lnTo>
                <a:lnTo>
                  <a:pt x="995380" y="28168"/>
                </a:lnTo>
                <a:lnTo>
                  <a:pt x="1049671" y="39903"/>
                </a:lnTo>
                <a:lnTo>
                  <a:pt x="1100751" y="53415"/>
                </a:lnTo>
                <a:lnTo>
                  <a:pt x="1148330" y="68595"/>
                </a:lnTo>
                <a:lnTo>
                  <a:pt x="1192122" y="85332"/>
                </a:lnTo>
                <a:lnTo>
                  <a:pt x="1231838" y="103518"/>
                </a:lnTo>
                <a:lnTo>
                  <a:pt x="1267193" y="123041"/>
                </a:lnTo>
                <a:lnTo>
                  <a:pt x="1323663" y="165663"/>
                </a:lnTo>
                <a:lnTo>
                  <a:pt x="1359232" y="212318"/>
                </a:lnTo>
                <a:lnTo>
                  <a:pt x="1371600" y="262128"/>
                </a:lnTo>
                <a:lnTo>
                  <a:pt x="1368460" y="287372"/>
                </a:lnTo>
                <a:lnTo>
                  <a:pt x="1344204" y="335714"/>
                </a:lnTo>
                <a:lnTo>
                  <a:pt x="1297897" y="380462"/>
                </a:lnTo>
                <a:lnTo>
                  <a:pt x="1231838" y="420737"/>
                </a:lnTo>
                <a:lnTo>
                  <a:pt x="1192122" y="438923"/>
                </a:lnTo>
                <a:lnTo>
                  <a:pt x="1148330" y="455660"/>
                </a:lnTo>
                <a:lnTo>
                  <a:pt x="1100751" y="470840"/>
                </a:lnTo>
                <a:lnTo>
                  <a:pt x="1049671" y="484352"/>
                </a:lnTo>
                <a:lnTo>
                  <a:pt x="995380" y="496087"/>
                </a:lnTo>
                <a:lnTo>
                  <a:pt x="938163" y="505935"/>
                </a:lnTo>
                <a:lnTo>
                  <a:pt x="878309" y="513785"/>
                </a:lnTo>
                <a:lnTo>
                  <a:pt x="816106" y="519529"/>
                </a:lnTo>
                <a:lnTo>
                  <a:pt x="751840" y="523056"/>
                </a:lnTo>
                <a:lnTo>
                  <a:pt x="685800" y="524256"/>
                </a:lnTo>
                <a:lnTo>
                  <a:pt x="619759" y="523056"/>
                </a:lnTo>
                <a:lnTo>
                  <a:pt x="555493" y="519529"/>
                </a:lnTo>
                <a:lnTo>
                  <a:pt x="493290" y="513785"/>
                </a:lnTo>
                <a:lnTo>
                  <a:pt x="433436" y="505935"/>
                </a:lnTo>
                <a:lnTo>
                  <a:pt x="376219" y="496087"/>
                </a:lnTo>
                <a:lnTo>
                  <a:pt x="321928" y="484352"/>
                </a:lnTo>
                <a:lnTo>
                  <a:pt x="270848" y="470840"/>
                </a:lnTo>
                <a:lnTo>
                  <a:pt x="223269" y="455660"/>
                </a:lnTo>
                <a:lnTo>
                  <a:pt x="179477" y="438923"/>
                </a:lnTo>
                <a:lnTo>
                  <a:pt x="139761" y="420737"/>
                </a:lnTo>
                <a:lnTo>
                  <a:pt x="104406" y="401214"/>
                </a:lnTo>
                <a:lnTo>
                  <a:pt x="47936" y="358592"/>
                </a:lnTo>
                <a:lnTo>
                  <a:pt x="12367" y="311937"/>
                </a:lnTo>
                <a:lnTo>
                  <a:pt x="0" y="262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94175" y="5723940"/>
            <a:ext cx="810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Capbac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99432" y="5324855"/>
            <a:ext cx="3175" cy="370205"/>
          </a:xfrm>
          <a:custGeom>
            <a:avLst/>
            <a:gdLst/>
            <a:ahLst/>
            <a:cxnLst/>
            <a:rect l="l" t="t" r="r" b="b"/>
            <a:pathLst>
              <a:path w="3175" h="370204">
                <a:moveTo>
                  <a:pt x="0" y="369887"/>
                </a:moveTo>
                <a:lnTo>
                  <a:pt x="317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46647" y="4956047"/>
            <a:ext cx="19710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4"/>
              </a:spcBef>
            </a:pPr>
            <a:r>
              <a:rPr sz="1800" spc="-10" dirty="0">
                <a:latin typeface="Arial"/>
                <a:cs typeface="Arial"/>
              </a:rPr>
              <a:t>KYSUPHANMEM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31408" y="5615940"/>
            <a:ext cx="1998345" cy="524510"/>
          </a:xfrm>
          <a:custGeom>
            <a:avLst/>
            <a:gdLst/>
            <a:ahLst/>
            <a:cxnLst/>
            <a:rect l="l" t="t" r="r" b="b"/>
            <a:pathLst>
              <a:path w="1998345" h="524510">
                <a:moveTo>
                  <a:pt x="0" y="262128"/>
                </a:moveTo>
                <a:lnTo>
                  <a:pt x="9921" y="225043"/>
                </a:lnTo>
                <a:lnTo>
                  <a:pt x="38782" y="189557"/>
                </a:lnTo>
                <a:lnTo>
                  <a:pt x="85231" y="156024"/>
                </a:lnTo>
                <a:lnTo>
                  <a:pt x="147915" y="124799"/>
                </a:lnTo>
                <a:lnTo>
                  <a:pt x="184922" y="110162"/>
                </a:lnTo>
                <a:lnTo>
                  <a:pt x="225481" y="96236"/>
                </a:lnTo>
                <a:lnTo>
                  <a:pt x="269422" y="83065"/>
                </a:lnTo>
                <a:lnTo>
                  <a:pt x="316576" y="70692"/>
                </a:lnTo>
                <a:lnTo>
                  <a:pt x="366774" y="59162"/>
                </a:lnTo>
                <a:lnTo>
                  <a:pt x="419847" y="48520"/>
                </a:lnTo>
                <a:lnTo>
                  <a:pt x="475626" y="38810"/>
                </a:lnTo>
                <a:lnTo>
                  <a:pt x="533942" y="30076"/>
                </a:lnTo>
                <a:lnTo>
                  <a:pt x="594626" y="22363"/>
                </a:lnTo>
                <a:lnTo>
                  <a:pt x="657508" y="15714"/>
                </a:lnTo>
                <a:lnTo>
                  <a:pt x="722420" y="10175"/>
                </a:lnTo>
                <a:lnTo>
                  <a:pt x="789193" y="5790"/>
                </a:lnTo>
                <a:lnTo>
                  <a:pt x="857656" y="2603"/>
                </a:lnTo>
                <a:lnTo>
                  <a:pt x="927642" y="658"/>
                </a:lnTo>
                <a:lnTo>
                  <a:pt x="998982" y="0"/>
                </a:lnTo>
                <a:lnTo>
                  <a:pt x="1070321" y="658"/>
                </a:lnTo>
                <a:lnTo>
                  <a:pt x="1140307" y="2603"/>
                </a:lnTo>
                <a:lnTo>
                  <a:pt x="1208770" y="5790"/>
                </a:lnTo>
                <a:lnTo>
                  <a:pt x="1275543" y="10175"/>
                </a:lnTo>
                <a:lnTo>
                  <a:pt x="1340455" y="15714"/>
                </a:lnTo>
                <a:lnTo>
                  <a:pt x="1403337" y="22363"/>
                </a:lnTo>
                <a:lnTo>
                  <a:pt x="1464021" y="30076"/>
                </a:lnTo>
                <a:lnTo>
                  <a:pt x="1522337" y="38810"/>
                </a:lnTo>
                <a:lnTo>
                  <a:pt x="1578116" y="48520"/>
                </a:lnTo>
                <a:lnTo>
                  <a:pt x="1631189" y="59162"/>
                </a:lnTo>
                <a:lnTo>
                  <a:pt x="1681387" y="70692"/>
                </a:lnTo>
                <a:lnTo>
                  <a:pt x="1728541" y="83065"/>
                </a:lnTo>
                <a:lnTo>
                  <a:pt x="1772482" y="96236"/>
                </a:lnTo>
                <a:lnTo>
                  <a:pt x="1813041" y="110162"/>
                </a:lnTo>
                <a:lnTo>
                  <a:pt x="1850048" y="124799"/>
                </a:lnTo>
                <a:lnTo>
                  <a:pt x="1912732" y="156024"/>
                </a:lnTo>
                <a:lnTo>
                  <a:pt x="1959181" y="189557"/>
                </a:lnTo>
                <a:lnTo>
                  <a:pt x="1988042" y="225043"/>
                </a:lnTo>
                <a:lnTo>
                  <a:pt x="1997964" y="262128"/>
                </a:lnTo>
                <a:lnTo>
                  <a:pt x="1995455" y="280847"/>
                </a:lnTo>
                <a:lnTo>
                  <a:pt x="1975895" y="317177"/>
                </a:lnTo>
                <a:lnTo>
                  <a:pt x="1938070" y="351731"/>
                </a:lnTo>
                <a:lnTo>
                  <a:pt x="1883335" y="384155"/>
                </a:lnTo>
                <a:lnTo>
                  <a:pt x="1813041" y="414093"/>
                </a:lnTo>
                <a:lnTo>
                  <a:pt x="1772482" y="428019"/>
                </a:lnTo>
                <a:lnTo>
                  <a:pt x="1728541" y="441190"/>
                </a:lnTo>
                <a:lnTo>
                  <a:pt x="1681387" y="453563"/>
                </a:lnTo>
                <a:lnTo>
                  <a:pt x="1631189" y="465093"/>
                </a:lnTo>
                <a:lnTo>
                  <a:pt x="1578116" y="475735"/>
                </a:lnTo>
                <a:lnTo>
                  <a:pt x="1522337" y="485445"/>
                </a:lnTo>
                <a:lnTo>
                  <a:pt x="1464021" y="494179"/>
                </a:lnTo>
                <a:lnTo>
                  <a:pt x="1403337" y="501892"/>
                </a:lnTo>
                <a:lnTo>
                  <a:pt x="1340455" y="508541"/>
                </a:lnTo>
                <a:lnTo>
                  <a:pt x="1275543" y="514080"/>
                </a:lnTo>
                <a:lnTo>
                  <a:pt x="1208770" y="518465"/>
                </a:lnTo>
                <a:lnTo>
                  <a:pt x="1140307" y="521652"/>
                </a:lnTo>
                <a:lnTo>
                  <a:pt x="1070321" y="523597"/>
                </a:lnTo>
                <a:lnTo>
                  <a:pt x="998982" y="524256"/>
                </a:lnTo>
                <a:lnTo>
                  <a:pt x="927642" y="523597"/>
                </a:lnTo>
                <a:lnTo>
                  <a:pt x="857656" y="521652"/>
                </a:lnTo>
                <a:lnTo>
                  <a:pt x="789193" y="518465"/>
                </a:lnTo>
                <a:lnTo>
                  <a:pt x="722420" y="514080"/>
                </a:lnTo>
                <a:lnTo>
                  <a:pt x="657508" y="508541"/>
                </a:lnTo>
                <a:lnTo>
                  <a:pt x="594626" y="501892"/>
                </a:lnTo>
                <a:lnTo>
                  <a:pt x="533942" y="494179"/>
                </a:lnTo>
                <a:lnTo>
                  <a:pt x="475626" y="485445"/>
                </a:lnTo>
                <a:lnTo>
                  <a:pt x="419847" y="475735"/>
                </a:lnTo>
                <a:lnTo>
                  <a:pt x="366774" y="465093"/>
                </a:lnTo>
                <a:lnTo>
                  <a:pt x="316576" y="453563"/>
                </a:lnTo>
                <a:lnTo>
                  <a:pt x="269422" y="441190"/>
                </a:lnTo>
                <a:lnTo>
                  <a:pt x="225481" y="428019"/>
                </a:lnTo>
                <a:lnTo>
                  <a:pt x="184922" y="414093"/>
                </a:lnTo>
                <a:lnTo>
                  <a:pt x="147915" y="399456"/>
                </a:lnTo>
                <a:lnTo>
                  <a:pt x="85231" y="368231"/>
                </a:lnTo>
                <a:lnTo>
                  <a:pt x="38782" y="334698"/>
                </a:lnTo>
                <a:lnTo>
                  <a:pt x="9921" y="299212"/>
                </a:lnTo>
                <a:lnTo>
                  <a:pt x="0" y="262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05550" y="5723940"/>
            <a:ext cx="1252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Chuyenmon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29628" y="5324855"/>
            <a:ext cx="3175" cy="370205"/>
          </a:xfrm>
          <a:custGeom>
            <a:avLst/>
            <a:gdLst/>
            <a:ahLst/>
            <a:cxnLst/>
            <a:rect l="l" t="t" r="r" b="b"/>
            <a:pathLst>
              <a:path w="3175" h="370204">
                <a:moveTo>
                  <a:pt x="0" y="369887"/>
                </a:moveTo>
                <a:lnTo>
                  <a:pt x="317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05884" y="3886200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89" h="365760">
                <a:moveTo>
                  <a:pt x="0" y="182880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39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7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5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80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5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7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39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8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12690" y="391345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01440" y="3241548"/>
            <a:ext cx="1361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09971" y="2650235"/>
            <a:ext cx="1122045" cy="523240"/>
          </a:xfrm>
          <a:custGeom>
            <a:avLst/>
            <a:gdLst/>
            <a:ahLst/>
            <a:cxnLst/>
            <a:rect l="l" t="t" r="r" b="b"/>
            <a:pathLst>
              <a:path w="1122045" h="523239">
                <a:moveTo>
                  <a:pt x="0" y="261365"/>
                </a:moveTo>
                <a:lnTo>
                  <a:pt x="14811" y="201421"/>
                </a:lnTo>
                <a:lnTo>
                  <a:pt x="57001" y="146401"/>
                </a:lnTo>
                <a:lnTo>
                  <a:pt x="87311" y="121228"/>
                </a:lnTo>
                <a:lnTo>
                  <a:pt x="123204" y="97873"/>
                </a:lnTo>
                <a:lnTo>
                  <a:pt x="164258" y="76533"/>
                </a:lnTo>
                <a:lnTo>
                  <a:pt x="210054" y="57403"/>
                </a:lnTo>
                <a:lnTo>
                  <a:pt x="260170" y="40679"/>
                </a:lnTo>
                <a:lnTo>
                  <a:pt x="314186" y="26556"/>
                </a:lnTo>
                <a:lnTo>
                  <a:pt x="371680" y="15231"/>
                </a:lnTo>
                <a:lnTo>
                  <a:pt x="432233" y="6900"/>
                </a:lnTo>
                <a:lnTo>
                  <a:pt x="495424" y="1757"/>
                </a:lnTo>
                <a:lnTo>
                  <a:pt x="560831" y="0"/>
                </a:lnTo>
                <a:lnTo>
                  <a:pt x="626239" y="1757"/>
                </a:lnTo>
                <a:lnTo>
                  <a:pt x="689430" y="6900"/>
                </a:lnTo>
                <a:lnTo>
                  <a:pt x="749983" y="15231"/>
                </a:lnTo>
                <a:lnTo>
                  <a:pt x="807477" y="26556"/>
                </a:lnTo>
                <a:lnTo>
                  <a:pt x="861493" y="40679"/>
                </a:lnTo>
                <a:lnTo>
                  <a:pt x="911609" y="57403"/>
                </a:lnTo>
                <a:lnTo>
                  <a:pt x="957405" y="76533"/>
                </a:lnTo>
                <a:lnTo>
                  <a:pt x="998459" y="97873"/>
                </a:lnTo>
                <a:lnTo>
                  <a:pt x="1034352" y="121228"/>
                </a:lnTo>
                <a:lnTo>
                  <a:pt x="1064662" y="146401"/>
                </a:lnTo>
                <a:lnTo>
                  <a:pt x="1106852" y="201421"/>
                </a:lnTo>
                <a:lnTo>
                  <a:pt x="1121664" y="261365"/>
                </a:lnTo>
                <a:lnTo>
                  <a:pt x="1117891" y="291856"/>
                </a:lnTo>
                <a:lnTo>
                  <a:pt x="1088969" y="349534"/>
                </a:lnTo>
                <a:lnTo>
                  <a:pt x="1034352" y="401503"/>
                </a:lnTo>
                <a:lnTo>
                  <a:pt x="998459" y="424858"/>
                </a:lnTo>
                <a:lnTo>
                  <a:pt x="957405" y="446198"/>
                </a:lnTo>
                <a:lnTo>
                  <a:pt x="911609" y="465328"/>
                </a:lnTo>
                <a:lnTo>
                  <a:pt x="861493" y="482052"/>
                </a:lnTo>
                <a:lnTo>
                  <a:pt x="807477" y="496175"/>
                </a:lnTo>
                <a:lnTo>
                  <a:pt x="749983" y="507500"/>
                </a:lnTo>
                <a:lnTo>
                  <a:pt x="689430" y="515831"/>
                </a:lnTo>
                <a:lnTo>
                  <a:pt x="626239" y="520974"/>
                </a:lnTo>
                <a:lnTo>
                  <a:pt x="560831" y="522731"/>
                </a:lnTo>
                <a:lnTo>
                  <a:pt x="495424" y="520974"/>
                </a:lnTo>
                <a:lnTo>
                  <a:pt x="432233" y="515831"/>
                </a:lnTo>
                <a:lnTo>
                  <a:pt x="371680" y="507500"/>
                </a:lnTo>
                <a:lnTo>
                  <a:pt x="314186" y="496175"/>
                </a:lnTo>
                <a:lnTo>
                  <a:pt x="260170" y="482052"/>
                </a:lnTo>
                <a:lnTo>
                  <a:pt x="210054" y="465328"/>
                </a:lnTo>
                <a:lnTo>
                  <a:pt x="164258" y="446198"/>
                </a:lnTo>
                <a:lnTo>
                  <a:pt x="123204" y="424858"/>
                </a:lnTo>
                <a:lnTo>
                  <a:pt x="87311" y="401503"/>
                </a:lnTo>
                <a:lnTo>
                  <a:pt x="57001" y="376330"/>
                </a:lnTo>
                <a:lnTo>
                  <a:pt x="14811" y="321310"/>
                </a:lnTo>
                <a:lnTo>
                  <a:pt x="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54573" y="2756408"/>
            <a:ext cx="635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81144" y="2116835"/>
            <a:ext cx="2423160" cy="1125220"/>
          </a:xfrm>
          <a:custGeom>
            <a:avLst/>
            <a:gdLst/>
            <a:ahLst/>
            <a:cxnLst/>
            <a:rect l="l" t="t" r="r" b="b"/>
            <a:pathLst>
              <a:path w="2423159" h="1125220">
                <a:moveTo>
                  <a:pt x="809625" y="925067"/>
                </a:moveTo>
                <a:lnTo>
                  <a:pt x="0" y="1125092"/>
                </a:lnTo>
              </a:path>
              <a:path w="2423159" h="1125220">
                <a:moveTo>
                  <a:pt x="1752600" y="261365"/>
                </a:moveTo>
                <a:lnTo>
                  <a:pt x="1756988" y="218958"/>
                </a:lnTo>
                <a:lnTo>
                  <a:pt x="1769693" y="178734"/>
                </a:lnTo>
                <a:lnTo>
                  <a:pt x="1790024" y="141230"/>
                </a:lnTo>
                <a:lnTo>
                  <a:pt x="1817290" y="106984"/>
                </a:lnTo>
                <a:lnTo>
                  <a:pt x="1850802" y="76533"/>
                </a:lnTo>
                <a:lnTo>
                  <a:pt x="1889869" y="50413"/>
                </a:lnTo>
                <a:lnTo>
                  <a:pt x="1933801" y="29163"/>
                </a:lnTo>
                <a:lnTo>
                  <a:pt x="1981907" y="13319"/>
                </a:lnTo>
                <a:lnTo>
                  <a:pt x="2033496" y="3419"/>
                </a:lnTo>
                <a:lnTo>
                  <a:pt x="2087879" y="0"/>
                </a:lnTo>
                <a:lnTo>
                  <a:pt x="2142263" y="3419"/>
                </a:lnTo>
                <a:lnTo>
                  <a:pt x="2193852" y="13319"/>
                </a:lnTo>
                <a:lnTo>
                  <a:pt x="2241958" y="29163"/>
                </a:lnTo>
                <a:lnTo>
                  <a:pt x="2285890" y="50413"/>
                </a:lnTo>
                <a:lnTo>
                  <a:pt x="2324957" y="76533"/>
                </a:lnTo>
                <a:lnTo>
                  <a:pt x="2358469" y="106984"/>
                </a:lnTo>
                <a:lnTo>
                  <a:pt x="2385735" y="141230"/>
                </a:lnTo>
                <a:lnTo>
                  <a:pt x="2406066" y="178734"/>
                </a:lnTo>
                <a:lnTo>
                  <a:pt x="2418771" y="218958"/>
                </a:lnTo>
                <a:lnTo>
                  <a:pt x="2423159" y="261365"/>
                </a:lnTo>
                <a:lnTo>
                  <a:pt x="2418771" y="303773"/>
                </a:lnTo>
                <a:lnTo>
                  <a:pt x="2406066" y="343997"/>
                </a:lnTo>
                <a:lnTo>
                  <a:pt x="2385735" y="381501"/>
                </a:lnTo>
                <a:lnTo>
                  <a:pt x="2358469" y="415747"/>
                </a:lnTo>
                <a:lnTo>
                  <a:pt x="2324957" y="446198"/>
                </a:lnTo>
                <a:lnTo>
                  <a:pt x="2285890" y="472318"/>
                </a:lnTo>
                <a:lnTo>
                  <a:pt x="2241958" y="493568"/>
                </a:lnTo>
                <a:lnTo>
                  <a:pt x="2193852" y="509412"/>
                </a:lnTo>
                <a:lnTo>
                  <a:pt x="2142263" y="519312"/>
                </a:lnTo>
                <a:lnTo>
                  <a:pt x="2087879" y="522731"/>
                </a:lnTo>
                <a:lnTo>
                  <a:pt x="2033496" y="519312"/>
                </a:lnTo>
                <a:lnTo>
                  <a:pt x="1981907" y="509412"/>
                </a:lnTo>
                <a:lnTo>
                  <a:pt x="1933801" y="493568"/>
                </a:lnTo>
                <a:lnTo>
                  <a:pt x="1889869" y="472318"/>
                </a:lnTo>
                <a:lnTo>
                  <a:pt x="1850802" y="446198"/>
                </a:lnTo>
                <a:lnTo>
                  <a:pt x="1817290" y="415747"/>
                </a:lnTo>
                <a:lnTo>
                  <a:pt x="1790024" y="381501"/>
                </a:lnTo>
                <a:lnTo>
                  <a:pt x="1769693" y="343997"/>
                </a:lnTo>
                <a:lnTo>
                  <a:pt x="1756988" y="303773"/>
                </a:lnTo>
                <a:lnTo>
                  <a:pt x="175260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12179" y="2222753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Ho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19671" y="2650235"/>
            <a:ext cx="942340" cy="523240"/>
          </a:xfrm>
          <a:custGeom>
            <a:avLst/>
            <a:gdLst/>
            <a:ahLst/>
            <a:cxnLst/>
            <a:rect l="l" t="t" r="r" b="b"/>
            <a:pathLst>
              <a:path w="942340" h="523239">
                <a:moveTo>
                  <a:pt x="0" y="261365"/>
                </a:moveTo>
                <a:lnTo>
                  <a:pt x="14381" y="196994"/>
                </a:lnTo>
                <a:lnTo>
                  <a:pt x="55171" y="138474"/>
                </a:lnTo>
                <a:lnTo>
                  <a:pt x="84368" y="112019"/>
                </a:lnTo>
                <a:lnTo>
                  <a:pt x="118842" y="87762"/>
                </a:lnTo>
                <a:lnTo>
                  <a:pt x="158155" y="65945"/>
                </a:lnTo>
                <a:lnTo>
                  <a:pt x="201864" y="46814"/>
                </a:lnTo>
                <a:lnTo>
                  <a:pt x="249528" y="30613"/>
                </a:lnTo>
                <a:lnTo>
                  <a:pt x="300707" y="17586"/>
                </a:lnTo>
                <a:lnTo>
                  <a:pt x="354958" y="7979"/>
                </a:lnTo>
                <a:lnTo>
                  <a:pt x="411842" y="2035"/>
                </a:lnTo>
                <a:lnTo>
                  <a:pt x="470916" y="0"/>
                </a:lnTo>
                <a:lnTo>
                  <a:pt x="529989" y="2035"/>
                </a:lnTo>
                <a:lnTo>
                  <a:pt x="586873" y="7979"/>
                </a:lnTo>
                <a:lnTo>
                  <a:pt x="641124" y="17586"/>
                </a:lnTo>
                <a:lnTo>
                  <a:pt x="692303" y="30613"/>
                </a:lnTo>
                <a:lnTo>
                  <a:pt x="739967" y="46814"/>
                </a:lnTo>
                <a:lnTo>
                  <a:pt x="783676" y="65945"/>
                </a:lnTo>
                <a:lnTo>
                  <a:pt x="822989" y="87762"/>
                </a:lnTo>
                <a:lnTo>
                  <a:pt x="857463" y="112019"/>
                </a:lnTo>
                <a:lnTo>
                  <a:pt x="886660" y="138474"/>
                </a:lnTo>
                <a:lnTo>
                  <a:pt x="927450" y="196994"/>
                </a:lnTo>
                <a:lnTo>
                  <a:pt x="941831" y="261365"/>
                </a:lnTo>
                <a:lnTo>
                  <a:pt x="938163" y="294161"/>
                </a:lnTo>
                <a:lnTo>
                  <a:pt x="910135" y="355851"/>
                </a:lnTo>
                <a:lnTo>
                  <a:pt x="857463" y="410712"/>
                </a:lnTo>
                <a:lnTo>
                  <a:pt x="822989" y="434969"/>
                </a:lnTo>
                <a:lnTo>
                  <a:pt x="783676" y="456786"/>
                </a:lnTo>
                <a:lnTo>
                  <a:pt x="739967" y="475917"/>
                </a:lnTo>
                <a:lnTo>
                  <a:pt x="692303" y="492118"/>
                </a:lnTo>
                <a:lnTo>
                  <a:pt x="641124" y="505145"/>
                </a:lnTo>
                <a:lnTo>
                  <a:pt x="586873" y="514752"/>
                </a:lnTo>
                <a:lnTo>
                  <a:pt x="529989" y="520696"/>
                </a:lnTo>
                <a:lnTo>
                  <a:pt x="470916" y="522731"/>
                </a:lnTo>
                <a:lnTo>
                  <a:pt x="411842" y="520696"/>
                </a:lnTo>
                <a:lnTo>
                  <a:pt x="354958" y="514752"/>
                </a:lnTo>
                <a:lnTo>
                  <a:pt x="300707" y="505145"/>
                </a:lnTo>
                <a:lnTo>
                  <a:pt x="249528" y="492118"/>
                </a:lnTo>
                <a:lnTo>
                  <a:pt x="201864" y="475917"/>
                </a:lnTo>
                <a:lnTo>
                  <a:pt x="158155" y="456786"/>
                </a:lnTo>
                <a:lnTo>
                  <a:pt x="118842" y="434969"/>
                </a:lnTo>
                <a:lnTo>
                  <a:pt x="84368" y="410712"/>
                </a:lnTo>
                <a:lnTo>
                  <a:pt x="55171" y="384257"/>
                </a:lnTo>
                <a:lnTo>
                  <a:pt x="14381" y="325737"/>
                </a:lnTo>
                <a:lnTo>
                  <a:pt x="0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38366" y="2756408"/>
            <a:ext cx="50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Dem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77940" y="3215639"/>
            <a:ext cx="818515" cy="524510"/>
          </a:xfrm>
          <a:custGeom>
            <a:avLst/>
            <a:gdLst/>
            <a:ahLst/>
            <a:cxnLst/>
            <a:rect l="l" t="t" r="r" b="b"/>
            <a:pathLst>
              <a:path w="818515" h="524510">
                <a:moveTo>
                  <a:pt x="0" y="262127"/>
                </a:moveTo>
                <a:lnTo>
                  <a:pt x="14620" y="192440"/>
                </a:lnTo>
                <a:lnTo>
                  <a:pt x="55879" y="129822"/>
                </a:lnTo>
                <a:lnTo>
                  <a:pt x="85278" y="101944"/>
                </a:lnTo>
                <a:lnTo>
                  <a:pt x="119872" y="76771"/>
                </a:lnTo>
                <a:lnTo>
                  <a:pt x="159172" y="54614"/>
                </a:lnTo>
                <a:lnTo>
                  <a:pt x="202691" y="35785"/>
                </a:lnTo>
                <a:lnTo>
                  <a:pt x="249941" y="20597"/>
                </a:lnTo>
                <a:lnTo>
                  <a:pt x="300434" y="9362"/>
                </a:lnTo>
                <a:lnTo>
                  <a:pt x="353681" y="2392"/>
                </a:lnTo>
                <a:lnTo>
                  <a:pt x="409193" y="0"/>
                </a:lnTo>
                <a:lnTo>
                  <a:pt x="464706" y="2392"/>
                </a:lnTo>
                <a:lnTo>
                  <a:pt x="517953" y="9362"/>
                </a:lnTo>
                <a:lnTo>
                  <a:pt x="568446" y="20597"/>
                </a:lnTo>
                <a:lnTo>
                  <a:pt x="615695" y="35785"/>
                </a:lnTo>
                <a:lnTo>
                  <a:pt x="659215" y="54614"/>
                </a:lnTo>
                <a:lnTo>
                  <a:pt x="698515" y="76771"/>
                </a:lnTo>
                <a:lnTo>
                  <a:pt x="733109" y="101944"/>
                </a:lnTo>
                <a:lnTo>
                  <a:pt x="762508" y="129822"/>
                </a:lnTo>
                <a:lnTo>
                  <a:pt x="786223" y="160091"/>
                </a:lnTo>
                <a:lnTo>
                  <a:pt x="814651" y="226556"/>
                </a:lnTo>
                <a:lnTo>
                  <a:pt x="818388" y="262127"/>
                </a:lnTo>
                <a:lnTo>
                  <a:pt x="814651" y="297699"/>
                </a:lnTo>
                <a:lnTo>
                  <a:pt x="786223" y="364164"/>
                </a:lnTo>
                <a:lnTo>
                  <a:pt x="762508" y="394433"/>
                </a:lnTo>
                <a:lnTo>
                  <a:pt x="733109" y="422311"/>
                </a:lnTo>
                <a:lnTo>
                  <a:pt x="698515" y="447484"/>
                </a:lnTo>
                <a:lnTo>
                  <a:pt x="659215" y="469641"/>
                </a:lnTo>
                <a:lnTo>
                  <a:pt x="615695" y="488470"/>
                </a:lnTo>
                <a:lnTo>
                  <a:pt x="568446" y="503658"/>
                </a:lnTo>
                <a:lnTo>
                  <a:pt x="517953" y="514893"/>
                </a:lnTo>
                <a:lnTo>
                  <a:pt x="464706" y="521863"/>
                </a:lnTo>
                <a:lnTo>
                  <a:pt x="409193" y="524256"/>
                </a:lnTo>
                <a:lnTo>
                  <a:pt x="353681" y="521863"/>
                </a:lnTo>
                <a:lnTo>
                  <a:pt x="300434" y="514893"/>
                </a:lnTo>
                <a:lnTo>
                  <a:pt x="249941" y="503658"/>
                </a:lnTo>
                <a:lnTo>
                  <a:pt x="202691" y="488470"/>
                </a:lnTo>
                <a:lnTo>
                  <a:pt x="159172" y="469641"/>
                </a:lnTo>
                <a:lnTo>
                  <a:pt x="119872" y="447484"/>
                </a:lnTo>
                <a:lnTo>
                  <a:pt x="85278" y="422311"/>
                </a:lnTo>
                <a:lnTo>
                  <a:pt x="55880" y="394433"/>
                </a:lnTo>
                <a:lnTo>
                  <a:pt x="32164" y="364164"/>
                </a:lnTo>
                <a:lnTo>
                  <a:pt x="3736" y="297699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591045" y="3322777"/>
            <a:ext cx="395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79329" y="2264473"/>
            <a:ext cx="2884805" cy="1086485"/>
            <a:chOff x="3779329" y="2264473"/>
            <a:chExt cx="2884805" cy="1086485"/>
          </a:xfrm>
        </p:grpSpPr>
        <p:sp>
          <p:nvSpPr>
            <p:cNvPr id="28" name="object 28"/>
            <p:cNvSpPr/>
            <p:nvPr/>
          </p:nvSpPr>
          <p:spPr>
            <a:xfrm>
              <a:off x="6065519" y="2508503"/>
              <a:ext cx="593725" cy="837565"/>
            </a:xfrm>
            <a:custGeom>
              <a:avLst/>
              <a:gdLst/>
              <a:ahLst/>
              <a:cxnLst/>
              <a:rect l="l" t="t" r="r" b="b"/>
              <a:pathLst>
                <a:path w="593725" h="837564">
                  <a:moveTo>
                    <a:pt x="434975" y="0"/>
                  </a:moveTo>
                  <a:lnTo>
                    <a:pt x="0" y="403225"/>
                  </a:lnTo>
                </a:path>
                <a:path w="593725" h="837564">
                  <a:moveTo>
                    <a:pt x="593725" y="402336"/>
                  </a:moveTo>
                  <a:lnTo>
                    <a:pt x="0" y="403987"/>
                  </a:lnTo>
                </a:path>
                <a:path w="593725" h="837564">
                  <a:moveTo>
                    <a:pt x="517525" y="837311"/>
                  </a:moveTo>
                  <a:lnTo>
                    <a:pt x="0" y="40233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84091" y="2269235"/>
              <a:ext cx="1602105" cy="523240"/>
            </a:xfrm>
            <a:custGeom>
              <a:avLst/>
              <a:gdLst/>
              <a:ahLst/>
              <a:cxnLst/>
              <a:rect l="l" t="t" r="r" b="b"/>
              <a:pathLst>
                <a:path w="1602104" h="523239">
                  <a:moveTo>
                    <a:pt x="800862" y="0"/>
                  </a:moveTo>
                  <a:lnTo>
                    <a:pt x="731755" y="958"/>
                  </a:lnTo>
                  <a:lnTo>
                    <a:pt x="664282" y="3783"/>
                  </a:lnTo>
                  <a:lnTo>
                    <a:pt x="598682" y="8395"/>
                  </a:lnTo>
                  <a:lnTo>
                    <a:pt x="535196" y="14716"/>
                  </a:lnTo>
                  <a:lnTo>
                    <a:pt x="474065" y="22668"/>
                  </a:lnTo>
                  <a:lnTo>
                    <a:pt x="415529" y="32173"/>
                  </a:lnTo>
                  <a:lnTo>
                    <a:pt x="359827" y="43151"/>
                  </a:lnTo>
                  <a:lnTo>
                    <a:pt x="307201" y="55526"/>
                  </a:lnTo>
                  <a:lnTo>
                    <a:pt x="257890" y="69217"/>
                  </a:lnTo>
                  <a:lnTo>
                    <a:pt x="212135" y="84148"/>
                  </a:lnTo>
                  <a:lnTo>
                    <a:pt x="170176" y="100240"/>
                  </a:lnTo>
                  <a:lnTo>
                    <a:pt x="132253" y="117414"/>
                  </a:lnTo>
                  <a:lnTo>
                    <a:pt x="98607" y="135593"/>
                  </a:lnTo>
                  <a:lnTo>
                    <a:pt x="45107" y="174649"/>
                  </a:lnTo>
                  <a:lnTo>
                    <a:pt x="11597" y="216782"/>
                  </a:lnTo>
                  <a:lnTo>
                    <a:pt x="0" y="261365"/>
                  </a:lnTo>
                  <a:lnTo>
                    <a:pt x="2939" y="283924"/>
                  </a:lnTo>
                  <a:lnTo>
                    <a:pt x="25733" y="327361"/>
                  </a:lnTo>
                  <a:lnTo>
                    <a:pt x="69478" y="368034"/>
                  </a:lnTo>
                  <a:lnTo>
                    <a:pt x="132253" y="405317"/>
                  </a:lnTo>
                  <a:lnTo>
                    <a:pt x="170176" y="422491"/>
                  </a:lnTo>
                  <a:lnTo>
                    <a:pt x="212135" y="438583"/>
                  </a:lnTo>
                  <a:lnTo>
                    <a:pt x="257890" y="453514"/>
                  </a:lnTo>
                  <a:lnTo>
                    <a:pt x="307201" y="467205"/>
                  </a:lnTo>
                  <a:lnTo>
                    <a:pt x="359827" y="479580"/>
                  </a:lnTo>
                  <a:lnTo>
                    <a:pt x="415529" y="490558"/>
                  </a:lnTo>
                  <a:lnTo>
                    <a:pt x="474065" y="500063"/>
                  </a:lnTo>
                  <a:lnTo>
                    <a:pt x="535196" y="508015"/>
                  </a:lnTo>
                  <a:lnTo>
                    <a:pt x="598682" y="514336"/>
                  </a:lnTo>
                  <a:lnTo>
                    <a:pt x="664282" y="518948"/>
                  </a:lnTo>
                  <a:lnTo>
                    <a:pt x="731755" y="521773"/>
                  </a:lnTo>
                  <a:lnTo>
                    <a:pt x="800862" y="522731"/>
                  </a:lnTo>
                  <a:lnTo>
                    <a:pt x="869968" y="521773"/>
                  </a:lnTo>
                  <a:lnTo>
                    <a:pt x="937441" y="518948"/>
                  </a:lnTo>
                  <a:lnTo>
                    <a:pt x="1003041" y="514336"/>
                  </a:lnTo>
                  <a:lnTo>
                    <a:pt x="1066527" y="508015"/>
                  </a:lnTo>
                  <a:lnTo>
                    <a:pt x="1127658" y="500063"/>
                  </a:lnTo>
                  <a:lnTo>
                    <a:pt x="1186194" y="490558"/>
                  </a:lnTo>
                  <a:lnTo>
                    <a:pt x="1241896" y="479580"/>
                  </a:lnTo>
                  <a:lnTo>
                    <a:pt x="1294522" y="467205"/>
                  </a:lnTo>
                  <a:lnTo>
                    <a:pt x="1343833" y="453514"/>
                  </a:lnTo>
                  <a:lnTo>
                    <a:pt x="1389588" y="438583"/>
                  </a:lnTo>
                  <a:lnTo>
                    <a:pt x="1431547" y="422491"/>
                  </a:lnTo>
                  <a:lnTo>
                    <a:pt x="1469470" y="405317"/>
                  </a:lnTo>
                  <a:lnTo>
                    <a:pt x="1503116" y="387138"/>
                  </a:lnTo>
                  <a:lnTo>
                    <a:pt x="1556616" y="348082"/>
                  </a:lnTo>
                  <a:lnTo>
                    <a:pt x="1590126" y="305949"/>
                  </a:lnTo>
                  <a:lnTo>
                    <a:pt x="1601724" y="261365"/>
                  </a:lnTo>
                  <a:lnTo>
                    <a:pt x="1598784" y="238807"/>
                  </a:lnTo>
                  <a:lnTo>
                    <a:pt x="1575990" y="195370"/>
                  </a:lnTo>
                  <a:lnTo>
                    <a:pt x="1532245" y="154697"/>
                  </a:lnTo>
                  <a:lnTo>
                    <a:pt x="1469470" y="117414"/>
                  </a:lnTo>
                  <a:lnTo>
                    <a:pt x="1431547" y="100240"/>
                  </a:lnTo>
                  <a:lnTo>
                    <a:pt x="1389588" y="84148"/>
                  </a:lnTo>
                  <a:lnTo>
                    <a:pt x="1343833" y="69217"/>
                  </a:lnTo>
                  <a:lnTo>
                    <a:pt x="1294522" y="55526"/>
                  </a:lnTo>
                  <a:lnTo>
                    <a:pt x="1241896" y="43151"/>
                  </a:lnTo>
                  <a:lnTo>
                    <a:pt x="1186194" y="32173"/>
                  </a:lnTo>
                  <a:lnTo>
                    <a:pt x="1127658" y="22668"/>
                  </a:lnTo>
                  <a:lnTo>
                    <a:pt x="1066527" y="14716"/>
                  </a:lnTo>
                  <a:lnTo>
                    <a:pt x="1003041" y="8395"/>
                  </a:lnTo>
                  <a:lnTo>
                    <a:pt x="937441" y="3783"/>
                  </a:lnTo>
                  <a:lnTo>
                    <a:pt x="869968" y="958"/>
                  </a:lnTo>
                  <a:lnTo>
                    <a:pt x="800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84091" y="2269235"/>
              <a:ext cx="1602105" cy="523240"/>
            </a:xfrm>
            <a:custGeom>
              <a:avLst/>
              <a:gdLst/>
              <a:ahLst/>
              <a:cxnLst/>
              <a:rect l="l" t="t" r="r" b="b"/>
              <a:pathLst>
                <a:path w="1602104" h="523239">
                  <a:moveTo>
                    <a:pt x="0" y="261365"/>
                  </a:moveTo>
                  <a:lnTo>
                    <a:pt x="11597" y="216782"/>
                  </a:lnTo>
                  <a:lnTo>
                    <a:pt x="45107" y="174649"/>
                  </a:lnTo>
                  <a:lnTo>
                    <a:pt x="98607" y="135593"/>
                  </a:lnTo>
                  <a:lnTo>
                    <a:pt x="132253" y="117414"/>
                  </a:lnTo>
                  <a:lnTo>
                    <a:pt x="170176" y="100240"/>
                  </a:lnTo>
                  <a:lnTo>
                    <a:pt x="212135" y="84148"/>
                  </a:lnTo>
                  <a:lnTo>
                    <a:pt x="257890" y="69217"/>
                  </a:lnTo>
                  <a:lnTo>
                    <a:pt x="307201" y="55526"/>
                  </a:lnTo>
                  <a:lnTo>
                    <a:pt x="359827" y="43151"/>
                  </a:lnTo>
                  <a:lnTo>
                    <a:pt x="415529" y="32173"/>
                  </a:lnTo>
                  <a:lnTo>
                    <a:pt x="474065" y="22668"/>
                  </a:lnTo>
                  <a:lnTo>
                    <a:pt x="535196" y="14716"/>
                  </a:lnTo>
                  <a:lnTo>
                    <a:pt x="598682" y="8395"/>
                  </a:lnTo>
                  <a:lnTo>
                    <a:pt x="664282" y="3783"/>
                  </a:lnTo>
                  <a:lnTo>
                    <a:pt x="731755" y="958"/>
                  </a:lnTo>
                  <a:lnTo>
                    <a:pt x="800862" y="0"/>
                  </a:lnTo>
                  <a:lnTo>
                    <a:pt x="869968" y="958"/>
                  </a:lnTo>
                  <a:lnTo>
                    <a:pt x="937441" y="3783"/>
                  </a:lnTo>
                  <a:lnTo>
                    <a:pt x="1003041" y="8395"/>
                  </a:lnTo>
                  <a:lnTo>
                    <a:pt x="1066527" y="14716"/>
                  </a:lnTo>
                  <a:lnTo>
                    <a:pt x="1127658" y="22668"/>
                  </a:lnTo>
                  <a:lnTo>
                    <a:pt x="1186194" y="32173"/>
                  </a:lnTo>
                  <a:lnTo>
                    <a:pt x="1241896" y="43151"/>
                  </a:lnTo>
                  <a:lnTo>
                    <a:pt x="1294522" y="55526"/>
                  </a:lnTo>
                  <a:lnTo>
                    <a:pt x="1343833" y="69217"/>
                  </a:lnTo>
                  <a:lnTo>
                    <a:pt x="1389588" y="84148"/>
                  </a:lnTo>
                  <a:lnTo>
                    <a:pt x="1431547" y="100240"/>
                  </a:lnTo>
                  <a:lnTo>
                    <a:pt x="1469470" y="117414"/>
                  </a:lnTo>
                  <a:lnTo>
                    <a:pt x="1503116" y="135593"/>
                  </a:lnTo>
                  <a:lnTo>
                    <a:pt x="1556616" y="174649"/>
                  </a:lnTo>
                  <a:lnTo>
                    <a:pt x="1590126" y="216782"/>
                  </a:lnTo>
                  <a:lnTo>
                    <a:pt x="1601724" y="261365"/>
                  </a:lnTo>
                  <a:lnTo>
                    <a:pt x="1598784" y="283924"/>
                  </a:lnTo>
                  <a:lnTo>
                    <a:pt x="1575990" y="327361"/>
                  </a:lnTo>
                  <a:lnTo>
                    <a:pt x="1532245" y="368034"/>
                  </a:lnTo>
                  <a:lnTo>
                    <a:pt x="1469470" y="405317"/>
                  </a:lnTo>
                  <a:lnTo>
                    <a:pt x="1431547" y="422491"/>
                  </a:lnTo>
                  <a:lnTo>
                    <a:pt x="1389588" y="438583"/>
                  </a:lnTo>
                  <a:lnTo>
                    <a:pt x="1343833" y="453514"/>
                  </a:lnTo>
                  <a:lnTo>
                    <a:pt x="1294522" y="467205"/>
                  </a:lnTo>
                  <a:lnTo>
                    <a:pt x="1241896" y="479580"/>
                  </a:lnTo>
                  <a:lnTo>
                    <a:pt x="1186194" y="490558"/>
                  </a:lnTo>
                  <a:lnTo>
                    <a:pt x="1127658" y="500063"/>
                  </a:lnTo>
                  <a:lnTo>
                    <a:pt x="1066527" y="508015"/>
                  </a:lnTo>
                  <a:lnTo>
                    <a:pt x="1003041" y="514336"/>
                  </a:lnTo>
                  <a:lnTo>
                    <a:pt x="937441" y="518948"/>
                  </a:lnTo>
                  <a:lnTo>
                    <a:pt x="869968" y="521773"/>
                  </a:lnTo>
                  <a:lnTo>
                    <a:pt x="800862" y="522731"/>
                  </a:lnTo>
                  <a:lnTo>
                    <a:pt x="731755" y="521773"/>
                  </a:lnTo>
                  <a:lnTo>
                    <a:pt x="664282" y="518948"/>
                  </a:lnTo>
                  <a:lnTo>
                    <a:pt x="598682" y="514336"/>
                  </a:lnTo>
                  <a:lnTo>
                    <a:pt x="535196" y="508015"/>
                  </a:lnTo>
                  <a:lnTo>
                    <a:pt x="474065" y="500063"/>
                  </a:lnTo>
                  <a:lnTo>
                    <a:pt x="415529" y="490558"/>
                  </a:lnTo>
                  <a:lnTo>
                    <a:pt x="359827" y="479580"/>
                  </a:lnTo>
                  <a:lnTo>
                    <a:pt x="307201" y="467205"/>
                  </a:lnTo>
                  <a:lnTo>
                    <a:pt x="257890" y="453514"/>
                  </a:lnTo>
                  <a:lnTo>
                    <a:pt x="212135" y="438583"/>
                  </a:lnTo>
                  <a:lnTo>
                    <a:pt x="170176" y="422491"/>
                  </a:lnTo>
                  <a:lnTo>
                    <a:pt x="132253" y="405317"/>
                  </a:lnTo>
                  <a:lnTo>
                    <a:pt x="98607" y="387138"/>
                  </a:lnTo>
                  <a:lnTo>
                    <a:pt x="45107" y="348082"/>
                  </a:lnTo>
                  <a:lnTo>
                    <a:pt x="11597" y="305949"/>
                  </a:lnTo>
                  <a:lnTo>
                    <a:pt x="0" y="26136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00321" y="2375153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Ngaysinh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77705" y="2645473"/>
            <a:ext cx="1610360" cy="600710"/>
            <a:chOff x="2977705" y="2645473"/>
            <a:chExt cx="1610360" cy="600710"/>
          </a:xfrm>
        </p:grpSpPr>
        <p:sp>
          <p:nvSpPr>
            <p:cNvPr id="33" name="object 33"/>
            <p:cNvSpPr/>
            <p:nvPr/>
          </p:nvSpPr>
          <p:spPr>
            <a:xfrm>
              <a:off x="4581143" y="2714243"/>
              <a:ext cx="1905" cy="527050"/>
            </a:xfrm>
            <a:custGeom>
              <a:avLst/>
              <a:gdLst/>
              <a:ahLst/>
              <a:cxnLst/>
              <a:rect l="l" t="t" r="r" b="b"/>
              <a:pathLst>
                <a:path w="1904" h="527050">
                  <a:moveTo>
                    <a:pt x="1650" y="0"/>
                  </a:moveTo>
                  <a:lnTo>
                    <a:pt x="0" y="52705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82467" y="2650235"/>
              <a:ext cx="1050290" cy="523240"/>
            </a:xfrm>
            <a:custGeom>
              <a:avLst/>
              <a:gdLst/>
              <a:ahLst/>
              <a:cxnLst/>
              <a:rect l="l" t="t" r="r" b="b"/>
              <a:pathLst>
                <a:path w="1050289" h="523239">
                  <a:moveTo>
                    <a:pt x="525018" y="0"/>
                  </a:moveTo>
                  <a:lnTo>
                    <a:pt x="463793" y="1757"/>
                  </a:lnTo>
                  <a:lnTo>
                    <a:pt x="404641" y="6900"/>
                  </a:lnTo>
                  <a:lnTo>
                    <a:pt x="347958" y="15231"/>
                  </a:lnTo>
                  <a:lnTo>
                    <a:pt x="294136" y="26556"/>
                  </a:lnTo>
                  <a:lnTo>
                    <a:pt x="243570" y="40679"/>
                  </a:lnTo>
                  <a:lnTo>
                    <a:pt x="196653" y="57403"/>
                  </a:lnTo>
                  <a:lnTo>
                    <a:pt x="153781" y="76533"/>
                  </a:lnTo>
                  <a:lnTo>
                    <a:pt x="115346" y="97873"/>
                  </a:lnTo>
                  <a:lnTo>
                    <a:pt x="81743" y="121228"/>
                  </a:lnTo>
                  <a:lnTo>
                    <a:pt x="30609" y="173197"/>
                  </a:lnTo>
                  <a:lnTo>
                    <a:pt x="3532" y="230875"/>
                  </a:lnTo>
                  <a:lnTo>
                    <a:pt x="0" y="261365"/>
                  </a:lnTo>
                  <a:lnTo>
                    <a:pt x="3532" y="291856"/>
                  </a:lnTo>
                  <a:lnTo>
                    <a:pt x="30609" y="349534"/>
                  </a:lnTo>
                  <a:lnTo>
                    <a:pt x="81743" y="401503"/>
                  </a:lnTo>
                  <a:lnTo>
                    <a:pt x="115346" y="424858"/>
                  </a:lnTo>
                  <a:lnTo>
                    <a:pt x="153781" y="446198"/>
                  </a:lnTo>
                  <a:lnTo>
                    <a:pt x="196653" y="465328"/>
                  </a:lnTo>
                  <a:lnTo>
                    <a:pt x="243570" y="482052"/>
                  </a:lnTo>
                  <a:lnTo>
                    <a:pt x="294136" y="496175"/>
                  </a:lnTo>
                  <a:lnTo>
                    <a:pt x="347958" y="507500"/>
                  </a:lnTo>
                  <a:lnTo>
                    <a:pt x="404641" y="515831"/>
                  </a:lnTo>
                  <a:lnTo>
                    <a:pt x="463793" y="520974"/>
                  </a:lnTo>
                  <a:lnTo>
                    <a:pt x="525018" y="522731"/>
                  </a:lnTo>
                  <a:lnTo>
                    <a:pt x="586242" y="520974"/>
                  </a:lnTo>
                  <a:lnTo>
                    <a:pt x="645394" y="515831"/>
                  </a:lnTo>
                  <a:lnTo>
                    <a:pt x="702077" y="507500"/>
                  </a:lnTo>
                  <a:lnTo>
                    <a:pt x="755899" y="496175"/>
                  </a:lnTo>
                  <a:lnTo>
                    <a:pt x="806465" y="482052"/>
                  </a:lnTo>
                  <a:lnTo>
                    <a:pt x="853382" y="465328"/>
                  </a:lnTo>
                  <a:lnTo>
                    <a:pt x="896254" y="446198"/>
                  </a:lnTo>
                  <a:lnTo>
                    <a:pt x="934689" y="424858"/>
                  </a:lnTo>
                  <a:lnTo>
                    <a:pt x="968292" y="401503"/>
                  </a:lnTo>
                  <a:lnTo>
                    <a:pt x="1019426" y="349534"/>
                  </a:lnTo>
                  <a:lnTo>
                    <a:pt x="1046503" y="291856"/>
                  </a:lnTo>
                  <a:lnTo>
                    <a:pt x="1050035" y="261365"/>
                  </a:lnTo>
                  <a:lnTo>
                    <a:pt x="1046503" y="230875"/>
                  </a:lnTo>
                  <a:lnTo>
                    <a:pt x="1019426" y="173197"/>
                  </a:lnTo>
                  <a:lnTo>
                    <a:pt x="968292" y="121228"/>
                  </a:lnTo>
                  <a:lnTo>
                    <a:pt x="934689" y="97873"/>
                  </a:lnTo>
                  <a:lnTo>
                    <a:pt x="896254" y="76533"/>
                  </a:lnTo>
                  <a:lnTo>
                    <a:pt x="853382" y="57403"/>
                  </a:lnTo>
                  <a:lnTo>
                    <a:pt x="806465" y="40679"/>
                  </a:lnTo>
                  <a:lnTo>
                    <a:pt x="755899" y="26556"/>
                  </a:lnTo>
                  <a:lnTo>
                    <a:pt x="702077" y="15231"/>
                  </a:lnTo>
                  <a:lnTo>
                    <a:pt x="645394" y="6900"/>
                  </a:lnTo>
                  <a:lnTo>
                    <a:pt x="586242" y="1757"/>
                  </a:lnTo>
                  <a:lnTo>
                    <a:pt x="525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82467" y="2650235"/>
              <a:ext cx="1050290" cy="523240"/>
            </a:xfrm>
            <a:custGeom>
              <a:avLst/>
              <a:gdLst/>
              <a:ahLst/>
              <a:cxnLst/>
              <a:rect l="l" t="t" r="r" b="b"/>
              <a:pathLst>
                <a:path w="1050289" h="523239">
                  <a:moveTo>
                    <a:pt x="0" y="261365"/>
                  </a:moveTo>
                  <a:lnTo>
                    <a:pt x="13867" y="201421"/>
                  </a:lnTo>
                  <a:lnTo>
                    <a:pt x="53366" y="146401"/>
                  </a:lnTo>
                  <a:lnTo>
                    <a:pt x="115346" y="97873"/>
                  </a:lnTo>
                  <a:lnTo>
                    <a:pt x="153781" y="76533"/>
                  </a:lnTo>
                  <a:lnTo>
                    <a:pt x="196653" y="57403"/>
                  </a:lnTo>
                  <a:lnTo>
                    <a:pt x="243570" y="40679"/>
                  </a:lnTo>
                  <a:lnTo>
                    <a:pt x="294136" y="26556"/>
                  </a:lnTo>
                  <a:lnTo>
                    <a:pt x="347958" y="15231"/>
                  </a:lnTo>
                  <a:lnTo>
                    <a:pt x="404641" y="6900"/>
                  </a:lnTo>
                  <a:lnTo>
                    <a:pt x="463793" y="1757"/>
                  </a:lnTo>
                  <a:lnTo>
                    <a:pt x="525018" y="0"/>
                  </a:lnTo>
                  <a:lnTo>
                    <a:pt x="586242" y="1757"/>
                  </a:lnTo>
                  <a:lnTo>
                    <a:pt x="645394" y="6900"/>
                  </a:lnTo>
                  <a:lnTo>
                    <a:pt x="702077" y="15231"/>
                  </a:lnTo>
                  <a:lnTo>
                    <a:pt x="755899" y="26556"/>
                  </a:lnTo>
                  <a:lnTo>
                    <a:pt x="806465" y="40679"/>
                  </a:lnTo>
                  <a:lnTo>
                    <a:pt x="853382" y="57403"/>
                  </a:lnTo>
                  <a:lnTo>
                    <a:pt x="896254" y="76533"/>
                  </a:lnTo>
                  <a:lnTo>
                    <a:pt x="934689" y="97873"/>
                  </a:lnTo>
                  <a:lnTo>
                    <a:pt x="968292" y="121228"/>
                  </a:lnTo>
                  <a:lnTo>
                    <a:pt x="1019426" y="173197"/>
                  </a:lnTo>
                  <a:lnTo>
                    <a:pt x="1046503" y="230875"/>
                  </a:lnTo>
                  <a:lnTo>
                    <a:pt x="1050035" y="261365"/>
                  </a:lnTo>
                  <a:lnTo>
                    <a:pt x="1046503" y="291856"/>
                  </a:lnTo>
                  <a:lnTo>
                    <a:pt x="1019426" y="349534"/>
                  </a:lnTo>
                  <a:lnTo>
                    <a:pt x="968292" y="401503"/>
                  </a:lnTo>
                  <a:lnTo>
                    <a:pt x="934689" y="424858"/>
                  </a:lnTo>
                  <a:lnTo>
                    <a:pt x="896254" y="446198"/>
                  </a:lnTo>
                  <a:lnTo>
                    <a:pt x="853382" y="465328"/>
                  </a:lnTo>
                  <a:lnTo>
                    <a:pt x="806465" y="482052"/>
                  </a:lnTo>
                  <a:lnTo>
                    <a:pt x="755899" y="496175"/>
                  </a:lnTo>
                  <a:lnTo>
                    <a:pt x="702077" y="507500"/>
                  </a:lnTo>
                  <a:lnTo>
                    <a:pt x="645394" y="515831"/>
                  </a:lnTo>
                  <a:lnTo>
                    <a:pt x="586242" y="520974"/>
                  </a:lnTo>
                  <a:lnTo>
                    <a:pt x="525018" y="522731"/>
                  </a:lnTo>
                  <a:lnTo>
                    <a:pt x="463793" y="520974"/>
                  </a:lnTo>
                  <a:lnTo>
                    <a:pt x="404641" y="515831"/>
                  </a:lnTo>
                  <a:lnTo>
                    <a:pt x="347958" y="507500"/>
                  </a:lnTo>
                  <a:lnTo>
                    <a:pt x="294136" y="496175"/>
                  </a:lnTo>
                  <a:lnTo>
                    <a:pt x="243570" y="482052"/>
                  </a:lnTo>
                  <a:lnTo>
                    <a:pt x="196653" y="465328"/>
                  </a:lnTo>
                  <a:lnTo>
                    <a:pt x="153781" y="446198"/>
                  </a:lnTo>
                  <a:lnTo>
                    <a:pt x="115346" y="424858"/>
                  </a:lnTo>
                  <a:lnTo>
                    <a:pt x="81743" y="401503"/>
                  </a:lnTo>
                  <a:lnTo>
                    <a:pt x="30609" y="349534"/>
                  </a:lnTo>
                  <a:lnTo>
                    <a:pt x="3532" y="291856"/>
                  </a:lnTo>
                  <a:lnTo>
                    <a:pt x="0" y="26136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216020" y="2756408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03011" y="3019679"/>
            <a:ext cx="4834890" cy="1946275"/>
            <a:chOff x="2103011" y="3019679"/>
            <a:chExt cx="4834890" cy="1946275"/>
          </a:xfrm>
        </p:grpSpPr>
        <p:sp>
          <p:nvSpPr>
            <p:cNvPr id="38" name="object 38"/>
            <p:cNvSpPr/>
            <p:nvPr/>
          </p:nvSpPr>
          <p:spPr>
            <a:xfrm>
              <a:off x="3228086" y="3019679"/>
              <a:ext cx="558165" cy="12700"/>
            </a:xfrm>
            <a:custGeom>
              <a:avLst/>
              <a:gdLst/>
              <a:ahLst/>
              <a:cxnLst/>
              <a:rect l="l" t="t" r="r" b="b"/>
              <a:pathLst>
                <a:path w="558164" h="12700">
                  <a:moveTo>
                    <a:pt x="557784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557784" y="12192"/>
                  </a:lnTo>
                  <a:lnTo>
                    <a:pt x="557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07691" y="3041904"/>
              <a:ext cx="4825365" cy="1918970"/>
            </a:xfrm>
            <a:custGeom>
              <a:avLst/>
              <a:gdLst/>
              <a:ahLst/>
              <a:cxnLst/>
              <a:rect l="l" t="t" r="r" b="b"/>
              <a:pathLst>
                <a:path w="4825365" h="1918970">
                  <a:moveTo>
                    <a:pt x="1661159" y="0"/>
                  </a:moveTo>
                  <a:lnTo>
                    <a:pt x="2475610" y="200025"/>
                  </a:lnTo>
                </a:path>
                <a:path w="4825365" h="1918970">
                  <a:moveTo>
                    <a:pt x="2473452" y="568452"/>
                  </a:moveTo>
                  <a:lnTo>
                    <a:pt x="2479802" y="844677"/>
                  </a:lnTo>
                </a:path>
                <a:path w="4825365" h="1918970">
                  <a:moveTo>
                    <a:pt x="2351150" y="1155192"/>
                  </a:moveTo>
                  <a:lnTo>
                    <a:pt x="0" y="1918843"/>
                  </a:lnTo>
                </a:path>
                <a:path w="4825365" h="1918970">
                  <a:moveTo>
                    <a:pt x="2479547" y="1210056"/>
                  </a:moveTo>
                  <a:lnTo>
                    <a:pt x="2493898" y="1914906"/>
                  </a:lnTo>
                </a:path>
                <a:path w="4825365" h="1918970">
                  <a:moveTo>
                    <a:pt x="2609087" y="1155192"/>
                  </a:moveTo>
                  <a:lnTo>
                    <a:pt x="4825237" y="191401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68979" y="4343400"/>
              <a:ext cx="160020" cy="346075"/>
            </a:xfrm>
            <a:custGeom>
              <a:avLst/>
              <a:gdLst/>
              <a:ahLst/>
              <a:cxnLst/>
              <a:rect l="l" t="t" r="r" b="b"/>
              <a:pathLst>
                <a:path w="160020" h="346075">
                  <a:moveTo>
                    <a:pt x="160020" y="0"/>
                  </a:moveTo>
                  <a:lnTo>
                    <a:pt x="120385" y="43110"/>
                  </a:lnTo>
                  <a:lnTo>
                    <a:pt x="82973" y="85419"/>
                  </a:lnTo>
                  <a:lnTo>
                    <a:pt x="50006" y="126126"/>
                  </a:lnTo>
                  <a:lnTo>
                    <a:pt x="23706" y="164432"/>
                  </a:lnTo>
                  <a:lnTo>
                    <a:pt x="6297" y="199534"/>
                  </a:lnTo>
                  <a:lnTo>
                    <a:pt x="0" y="230631"/>
                  </a:lnTo>
                  <a:lnTo>
                    <a:pt x="13751" y="268920"/>
                  </a:lnTo>
                  <a:lnTo>
                    <a:pt x="50006" y="299100"/>
                  </a:lnTo>
                  <a:lnTo>
                    <a:pt x="101262" y="323875"/>
                  </a:lnTo>
                  <a:lnTo>
                    <a:pt x="160020" y="3459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52544" y="4267454"/>
              <a:ext cx="1564640" cy="533400"/>
            </a:xfrm>
            <a:custGeom>
              <a:avLst/>
              <a:gdLst/>
              <a:ahLst/>
              <a:cxnLst/>
              <a:rect l="l" t="t" r="r" b="b"/>
              <a:pathLst>
                <a:path w="1564639" h="533400">
                  <a:moveTo>
                    <a:pt x="0" y="190246"/>
                  </a:moveTo>
                  <a:lnTo>
                    <a:pt x="34750" y="247160"/>
                  </a:lnTo>
                  <a:lnTo>
                    <a:pt x="69214" y="302664"/>
                  </a:lnTo>
                  <a:lnTo>
                    <a:pt x="103105" y="355346"/>
                  </a:lnTo>
                  <a:lnTo>
                    <a:pt x="136137" y="403794"/>
                  </a:lnTo>
                  <a:lnTo>
                    <a:pt x="168023" y="446597"/>
                  </a:lnTo>
                  <a:lnTo>
                    <a:pt x="198477" y="482346"/>
                  </a:lnTo>
                  <a:lnTo>
                    <a:pt x="227213" y="509627"/>
                  </a:lnTo>
                  <a:lnTo>
                    <a:pt x="278383" y="533146"/>
                  </a:lnTo>
                  <a:lnTo>
                    <a:pt x="302919" y="525444"/>
                  </a:lnTo>
                  <a:lnTo>
                    <a:pt x="343834" y="469856"/>
                  </a:lnTo>
                  <a:lnTo>
                    <a:pt x="361029" y="425989"/>
                  </a:lnTo>
                  <a:lnTo>
                    <a:pt x="376593" y="374085"/>
                  </a:lnTo>
                  <a:lnTo>
                    <a:pt x="390933" y="316154"/>
                  </a:lnTo>
                  <a:lnTo>
                    <a:pt x="404458" y="254204"/>
                  </a:lnTo>
                  <a:lnTo>
                    <a:pt x="417575" y="190246"/>
                  </a:lnTo>
                </a:path>
                <a:path w="1564639" h="533400">
                  <a:moveTo>
                    <a:pt x="1134490" y="394081"/>
                  </a:moveTo>
                  <a:lnTo>
                    <a:pt x="1198912" y="386697"/>
                  </a:lnTo>
                  <a:lnTo>
                    <a:pt x="1262027" y="378954"/>
                  </a:lnTo>
                  <a:lnTo>
                    <a:pt x="1322535" y="370491"/>
                  </a:lnTo>
                  <a:lnTo>
                    <a:pt x="1379140" y="360950"/>
                  </a:lnTo>
                  <a:lnTo>
                    <a:pt x="1430542" y="349971"/>
                  </a:lnTo>
                  <a:lnTo>
                    <a:pt x="1475443" y="337194"/>
                  </a:lnTo>
                  <a:lnTo>
                    <a:pt x="1512546" y="322259"/>
                  </a:lnTo>
                  <a:lnTo>
                    <a:pt x="1558163" y="284480"/>
                  </a:lnTo>
                  <a:lnTo>
                    <a:pt x="1564544" y="257853"/>
                  </a:lnTo>
                  <a:lnTo>
                    <a:pt x="1557966" y="227653"/>
                  </a:lnTo>
                  <a:lnTo>
                    <a:pt x="1513347" y="158575"/>
                  </a:lnTo>
                  <a:lnTo>
                    <a:pt x="1479012" y="120718"/>
                  </a:lnTo>
                  <a:lnTo>
                    <a:pt x="1439130" y="81329"/>
                  </a:lnTo>
                  <a:lnTo>
                    <a:pt x="1395554" y="40920"/>
                  </a:lnTo>
                  <a:lnTo>
                    <a:pt x="135013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5B65327A-F192-0154-0787-F8DA484237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Lớp</a:t>
            </a:r>
            <a:r>
              <a:rPr sz="3600" spc="-5" dirty="0"/>
              <a:t> </a:t>
            </a:r>
            <a:r>
              <a:rPr sz="3600" dirty="0"/>
              <a:t>con</a:t>
            </a:r>
            <a:r>
              <a:rPr sz="3600" spc="-15" dirty="0"/>
              <a:t> </a:t>
            </a:r>
            <a:r>
              <a:rPr sz="3600" dirty="0"/>
              <a:t>và</a:t>
            </a:r>
            <a:r>
              <a:rPr sz="3600" spc="-10" dirty="0"/>
              <a:t> </a:t>
            </a:r>
            <a:r>
              <a:rPr sz="3600" dirty="0"/>
              <a:t>lớp</a:t>
            </a:r>
            <a:r>
              <a:rPr sz="3600" spc="-15" dirty="0"/>
              <a:t> </a:t>
            </a:r>
            <a:r>
              <a:rPr sz="3600" spc="-25" dirty="0"/>
              <a:t>cha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518525" cy="47339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Liên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(Is-</a:t>
            </a:r>
            <a:r>
              <a:rPr sz="2800" spc="-25" dirty="0">
                <a:latin typeface="Arial"/>
                <a:cs typeface="Arial"/>
              </a:rPr>
              <a:t>A)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con.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Đặc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trưng</a:t>
            </a:r>
            <a:endParaRPr sz="2800">
              <a:latin typeface="Arial"/>
              <a:cs typeface="Arial"/>
            </a:endParaRPr>
          </a:p>
          <a:p>
            <a:pPr marL="751840" marR="41275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lớp </a:t>
            </a:r>
            <a:r>
              <a:rPr sz="2400" spc="-20" dirty="0">
                <a:latin typeface="Arial"/>
                <a:cs typeface="Arial"/>
              </a:rPr>
              <a:t>cha.</a:t>
            </a:r>
            <a:endParaRPr sz="24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25" dirty="0">
                <a:latin typeface="Arial"/>
                <a:cs typeface="Arial"/>
              </a:rPr>
              <a:t> lớp </a:t>
            </a:r>
            <a:r>
              <a:rPr sz="2400" spc="-20" dirty="0">
                <a:latin typeface="Arial"/>
                <a:cs typeface="Arial"/>
              </a:rPr>
              <a:t>con.</a:t>
            </a:r>
            <a:endParaRPr sz="2400">
              <a:latin typeface="Arial"/>
              <a:cs typeface="Arial"/>
            </a:endParaRPr>
          </a:p>
          <a:p>
            <a:pPr marL="751840" marR="27305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mọi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mọi </a:t>
            </a:r>
            <a:r>
              <a:rPr sz="2400" dirty="0">
                <a:latin typeface="Arial"/>
                <a:cs typeface="Arial"/>
              </a:rPr>
              <a:t>mối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cha.</a:t>
            </a:r>
            <a:endParaRPr sz="2400">
              <a:latin typeface="Arial"/>
              <a:cs typeface="Arial"/>
            </a:endParaRPr>
          </a:p>
          <a:p>
            <a:pPr marL="751840" marR="106680" lvl="1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các </a:t>
            </a:r>
            <a:r>
              <a:rPr sz="2400" dirty="0">
                <a:latin typeface="Arial"/>
                <a:cs typeface="Arial"/>
              </a:rPr>
              <a:t>mối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riêng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nó.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E8B49-1C79-5BE0-A94B-4AC3BB7458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CBH</a:t>
            </a:r>
            <a:r>
              <a:rPr spc="-20" dirty="0"/>
              <a:t> </a:t>
            </a:r>
            <a:r>
              <a:rPr dirty="0"/>
              <a:t>và</a:t>
            </a:r>
            <a:r>
              <a:rPr spc="-20" dirty="0"/>
              <a:t> </a:t>
            </a:r>
            <a:r>
              <a:rPr spc="-25" dirty="0"/>
              <a:t>TQH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5198"/>
            <a:ext cx="7880984" cy="14274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351155" algn="l"/>
              </a:tabLst>
            </a:pPr>
            <a:r>
              <a:rPr sz="3200" dirty="0">
                <a:latin typeface="Arial"/>
                <a:cs typeface="Arial"/>
              </a:rPr>
              <a:t>Chuyên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biệt</a:t>
            </a:r>
            <a:r>
              <a:rPr sz="3200" spc="-25" dirty="0">
                <a:latin typeface="Arial"/>
                <a:cs typeface="Arial"/>
              </a:rPr>
              <a:t> hóa</a:t>
            </a:r>
            <a:endParaRPr sz="3200">
              <a:latin typeface="Arial"/>
              <a:cs typeface="Arial"/>
            </a:endParaRPr>
          </a:p>
          <a:p>
            <a:pPr marL="751840" marR="5080" lvl="1" indent="-281940">
              <a:lnSpc>
                <a:spcPts val="3020"/>
              </a:lnSpc>
              <a:spcBef>
                <a:spcPts val="76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Quá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xây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kiểu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thể.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320" y="5273446"/>
            <a:ext cx="796099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4640" marR="5080" indent="-281940">
              <a:lnSpc>
                <a:spcPts val="3020"/>
              </a:lnSpc>
              <a:spcBef>
                <a:spcPts val="480"/>
              </a:spcBef>
              <a:buChar char="•"/>
              <a:tabLst>
                <a:tab pos="294640" algn="l"/>
              </a:tabLst>
            </a:pPr>
            <a:r>
              <a:rPr sz="2800" dirty="0">
                <a:latin typeface="Arial"/>
                <a:cs typeface="Arial"/>
              </a:rPr>
              <a:t>Có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sự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CBH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cùng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thực thể.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895" y="4535423"/>
            <a:ext cx="118427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BANHANG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7295" y="4544567"/>
            <a:ext cx="112522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KYTHUAT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0879" y="4544567"/>
            <a:ext cx="1767839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KYSUPHANMEM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54579" y="3444240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89" h="365760">
                <a:moveTo>
                  <a:pt x="0" y="182880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39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8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6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80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5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8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39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8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69007" y="348919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5667" y="2816351"/>
            <a:ext cx="123190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Arial"/>
                <a:cs typeface="Arial"/>
              </a:rPr>
              <a:t>NHANVIEN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80052" y="3149999"/>
            <a:ext cx="2839720" cy="1401445"/>
            <a:chOff x="1280052" y="3149999"/>
            <a:chExt cx="2839720" cy="1401445"/>
          </a:xfrm>
        </p:grpSpPr>
        <p:sp>
          <p:nvSpPr>
            <p:cNvPr id="12" name="object 12"/>
            <p:cNvSpPr/>
            <p:nvPr/>
          </p:nvSpPr>
          <p:spPr>
            <a:xfrm>
              <a:off x="1284732" y="3154679"/>
              <a:ext cx="1251585" cy="1381760"/>
            </a:xfrm>
            <a:custGeom>
              <a:avLst/>
              <a:gdLst/>
              <a:ahLst/>
              <a:cxnLst/>
              <a:rect l="l" t="t" r="r" b="b"/>
              <a:pathLst>
                <a:path w="1251585" h="1381760">
                  <a:moveTo>
                    <a:pt x="1245108" y="0"/>
                  </a:moveTo>
                  <a:lnTo>
                    <a:pt x="1251458" y="290449"/>
                  </a:lnTo>
                </a:path>
                <a:path w="1251585" h="1381760">
                  <a:moveTo>
                    <a:pt x="1122299" y="601980"/>
                  </a:moveTo>
                  <a:lnTo>
                    <a:pt x="0" y="138150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92162" y="3903344"/>
              <a:ext cx="408305" cy="349885"/>
            </a:xfrm>
            <a:custGeom>
              <a:avLst/>
              <a:gdLst/>
              <a:ahLst/>
              <a:cxnLst/>
              <a:rect l="l" t="t" r="r" b="b"/>
              <a:pathLst>
                <a:path w="408305" h="349885">
                  <a:moveTo>
                    <a:pt x="284922" y="304164"/>
                  </a:moveTo>
                  <a:lnTo>
                    <a:pt x="332290" y="268129"/>
                  </a:lnTo>
                  <a:lnTo>
                    <a:pt x="369311" y="226873"/>
                  </a:lnTo>
                  <a:lnTo>
                    <a:pt x="394951" y="182752"/>
                  </a:lnTo>
                  <a:lnTo>
                    <a:pt x="408177" y="138124"/>
                  </a:lnTo>
                  <a:lnTo>
                    <a:pt x="407956" y="95344"/>
                  </a:lnTo>
                  <a:lnTo>
                    <a:pt x="393253" y="56768"/>
                  </a:lnTo>
                  <a:lnTo>
                    <a:pt x="365033" y="26634"/>
                  </a:lnTo>
                  <a:lnTo>
                    <a:pt x="326672" y="7676"/>
                  </a:lnTo>
                  <a:lnTo>
                    <a:pt x="280747" y="0"/>
                  </a:lnTo>
                  <a:lnTo>
                    <a:pt x="229837" y="3711"/>
                  </a:lnTo>
                  <a:lnTo>
                    <a:pt x="176521" y="18915"/>
                  </a:lnTo>
                  <a:lnTo>
                    <a:pt x="123378" y="45719"/>
                  </a:lnTo>
                  <a:lnTo>
                    <a:pt x="75956" y="81755"/>
                  </a:lnTo>
                  <a:lnTo>
                    <a:pt x="38899" y="123011"/>
                  </a:lnTo>
                  <a:lnTo>
                    <a:pt x="13237" y="167131"/>
                  </a:lnTo>
                  <a:lnTo>
                    <a:pt x="0" y="211760"/>
                  </a:lnTo>
                  <a:lnTo>
                    <a:pt x="217" y="254540"/>
                  </a:lnTo>
                  <a:lnTo>
                    <a:pt x="14920" y="293115"/>
                  </a:lnTo>
                  <a:lnTo>
                    <a:pt x="43140" y="323250"/>
                  </a:lnTo>
                  <a:lnTo>
                    <a:pt x="81505" y="342208"/>
                  </a:lnTo>
                  <a:lnTo>
                    <a:pt x="127442" y="349884"/>
                  </a:lnTo>
                  <a:lnTo>
                    <a:pt x="178373" y="346173"/>
                  </a:lnTo>
                  <a:lnTo>
                    <a:pt x="231725" y="330969"/>
                  </a:lnTo>
                  <a:lnTo>
                    <a:pt x="284922" y="30416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97252" y="3756659"/>
              <a:ext cx="1717675" cy="789940"/>
            </a:xfrm>
            <a:custGeom>
              <a:avLst/>
              <a:gdLst/>
              <a:ahLst/>
              <a:cxnLst/>
              <a:rect l="l" t="t" r="r" b="b"/>
              <a:pathLst>
                <a:path w="1717675" h="789939">
                  <a:moveTo>
                    <a:pt x="140208" y="53339"/>
                  </a:moveTo>
                  <a:lnTo>
                    <a:pt x="152908" y="789939"/>
                  </a:lnTo>
                </a:path>
                <a:path w="1717675" h="789939">
                  <a:moveTo>
                    <a:pt x="304800" y="354329"/>
                  </a:moveTo>
                  <a:lnTo>
                    <a:pt x="299358" y="294973"/>
                  </a:lnTo>
                  <a:lnTo>
                    <a:pt x="284000" y="241638"/>
                  </a:lnTo>
                  <a:lnTo>
                    <a:pt x="260175" y="196453"/>
                  </a:lnTo>
                  <a:lnTo>
                    <a:pt x="229333" y="161544"/>
                  </a:lnTo>
                  <a:lnTo>
                    <a:pt x="192925" y="139038"/>
                  </a:lnTo>
                  <a:lnTo>
                    <a:pt x="152400" y="131063"/>
                  </a:lnTo>
                  <a:lnTo>
                    <a:pt x="111874" y="139038"/>
                  </a:lnTo>
                  <a:lnTo>
                    <a:pt x="75466" y="161544"/>
                  </a:lnTo>
                  <a:lnTo>
                    <a:pt x="44624" y="196453"/>
                  </a:lnTo>
                  <a:lnTo>
                    <a:pt x="20799" y="241638"/>
                  </a:lnTo>
                  <a:lnTo>
                    <a:pt x="5441" y="294973"/>
                  </a:lnTo>
                  <a:lnTo>
                    <a:pt x="0" y="354329"/>
                  </a:lnTo>
                  <a:lnTo>
                    <a:pt x="5441" y="413686"/>
                  </a:lnTo>
                  <a:lnTo>
                    <a:pt x="20799" y="467021"/>
                  </a:lnTo>
                  <a:lnTo>
                    <a:pt x="44624" y="512206"/>
                  </a:lnTo>
                  <a:lnTo>
                    <a:pt x="75466" y="547115"/>
                  </a:lnTo>
                  <a:lnTo>
                    <a:pt x="111874" y="569621"/>
                  </a:lnTo>
                  <a:lnTo>
                    <a:pt x="152400" y="577595"/>
                  </a:lnTo>
                  <a:lnTo>
                    <a:pt x="192925" y="569621"/>
                  </a:lnTo>
                  <a:lnTo>
                    <a:pt x="229333" y="547115"/>
                  </a:lnTo>
                  <a:lnTo>
                    <a:pt x="260175" y="512206"/>
                  </a:lnTo>
                  <a:lnTo>
                    <a:pt x="284000" y="467021"/>
                  </a:lnTo>
                  <a:lnTo>
                    <a:pt x="299358" y="413686"/>
                  </a:lnTo>
                  <a:lnTo>
                    <a:pt x="304800" y="354329"/>
                  </a:lnTo>
                </a:path>
                <a:path w="1717675" h="789939">
                  <a:moveTo>
                    <a:pt x="268224" y="0"/>
                  </a:moveTo>
                  <a:lnTo>
                    <a:pt x="1717548" y="78905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2341" y="3881691"/>
              <a:ext cx="405765" cy="355600"/>
            </a:xfrm>
            <a:custGeom>
              <a:avLst/>
              <a:gdLst/>
              <a:ahLst/>
              <a:cxnLst/>
              <a:rect l="l" t="t" r="r" b="b"/>
              <a:pathLst>
                <a:path w="405764" h="355600">
                  <a:moveTo>
                    <a:pt x="287913" y="51244"/>
                  </a:moveTo>
                  <a:lnTo>
                    <a:pt x="235713" y="22570"/>
                  </a:lnTo>
                  <a:lnTo>
                    <a:pt x="182941" y="5496"/>
                  </a:lnTo>
                  <a:lnTo>
                    <a:pt x="132179" y="0"/>
                  </a:lnTo>
                  <a:lnTo>
                    <a:pt x="86011" y="6060"/>
                  </a:lnTo>
                  <a:lnTo>
                    <a:pt x="47019" y="23657"/>
                  </a:lnTo>
                  <a:lnTo>
                    <a:pt x="17784" y="52768"/>
                  </a:lnTo>
                  <a:lnTo>
                    <a:pt x="1718" y="90840"/>
                  </a:lnTo>
                  <a:lnTo>
                    <a:pt x="0" y="133611"/>
                  </a:lnTo>
                  <a:lnTo>
                    <a:pt x="11672" y="178689"/>
                  </a:lnTo>
                  <a:lnTo>
                    <a:pt x="35781" y="223682"/>
                  </a:lnTo>
                  <a:lnTo>
                    <a:pt x="71368" y="266199"/>
                  </a:lnTo>
                  <a:lnTo>
                    <a:pt x="117479" y="303847"/>
                  </a:lnTo>
                  <a:lnTo>
                    <a:pt x="169671" y="332521"/>
                  </a:lnTo>
                  <a:lnTo>
                    <a:pt x="222424" y="349595"/>
                  </a:lnTo>
                  <a:lnTo>
                    <a:pt x="273165" y="355092"/>
                  </a:lnTo>
                  <a:lnTo>
                    <a:pt x="319325" y="349031"/>
                  </a:lnTo>
                  <a:lnTo>
                    <a:pt x="358329" y="331434"/>
                  </a:lnTo>
                  <a:lnTo>
                    <a:pt x="387608" y="302323"/>
                  </a:lnTo>
                  <a:lnTo>
                    <a:pt x="403630" y="264251"/>
                  </a:lnTo>
                  <a:lnTo>
                    <a:pt x="405336" y="221480"/>
                  </a:lnTo>
                  <a:lnTo>
                    <a:pt x="393672" y="176403"/>
                  </a:lnTo>
                  <a:lnTo>
                    <a:pt x="369584" y="131409"/>
                  </a:lnTo>
                  <a:lnTo>
                    <a:pt x="334015" y="88892"/>
                  </a:lnTo>
                  <a:lnTo>
                    <a:pt x="287913" y="5124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94020" y="4535423"/>
            <a:ext cx="160972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LUONGTHANG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48143" y="4530852"/>
            <a:ext cx="127254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Arial"/>
                <a:cs typeface="Arial"/>
              </a:rPr>
              <a:t>LUONGGIO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33259" y="3444240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90" h="365760">
                <a:moveTo>
                  <a:pt x="0" y="182880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40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8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6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80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6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8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40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8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47941" y="348919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4347" y="2816351"/>
            <a:ext cx="122999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Arial"/>
                <a:cs typeface="Arial"/>
              </a:rPr>
              <a:t>NHANVIEN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94011" y="3149999"/>
            <a:ext cx="1595120" cy="1391285"/>
            <a:chOff x="6294011" y="3149999"/>
            <a:chExt cx="1595120" cy="1391285"/>
          </a:xfrm>
        </p:grpSpPr>
        <p:sp>
          <p:nvSpPr>
            <p:cNvPr id="22" name="object 22"/>
            <p:cNvSpPr/>
            <p:nvPr/>
          </p:nvSpPr>
          <p:spPr>
            <a:xfrm>
              <a:off x="6298691" y="3154679"/>
              <a:ext cx="916305" cy="1381760"/>
            </a:xfrm>
            <a:custGeom>
              <a:avLst/>
              <a:gdLst/>
              <a:ahLst/>
              <a:cxnLst/>
              <a:rect l="l" t="t" r="r" b="b"/>
              <a:pathLst>
                <a:path w="916304" h="1381760">
                  <a:moveTo>
                    <a:pt x="909828" y="0"/>
                  </a:moveTo>
                  <a:lnTo>
                    <a:pt x="916178" y="290449"/>
                  </a:lnTo>
                </a:path>
                <a:path w="916304" h="1381760">
                  <a:moveTo>
                    <a:pt x="785876" y="601980"/>
                  </a:moveTo>
                  <a:lnTo>
                    <a:pt x="0" y="138150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21540" y="3885120"/>
              <a:ext cx="398780" cy="364490"/>
            </a:xfrm>
            <a:custGeom>
              <a:avLst/>
              <a:gdLst/>
              <a:ahLst/>
              <a:cxnLst/>
              <a:rect l="l" t="t" r="r" b="b"/>
              <a:pathLst>
                <a:path w="398779" h="364489">
                  <a:moveTo>
                    <a:pt x="292974" y="302196"/>
                  </a:moveTo>
                  <a:lnTo>
                    <a:pt x="336331" y="261405"/>
                  </a:lnTo>
                  <a:lnTo>
                    <a:pt x="368850" y="216490"/>
                  </a:lnTo>
                  <a:lnTo>
                    <a:pt x="389748" y="169910"/>
                  </a:lnTo>
                  <a:lnTo>
                    <a:pt x="398243" y="124123"/>
                  </a:lnTo>
                  <a:lnTo>
                    <a:pt x="393551" y="81589"/>
                  </a:lnTo>
                  <a:lnTo>
                    <a:pt x="374889" y="44767"/>
                  </a:lnTo>
                  <a:lnTo>
                    <a:pt x="343673" y="17709"/>
                  </a:lnTo>
                  <a:lnTo>
                    <a:pt x="303548" y="2843"/>
                  </a:lnTo>
                  <a:lnTo>
                    <a:pt x="257081" y="0"/>
                  </a:lnTo>
                  <a:lnTo>
                    <a:pt x="206835" y="9009"/>
                  </a:lnTo>
                  <a:lnTo>
                    <a:pt x="155376" y="29703"/>
                  </a:lnTo>
                  <a:lnTo>
                    <a:pt x="105268" y="61912"/>
                  </a:lnTo>
                  <a:lnTo>
                    <a:pt x="61912" y="102747"/>
                  </a:lnTo>
                  <a:lnTo>
                    <a:pt x="29393" y="147675"/>
                  </a:lnTo>
                  <a:lnTo>
                    <a:pt x="8494" y="194246"/>
                  </a:lnTo>
                  <a:lnTo>
                    <a:pt x="0" y="240013"/>
                  </a:lnTo>
                  <a:lnTo>
                    <a:pt x="4691" y="282527"/>
                  </a:lnTo>
                  <a:lnTo>
                    <a:pt x="23353" y="319341"/>
                  </a:lnTo>
                  <a:lnTo>
                    <a:pt x="54579" y="346399"/>
                  </a:lnTo>
                  <a:lnTo>
                    <a:pt x="94723" y="361265"/>
                  </a:lnTo>
                  <a:lnTo>
                    <a:pt x="141209" y="364109"/>
                  </a:lnTo>
                  <a:lnTo>
                    <a:pt x="191464" y="355099"/>
                  </a:lnTo>
                  <a:lnTo>
                    <a:pt x="242911" y="334405"/>
                  </a:lnTo>
                  <a:lnTo>
                    <a:pt x="292974" y="30219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44155" y="3756659"/>
              <a:ext cx="539750" cy="774700"/>
            </a:xfrm>
            <a:custGeom>
              <a:avLst/>
              <a:gdLst/>
              <a:ahLst/>
              <a:cxnLst/>
              <a:rect l="l" t="t" r="r" b="b"/>
              <a:pathLst>
                <a:path w="539750" h="774700">
                  <a:moveTo>
                    <a:pt x="0" y="0"/>
                  </a:moveTo>
                  <a:lnTo>
                    <a:pt x="539750" y="7747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62253" y="3799280"/>
              <a:ext cx="347345" cy="410845"/>
            </a:xfrm>
            <a:custGeom>
              <a:avLst/>
              <a:gdLst/>
              <a:ahLst/>
              <a:cxnLst/>
              <a:rect l="l" t="t" r="r" b="b"/>
              <a:pathLst>
                <a:path w="347345" h="410845">
                  <a:moveTo>
                    <a:pt x="304228" y="126670"/>
                  </a:moveTo>
                  <a:lnTo>
                    <a:pt x="269048" y="78674"/>
                  </a:lnTo>
                  <a:lnTo>
                    <a:pt x="228447" y="40936"/>
                  </a:lnTo>
                  <a:lnTo>
                    <a:pt x="184769" y="14529"/>
                  </a:lnTo>
                  <a:lnTo>
                    <a:pt x="140360" y="526"/>
                  </a:lnTo>
                  <a:lnTo>
                    <a:pt x="97568" y="0"/>
                  </a:lnTo>
                  <a:lnTo>
                    <a:pt x="58737" y="14021"/>
                  </a:lnTo>
                  <a:lnTo>
                    <a:pt x="28114" y="41701"/>
                  </a:lnTo>
                  <a:lnTo>
                    <a:pt x="8483" y="79718"/>
                  </a:lnTo>
                  <a:lnTo>
                    <a:pt x="0" y="125495"/>
                  </a:lnTo>
                  <a:lnTo>
                    <a:pt x="2819" y="176459"/>
                  </a:lnTo>
                  <a:lnTo>
                    <a:pt x="17097" y="230033"/>
                  </a:lnTo>
                  <a:lnTo>
                    <a:pt x="42989" y="283642"/>
                  </a:lnTo>
                  <a:lnTo>
                    <a:pt x="78169" y="331692"/>
                  </a:lnTo>
                  <a:lnTo>
                    <a:pt x="118770" y="369466"/>
                  </a:lnTo>
                  <a:lnTo>
                    <a:pt x="162448" y="395894"/>
                  </a:lnTo>
                  <a:lnTo>
                    <a:pt x="206857" y="409908"/>
                  </a:lnTo>
                  <a:lnTo>
                    <a:pt x="249649" y="410439"/>
                  </a:lnTo>
                  <a:lnTo>
                    <a:pt x="288480" y="396418"/>
                  </a:lnTo>
                  <a:lnTo>
                    <a:pt x="319103" y="368693"/>
                  </a:lnTo>
                  <a:lnTo>
                    <a:pt x="338734" y="330660"/>
                  </a:lnTo>
                  <a:lnTo>
                    <a:pt x="347217" y="284880"/>
                  </a:lnTo>
                  <a:lnTo>
                    <a:pt x="344398" y="233915"/>
                  </a:lnTo>
                  <a:lnTo>
                    <a:pt x="330120" y="180324"/>
                  </a:lnTo>
                  <a:lnTo>
                    <a:pt x="304228" y="12667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113A9E0-03FE-83BF-8B95-3380F7462B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CBH</a:t>
            </a:r>
            <a:r>
              <a:rPr spc="-20" dirty="0"/>
              <a:t> </a:t>
            </a:r>
            <a:r>
              <a:rPr dirty="0"/>
              <a:t>và</a:t>
            </a:r>
            <a:r>
              <a:rPr spc="-20" dirty="0"/>
              <a:t> </a:t>
            </a:r>
            <a:r>
              <a:rPr spc="-25" dirty="0"/>
              <a:t>TQH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8119109" cy="48685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800" dirty="0">
                <a:latin typeface="Arial"/>
                <a:cs typeface="Arial"/>
              </a:rPr>
              <a:t>ại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sao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sử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–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CBH?</a:t>
            </a:r>
            <a:endParaRPr sz="2800">
              <a:latin typeface="Arial"/>
              <a:cs typeface="Arial"/>
            </a:endParaRPr>
          </a:p>
          <a:p>
            <a:pPr marL="751840" marR="46355" lvl="1" indent="-281940">
              <a:lnSpc>
                <a:spcPts val="2590"/>
              </a:lnSpc>
              <a:spcBef>
                <a:spcPts val="65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nhóm</a:t>
            </a:r>
            <a:r>
              <a:rPr sz="2400" spc="-25" dirty="0">
                <a:latin typeface="Arial"/>
                <a:cs typeface="Arial"/>
              </a:rPr>
              <a:t> các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cha.</a:t>
            </a:r>
            <a:endParaRPr sz="2400">
              <a:latin typeface="Arial"/>
              <a:cs typeface="Arial"/>
            </a:endParaRPr>
          </a:p>
          <a:p>
            <a:pPr marL="751840" marR="9525" lvl="1" indent="-281940">
              <a:lnSpc>
                <a:spcPts val="259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thể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con.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309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bước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CBH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Định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thể.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riêng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Thiết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lập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riêng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con.</a:t>
            </a:r>
            <a:endParaRPr sz="24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Tổng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quát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hóa</a:t>
            </a:r>
            <a:endParaRPr sz="2800">
              <a:latin typeface="Arial"/>
              <a:cs typeface="Arial"/>
            </a:endParaRPr>
          </a:p>
          <a:p>
            <a:pPr marL="751840" marR="5080" lvl="1" indent="-281940">
              <a:lnSpc>
                <a:spcPts val="2590"/>
              </a:lnSpc>
              <a:spcBef>
                <a:spcPts val="64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Quá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xây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các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có.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16AB-292F-1638-67EC-8C70FD8593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70" dirty="0"/>
              <a:t> </a:t>
            </a:r>
            <a:r>
              <a:rPr dirty="0"/>
              <a:t>ràng</a:t>
            </a:r>
            <a:r>
              <a:rPr spc="-30" dirty="0"/>
              <a:t> </a:t>
            </a:r>
            <a:r>
              <a:rPr dirty="0"/>
              <a:t>buộc</a:t>
            </a:r>
            <a:r>
              <a:rPr spc="-70" dirty="0"/>
              <a:t> </a:t>
            </a:r>
            <a:r>
              <a:rPr dirty="0"/>
              <a:t>trong</a:t>
            </a:r>
            <a:r>
              <a:rPr spc="-40" dirty="0"/>
              <a:t> </a:t>
            </a:r>
            <a:r>
              <a:rPr dirty="0"/>
              <a:t>CBH</a:t>
            </a:r>
            <a:r>
              <a:rPr spc="-75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spc="-25" dirty="0"/>
              <a:t>TQH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6304" y="1093723"/>
            <a:ext cx="4006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loại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ràng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3504" y="1888947"/>
            <a:ext cx="3121660" cy="1003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tách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rời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lớp</a:t>
            </a:r>
            <a:endParaRPr sz="20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</a:pPr>
            <a:r>
              <a:rPr sz="2000" spc="-20" dirty="0">
                <a:latin typeface="Arial"/>
                <a:cs typeface="Arial"/>
              </a:rPr>
              <a:t>con.</a:t>
            </a:r>
            <a:endParaRPr sz="20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495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Tính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đủ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lớp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cha.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6304" y="2942590"/>
            <a:ext cx="273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Tổ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loại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3504" y="3309340"/>
            <a:ext cx="3540760" cy="18046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600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Giao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nhau,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đủ.</a:t>
            </a:r>
            <a:endParaRPr sz="20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05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Giao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nhau,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đủ.</a:t>
            </a:r>
            <a:endParaRPr sz="20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495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nhau,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đủ.</a:t>
            </a:r>
            <a:endParaRPr sz="20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500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nhau,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đầy</a:t>
            </a:r>
            <a:endParaRPr sz="20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latin typeface="Arial"/>
                <a:cs typeface="Arial"/>
              </a:rPr>
              <a:t>đủ.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6304" y="5163692"/>
            <a:ext cx="35477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Lớp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trình </a:t>
            </a:r>
            <a:r>
              <a:rPr sz="2400" dirty="0">
                <a:latin typeface="Arial"/>
                <a:cs typeface="Arial"/>
              </a:rPr>
              <a:t>TQH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đầy</a:t>
            </a:r>
            <a:r>
              <a:rPr sz="2400" spc="-25" dirty="0">
                <a:latin typeface="Arial"/>
                <a:cs typeface="Arial"/>
              </a:rPr>
              <a:t> đủ.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123" y="5068823"/>
            <a:ext cx="118427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BANHANG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1264" y="5830823"/>
            <a:ext cx="112522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345"/>
              </a:spcBef>
            </a:pPr>
            <a:r>
              <a:rPr sz="1600" spc="-10" dirty="0">
                <a:latin typeface="Arial"/>
                <a:cs typeface="Arial"/>
              </a:rPr>
              <a:t>KYTHUAT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0339" y="5068823"/>
            <a:ext cx="176974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KYSUPHANMEM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97023" y="42062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5" y="134276"/>
                </a:lnTo>
                <a:lnTo>
                  <a:pt x="24976" y="90593"/>
                </a:lnTo>
                <a:lnTo>
                  <a:pt x="53578" y="53578"/>
                </a:lnTo>
                <a:lnTo>
                  <a:pt x="90593" y="24976"/>
                </a:lnTo>
                <a:lnTo>
                  <a:pt x="134276" y="6535"/>
                </a:lnTo>
                <a:lnTo>
                  <a:pt x="182880" y="0"/>
                </a:lnTo>
                <a:lnTo>
                  <a:pt x="231483" y="6535"/>
                </a:lnTo>
                <a:lnTo>
                  <a:pt x="275166" y="24976"/>
                </a:lnTo>
                <a:lnTo>
                  <a:pt x="312181" y="53578"/>
                </a:lnTo>
                <a:lnTo>
                  <a:pt x="340783" y="90593"/>
                </a:lnTo>
                <a:lnTo>
                  <a:pt x="359224" y="134276"/>
                </a:lnTo>
                <a:lnTo>
                  <a:pt x="365759" y="182880"/>
                </a:lnTo>
                <a:lnTo>
                  <a:pt x="359224" y="231483"/>
                </a:lnTo>
                <a:lnTo>
                  <a:pt x="340783" y="275166"/>
                </a:lnTo>
                <a:lnTo>
                  <a:pt x="312181" y="312181"/>
                </a:lnTo>
                <a:lnTo>
                  <a:pt x="275166" y="340783"/>
                </a:lnTo>
                <a:lnTo>
                  <a:pt x="231483" y="359224"/>
                </a:lnTo>
                <a:lnTo>
                  <a:pt x="182880" y="365760"/>
                </a:lnTo>
                <a:lnTo>
                  <a:pt x="134276" y="359224"/>
                </a:lnTo>
                <a:lnTo>
                  <a:pt x="90593" y="340783"/>
                </a:lnTo>
                <a:lnTo>
                  <a:pt x="53578" y="312181"/>
                </a:lnTo>
                <a:lnTo>
                  <a:pt x="24976" y="275166"/>
                </a:lnTo>
                <a:lnTo>
                  <a:pt x="6535" y="231483"/>
                </a:lnTo>
                <a:lnTo>
                  <a:pt x="0" y="18288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11704" y="4251452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99197" y="3658933"/>
            <a:ext cx="2410460" cy="2176780"/>
            <a:chOff x="1199197" y="3658933"/>
            <a:chExt cx="2410460" cy="2176780"/>
          </a:xfrm>
        </p:grpSpPr>
        <p:sp>
          <p:nvSpPr>
            <p:cNvPr id="14" name="object 14"/>
            <p:cNvSpPr/>
            <p:nvPr/>
          </p:nvSpPr>
          <p:spPr>
            <a:xfrm>
              <a:off x="1203960" y="3663696"/>
              <a:ext cx="1076325" cy="1405890"/>
            </a:xfrm>
            <a:custGeom>
              <a:avLst/>
              <a:gdLst/>
              <a:ahLst/>
              <a:cxnLst/>
              <a:rect l="l" t="t" r="r" b="b"/>
              <a:pathLst>
                <a:path w="1076325" h="1405889">
                  <a:moveTo>
                    <a:pt x="1069848" y="0"/>
                  </a:moveTo>
                  <a:lnTo>
                    <a:pt x="1076198" y="544576"/>
                  </a:lnTo>
                </a:path>
                <a:path w="1076325" h="1405889">
                  <a:moveTo>
                    <a:pt x="946150" y="854963"/>
                  </a:moveTo>
                  <a:lnTo>
                    <a:pt x="0" y="1405889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98385" y="4476607"/>
              <a:ext cx="403860" cy="358140"/>
            </a:xfrm>
            <a:custGeom>
              <a:avLst/>
              <a:gdLst/>
              <a:ahLst/>
              <a:cxnLst/>
              <a:rect l="l" t="t" r="r" b="b"/>
              <a:pathLst>
                <a:path w="403860" h="358139">
                  <a:moveTo>
                    <a:pt x="289291" y="303545"/>
                  </a:moveTo>
                  <a:lnTo>
                    <a:pt x="334712" y="265096"/>
                  </a:lnTo>
                  <a:lnTo>
                    <a:pt x="369527" y="221964"/>
                  </a:lnTo>
                  <a:lnTo>
                    <a:pt x="392828" y="176561"/>
                  </a:lnTo>
                  <a:lnTo>
                    <a:pt x="403704" y="131296"/>
                  </a:lnTo>
                  <a:lnTo>
                    <a:pt x="401245" y="88577"/>
                  </a:lnTo>
                  <a:lnTo>
                    <a:pt x="384541" y="50815"/>
                  </a:lnTo>
                  <a:lnTo>
                    <a:pt x="354786" y="22193"/>
                  </a:lnTo>
                  <a:lnTo>
                    <a:pt x="315496" y="5265"/>
                  </a:lnTo>
                  <a:lnTo>
                    <a:pt x="269241" y="0"/>
                  </a:lnTo>
                  <a:lnTo>
                    <a:pt x="218595" y="6365"/>
                  </a:lnTo>
                  <a:lnTo>
                    <a:pt x="166128" y="24331"/>
                  </a:lnTo>
                  <a:lnTo>
                    <a:pt x="114412" y="53863"/>
                  </a:lnTo>
                  <a:lnTo>
                    <a:pt x="68992" y="92367"/>
                  </a:lnTo>
                  <a:lnTo>
                    <a:pt x="34177" y="135534"/>
                  </a:lnTo>
                  <a:lnTo>
                    <a:pt x="10876" y="180959"/>
                  </a:lnTo>
                  <a:lnTo>
                    <a:pt x="0" y="226235"/>
                  </a:lnTo>
                  <a:lnTo>
                    <a:pt x="2458" y="268958"/>
                  </a:lnTo>
                  <a:lnTo>
                    <a:pt x="19162" y="306720"/>
                  </a:lnTo>
                  <a:lnTo>
                    <a:pt x="48917" y="335342"/>
                  </a:lnTo>
                  <a:lnTo>
                    <a:pt x="88208" y="352266"/>
                  </a:lnTo>
                  <a:lnTo>
                    <a:pt x="134463" y="357520"/>
                  </a:lnTo>
                  <a:lnTo>
                    <a:pt x="185109" y="351133"/>
                  </a:lnTo>
                  <a:lnTo>
                    <a:pt x="237576" y="333132"/>
                  </a:lnTo>
                  <a:lnTo>
                    <a:pt x="289291" y="303545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6648" y="4518660"/>
              <a:ext cx="1468755" cy="1312545"/>
            </a:xfrm>
            <a:custGeom>
              <a:avLst/>
              <a:gdLst/>
              <a:ahLst/>
              <a:cxnLst/>
              <a:rect l="l" t="t" r="r" b="b"/>
              <a:pathLst>
                <a:path w="1468754" h="1312545">
                  <a:moveTo>
                    <a:pt x="143256" y="53339"/>
                  </a:moveTo>
                  <a:lnTo>
                    <a:pt x="159131" y="1312227"/>
                  </a:lnTo>
                </a:path>
                <a:path w="1468754" h="1312545">
                  <a:moveTo>
                    <a:pt x="304800" y="524256"/>
                  </a:moveTo>
                  <a:lnTo>
                    <a:pt x="299358" y="465132"/>
                  </a:lnTo>
                  <a:lnTo>
                    <a:pt x="284000" y="411988"/>
                  </a:lnTo>
                  <a:lnTo>
                    <a:pt x="260175" y="366950"/>
                  </a:lnTo>
                  <a:lnTo>
                    <a:pt x="229333" y="332147"/>
                  </a:lnTo>
                  <a:lnTo>
                    <a:pt x="192925" y="309705"/>
                  </a:lnTo>
                  <a:lnTo>
                    <a:pt x="152400" y="301751"/>
                  </a:lnTo>
                  <a:lnTo>
                    <a:pt x="111874" y="309705"/>
                  </a:lnTo>
                  <a:lnTo>
                    <a:pt x="75466" y="332147"/>
                  </a:lnTo>
                  <a:lnTo>
                    <a:pt x="44624" y="366950"/>
                  </a:lnTo>
                  <a:lnTo>
                    <a:pt x="20799" y="411988"/>
                  </a:lnTo>
                  <a:lnTo>
                    <a:pt x="5441" y="465132"/>
                  </a:lnTo>
                  <a:lnTo>
                    <a:pt x="0" y="524256"/>
                  </a:lnTo>
                  <a:lnTo>
                    <a:pt x="5441" y="583423"/>
                  </a:lnTo>
                  <a:lnTo>
                    <a:pt x="20799" y="636580"/>
                  </a:lnTo>
                  <a:lnTo>
                    <a:pt x="44624" y="681608"/>
                  </a:lnTo>
                  <a:lnTo>
                    <a:pt x="75466" y="716392"/>
                  </a:lnTo>
                  <a:lnTo>
                    <a:pt x="111874" y="738815"/>
                  </a:lnTo>
                  <a:lnTo>
                    <a:pt x="152400" y="746759"/>
                  </a:lnTo>
                  <a:lnTo>
                    <a:pt x="192925" y="738815"/>
                  </a:lnTo>
                  <a:lnTo>
                    <a:pt x="229333" y="716392"/>
                  </a:lnTo>
                  <a:lnTo>
                    <a:pt x="260175" y="681608"/>
                  </a:lnTo>
                  <a:lnTo>
                    <a:pt x="284000" y="636580"/>
                  </a:lnTo>
                  <a:lnTo>
                    <a:pt x="299358" y="583423"/>
                  </a:lnTo>
                  <a:lnTo>
                    <a:pt x="304800" y="524256"/>
                  </a:lnTo>
                </a:path>
                <a:path w="1468754" h="1312545">
                  <a:moveTo>
                    <a:pt x="271271" y="0"/>
                  </a:moveTo>
                  <a:lnTo>
                    <a:pt x="1468247" y="55092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0017" y="4445047"/>
              <a:ext cx="413384" cy="344805"/>
            </a:xfrm>
            <a:custGeom>
              <a:avLst/>
              <a:gdLst/>
              <a:ahLst/>
              <a:cxnLst/>
              <a:rect l="l" t="t" r="r" b="b"/>
              <a:pathLst>
                <a:path w="413385" h="344804">
                  <a:moveTo>
                    <a:pt x="282707" y="40211"/>
                  </a:moveTo>
                  <a:lnTo>
                    <a:pt x="228631" y="15276"/>
                  </a:lnTo>
                  <a:lnTo>
                    <a:pt x="174799" y="1937"/>
                  </a:lnTo>
                  <a:lnTo>
                    <a:pt x="123782" y="0"/>
                  </a:lnTo>
                  <a:lnTo>
                    <a:pt x="78152" y="9270"/>
                  </a:lnTo>
                  <a:lnTo>
                    <a:pt x="40481" y="29554"/>
                  </a:lnTo>
                  <a:lnTo>
                    <a:pt x="13340" y="60658"/>
                  </a:lnTo>
                  <a:lnTo>
                    <a:pt x="0" y="99735"/>
                  </a:lnTo>
                  <a:lnTo>
                    <a:pt x="1275" y="142516"/>
                  </a:lnTo>
                  <a:lnTo>
                    <a:pt x="16054" y="186674"/>
                  </a:lnTo>
                  <a:lnTo>
                    <a:pt x="43227" y="229878"/>
                  </a:lnTo>
                  <a:lnTo>
                    <a:pt x="81682" y="269802"/>
                  </a:lnTo>
                  <a:lnTo>
                    <a:pt x="130307" y="304117"/>
                  </a:lnTo>
                  <a:lnTo>
                    <a:pt x="184382" y="329052"/>
                  </a:lnTo>
                  <a:lnTo>
                    <a:pt x="238214" y="342391"/>
                  </a:lnTo>
                  <a:lnTo>
                    <a:pt x="289231" y="344328"/>
                  </a:lnTo>
                  <a:lnTo>
                    <a:pt x="334861" y="335058"/>
                  </a:lnTo>
                  <a:lnTo>
                    <a:pt x="372533" y="314774"/>
                  </a:lnTo>
                  <a:lnTo>
                    <a:pt x="399674" y="283670"/>
                  </a:lnTo>
                  <a:lnTo>
                    <a:pt x="413014" y="244646"/>
                  </a:lnTo>
                  <a:lnTo>
                    <a:pt x="411739" y="201896"/>
                  </a:lnTo>
                  <a:lnTo>
                    <a:pt x="396959" y="157749"/>
                  </a:lnTo>
                  <a:lnTo>
                    <a:pt x="369786" y="114534"/>
                  </a:lnTo>
                  <a:lnTo>
                    <a:pt x="331332" y="74578"/>
                  </a:lnTo>
                  <a:lnTo>
                    <a:pt x="282707" y="4021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59635" y="3325367"/>
            <a:ext cx="122999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NHANVIEN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79876" y="2502407"/>
            <a:ext cx="524510" cy="1999614"/>
          </a:xfrm>
          <a:custGeom>
            <a:avLst/>
            <a:gdLst/>
            <a:ahLst/>
            <a:cxnLst/>
            <a:rect l="l" t="t" r="r" b="b"/>
            <a:pathLst>
              <a:path w="524510" h="1999614">
                <a:moveTo>
                  <a:pt x="262127" y="0"/>
                </a:moveTo>
                <a:lnTo>
                  <a:pt x="299215" y="9926"/>
                </a:lnTo>
                <a:lnTo>
                  <a:pt x="334703" y="38805"/>
                </a:lnTo>
                <a:lnTo>
                  <a:pt x="368237" y="85283"/>
                </a:lnTo>
                <a:lnTo>
                  <a:pt x="399462" y="148007"/>
                </a:lnTo>
                <a:lnTo>
                  <a:pt x="414098" y="185039"/>
                </a:lnTo>
                <a:lnTo>
                  <a:pt x="428024" y="225625"/>
                </a:lnTo>
                <a:lnTo>
                  <a:pt x="441195" y="269596"/>
                </a:lnTo>
                <a:lnTo>
                  <a:pt x="453568" y="316783"/>
                </a:lnTo>
                <a:lnTo>
                  <a:pt x="465097" y="367017"/>
                </a:lnTo>
                <a:lnTo>
                  <a:pt x="475738" y="420129"/>
                </a:lnTo>
                <a:lnTo>
                  <a:pt x="485448" y="475950"/>
                </a:lnTo>
                <a:lnTo>
                  <a:pt x="494181" y="534311"/>
                </a:lnTo>
                <a:lnTo>
                  <a:pt x="501894" y="595042"/>
                </a:lnTo>
                <a:lnTo>
                  <a:pt x="508542" y="657975"/>
                </a:lnTo>
                <a:lnTo>
                  <a:pt x="514081" y="722940"/>
                </a:lnTo>
                <a:lnTo>
                  <a:pt x="518466" y="789769"/>
                </a:lnTo>
                <a:lnTo>
                  <a:pt x="521653" y="858292"/>
                </a:lnTo>
                <a:lnTo>
                  <a:pt x="523597" y="928340"/>
                </a:lnTo>
                <a:lnTo>
                  <a:pt x="524256" y="999743"/>
                </a:lnTo>
                <a:lnTo>
                  <a:pt x="523597" y="1071147"/>
                </a:lnTo>
                <a:lnTo>
                  <a:pt x="521653" y="1141195"/>
                </a:lnTo>
                <a:lnTo>
                  <a:pt x="518466" y="1209718"/>
                </a:lnTo>
                <a:lnTo>
                  <a:pt x="514081" y="1276547"/>
                </a:lnTo>
                <a:lnTo>
                  <a:pt x="508542" y="1341512"/>
                </a:lnTo>
                <a:lnTo>
                  <a:pt x="501894" y="1404445"/>
                </a:lnTo>
                <a:lnTo>
                  <a:pt x="494181" y="1465176"/>
                </a:lnTo>
                <a:lnTo>
                  <a:pt x="485448" y="1523537"/>
                </a:lnTo>
                <a:lnTo>
                  <a:pt x="475738" y="1579358"/>
                </a:lnTo>
                <a:lnTo>
                  <a:pt x="465097" y="1632470"/>
                </a:lnTo>
                <a:lnTo>
                  <a:pt x="453568" y="1682704"/>
                </a:lnTo>
                <a:lnTo>
                  <a:pt x="441195" y="1729891"/>
                </a:lnTo>
                <a:lnTo>
                  <a:pt x="428024" y="1773862"/>
                </a:lnTo>
                <a:lnTo>
                  <a:pt x="414098" y="1814448"/>
                </a:lnTo>
                <a:lnTo>
                  <a:pt x="399462" y="1851480"/>
                </a:lnTo>
                <a:lnTo>
                  <a:pt x="368237" y="1914204"/>
                </a:lnTo>
                <a:lnTo>
                  <a:pt x="334703" y="1960682"/>
                </a:lnTo>
                <a:lnTo>
                  <a:pt x="299215" y="1989561"/>
                </a:lnTo>
                <a:lnTo>
                  <a:pt x="262127" y="1999487"/>
                </a:lnTo>
                <a:lnTo>
                  <a:pt x="243406" y="1996978"/>
                </a:lnTo>
                <a:lnTo>
                  <a:pt x="207074" y="1977406"/>
                </a:lnTo>
                <a:lnTo>
                  <a:pt x="172519" y="1939558"/>
                </a:lnTo>
                <a:lnTo>
                  <a:pt x="140095" y="1884788"/>
                </a:lnTo>
                <a:lnTo>
                  <a:pt x="110157" y="1814448"/>
                </a:lnTo>
                <a:lnTo>
                  <a:pt x="96231" y="1773862"/>
                </a:lnTo>
                <a:lnTo>
                  <a:pt x="83060" y="1729891"/>
                </a:lnTo>
                <a:lnTo>
                  <a:pt x="70687" y="1682704"/>
                </a:lnTo>
                <a:lnTo>
                  <a:pt x="59158" y="1632470"/>
                </a:lnTo>
                <a:lnTo>
                  <a:pt x="48517" y="1579358"/>
                </a:lnTo>
                <a:lnTo>
                  <a:pt x="38807" y="1523537"/>
                </a:lnTo>
                <a:lnTo>
                  <a:pt x="30074" y="1465176"/>
                </a:lnTo>
                <a:lnTo>
                  <a:pt x="22361" y="1404445"/>
                </a:lnTo>
                <a:lnTo>
                  <a:pt x="15713" y="1341512"/>
                </a:lnTo>
                <a:lnTo>
                  <a:pt x="10174" y="1276547"/>
                </a:lnTo>
                <a:lnTo>
                  <a:pt x="5789" y="1209718"/>
                </a:lnTo>
                <a:lnTo>
                  <a:pt x="2602" y="1141195"/>
                </a:lnTo>
                <a:lnTo>
                  <a:pt x="658" y="1071147"/>
                </a:lnTo>
                <a:lnTo>
                  <a:pt x="0" y="999743"/>
                </a:lnTo>
                <a:lnTo>
                  <a:pt x="658" y="928340"/>
                </a:lnTo>
                <a:lnTo>
                  <a:pt x="2602" y="858292"/>
                </a:lnTo>
                <a:lnTo>
                  <a:pt x="5789" y="789769"/>
                </a:lnTo>
                <a:lnTo>
                  <a:pt x="10174" y="722940"/>
                </a:lnTo>
                <a:lnTo>
                  <a:pt x="15713" y="657975"/>
                </a:lnTo>
                <a:lnTo>
                  <a:pt x="22361" y="595042"/>
                </a:lnTo>
                <a:lnTo>
                  <a:pt x="30074" y="534311"/>
                </a:lnTo>
                <a:lnTo>
                  <a:pt x="38807" y="475950"/>
                </a:lnTo>
                <a:lnTo>
                  <a:pt x="48517" y="420129"/>
                </a:lnTo>
                <a:lnTo>
                  <a:pt x="59158" y="367017"/>
                </a:lnTo>
                <a:lnTo>
                  <a:pt x="70687" y="316783"/>
                </a:lnTo>
                <a:lnTo>
                  <a:pt x="83060" y="269596"/>
                </a:lnTo>
                <a:lnTo>
                  <a:pt x="96231" y="225625"/>
                </a:lnTo>
                <a:lnTo>
                  <a:pt x="110157" y="185039"/>
                </a:lnTo>
                <a:lnTo>
                  <a:pt x="124793" y="148007"/>
                </a:lnTo>
                <a:lnTo>
                  <a:pt x="156018" y="85283"/>
                </a:lnTo>
                <a:lnTo>
                  <a:pt x="189552" y="38805"/>
                </a:lnTo>
                <a:lnTo>
                  <a:pt x="225040" y="9926"/>
                </a:lnTo>
                <a:lnTo>
                  <a:pt x="262127" y="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96786" y="2877057"/>
            <a:ext cx="281305" cy="12522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"/>
                <a:cs typeface="Arial"/>
              </a:rPr>
              <a:t>Chuyenmon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89504" y="3494532"/>
            <a:ext cx="954405" cy="708025"/>
          </a:xfrm>
          <a:custGeom>
            <a:avLst/>
            <a:gdLst/>
            <a:ahLst/>
            <a:cxnLst/>
            <a:rect l="l" t="t" r="r" b="b"/>
            <a:pathLst>
              <a:path w="954404" h="708025">
                <a:moveTo>
                  <a:pt x="954023" y="708024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0500" y="3688460"/>
            <a:ext cx="1116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Chuyenmon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803" y="4723891"/>
            <a:ext cx="837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Banhang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56508" y="4723891"/>
            <a:ext cx="474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Kysu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00377" y="5485891"/>
            <a:ext cx="711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Kythuat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4463" y="1075944"/>
            <a:ext cx="161099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Arial"/>
                <a:cs typeface="Arial"/>
              </a:rPr>
              <a:t>LUONGTHANG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0111" y="1071372"/>
            <a:ext cx="127127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4"/>
              </a:spcBef>
            </a:pPr>
            <a:r>
              <a:rPr sz="1600" spc="-10" dirty="0">
                <a:latin typeface="Arial"/>
                <a:cs typeface="Arial"/>
              </a:rPr>
              <a:t>LUONGGIO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090927" y="2362200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89" h="365760">
                <a:moveTo>
                  <a:pt x="0" y="182879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39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8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6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79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6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8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39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7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05354" y="2406142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65979" y="1405019"/>
            <a:ext cx="1593215" cy="1939289"/>
            <a:chOff x="1465979" y="1405019"/>
            <a:chExt cx="1593215" cy="1939289"/>
          </a:xfrm>
        </p:grpSpPr>
        <p:sp>
          <p:nvSpPr>
            <p:cNvPr id="31" name="object 31"/>
            <p:cNvSpPr/>
            <p:nvPr/>
          </p:nvSpPr>
          <p:spPr>
            <a:xfrm>
              <a:off x="1470660" y="1414271"/>
              <a:ext cx="673100" cy="1000125"/>
            </a:xfrm>
            <a:custGeom>
              <a:avLst/>
              <a:gdLst/>
              <a:ahLst/>
              <a:cxnLst/>
              <a:rect l="l" t="t" r="r" b="b"/>
              <a:pathLst>
                <a:path w="673100" h="1000125">
                  <a:moveTo>
                    <a:pt x="673100" y="1000125"/>
                  </a:moveTo>
                  <a:lnTo>
                    <a:pt x="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34724" y="1880113"/>
              <a:ext cx="345440" cy="413384"/>
            </a:xfrm>
            <a:custGeom>
              <a:avLst/>
              <a:gdLst/>
              <a:ahLst/>
              <a:cxnLst/>
              <a:rect l="l" t="t" r="r" b="b"/>
              <a:pathLst>
                <a:path w="345439" h="413385">
                  <a:moveTo>
                    <a:pt x="39973" y="283204"/>
                  </a:moveTo>
                  <a:lnTo>
                    <a:pt x="74362" y="331819"/>
                  </a:lnTo>
                  <a:lnTo>
                    <a:pt x="114381" y="370242"/>
                  </a:lnTo>
                  <a:lnTo>
                    <a:pt x="157702" y="397361"/>
                  </a:lnTo>
                  <a:lnTo>
                    <a:pt x="201997" y="412067"/>
                  </a:lnTo>
                  <a:lnTo>
                    <a:pt x="244937" y="413247"/>
                  </a:lnTo>
                  <a:lnTo>
                    <a:pt x="284194" y="399790"/>
                  </a:lnTo>
                  <a:lnTo>
                    <a:pt x="315477" y="372533"/>
                  </a:lnTo>
                  <a:lnTo>
                    <a:pt x="335916" y="334766"/>
                  </a:lnTo>
                  <a:lnTo>
                    <a:pt x="345312" y="289062"/>
                  </a:lnTo>
                  <a:lnTo>
                    <a:pt x="343470" y="237992"/>
                  </a:lnTo>
                  <a:lnTo>
                    <a:pt x="330190" y="184128"/>
                  </a:lnTo>
                  <a:lnTo>
                    <a:pt x="305276" y="130042"/>
                  </a:lnTo>
                  <a:lnTo>
                    <a:pt x="270896" y="81428"/>
                  </a:lnTo>
                  <a:lnTo>
                    <a:pt x="230901" y="43005"/>
                  </a:lnTo>
                  <a:lnTo>
                    <a:pt x="187610" y="15885"/>
                  </a:lnTo>
                  <a:lnTo>
                    <a:pt x="143346" y="1180"/>
                  </a:lnTo>
                  <a:lnTo>
                    <a:pt x="100429" y="0"/>
                  </a:lnTo>
                  <a:lnTo>
                    <a:pt x="61182" y="13456"/>
                  </a:lnTo>
                  <a:lnTo>
                    <a:pt x="29889" y="40714"/>
                  </a:lnTo>
                  <a:lnTo>
                    <a:pt x="9427" y="78480"/>
                  </a:lnTo>
                  <a:lnTo>
                    <a:pt x="0" y="124184"/>
                  </a:lnTo>
                  <a:lnTo>
                    <a:pt x="1812" y="175254"/>
                  </a:lnTo>
                  <a:lnTo>
                    <a:pt x="15068" y="229118"/>
                  </a:lnTo>
                  <a:lnTo>
                    <a:pt x="39973" y="28320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01824" y="1409699"/>
              <a:ext cx="652780" cy="1005205"/>
            </a:xfrm>
            <a:custGeom>
              <a:avLst/>
              <a:gdLst/>
              <a:ahLst/>
              <a:cxnLst/>
              <a:rect l="l" t="t" r="r" b="b"/>
              <a:pathLst>
                <a:path w="652780" h="1005205">
                  <a:moveTo>
                    <a:pt x="0" y="1004951"/>
                  </a:moveTo>
                  <a:lnTo>
                    <a:pt x="652526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64800" y="1841829"/>
              <a:ext cx="347345" cy="410845"/>
            </a:xfrm>
            <a:custGeom>
              <a:avLst/>
              <a:gdLst/>
              <a:ahLst/>
              <a:cxnLst/>
              <a:rect l="l" t="t" r="r" b="b"/>
              <a:pathLst>
                <a:path w="347344" h="410844">
                  <a:moveTo>
                    <a:pt x="42941" y="126797"/>
                  </a:moveTo>
                  <a:lnTo>
                    <a:pt x="17094" y="180406"/>
                  </a:lnTo>
                  <a:lnTo>
                    <a:pt x="2828" y="233980"/>
                  </a:lnTo>
                  <a:lnTo>
                    <a:pt x="0" y="284943"/>
                  </a:lnTo>
                  <a:lnTo>
                    <a:pt x="8463" y="330721"/>
                  </a:lnTo>
                  <a:lnTo>
                    <a:pt x="28075" y="368738"/>
                  </a:lnTo>
                  <a:lnTo>
                    <a:pt x="58689" y="396418"/>
                  </a:lnTo>
                  <a:lnTo>
                    <a:pt x="97565" y="410483"/>
                  </a:lnTo>
                  <a:lnTo>
                    <a:pt x="140374" y="409969"/>
                  </a:lnTo>
                  <a:lnTo>
                    <a:pt x="184784" y="395957"/>
                  </a:lnTo>
                  <a:lnTo>
                    <a:pt x="228465" y="369531"/>
                  </a:lnTo>
                  <a:lnTo>
                    <a:pt x="269083" y="331774"/>
                  </a:lnTo>
                  <a:lnTo>
                    <a:pt x="304307" y="283769"/>
                  </a:lnTo>
                  <a:lnTo>
                    <a:pt x="330155" y="230115"/>
                  </a:lnTo>
                  <a:lnTo>
                    <a:pt x="344421" y="176524"/>
                  </a:lnTo>
                  <a:lnTo>
                    <a:pt x="347249" y="125558"/>
                  </a:lnTo>
                  <a:lnTo>
                    <a:pt x="338786" y="79778"/>
                  </a:lnTo>
                  <a:lnTo>
                    <a:pt x="319174" y="41745"/>
                  </a:lnTo>
                  <a:lnTo>
                    <a:pt x="288559" y="14021"/>
                  </a:lnTo>
                  <a:lnTo>
                    <a:pt x="249728" y="0"/>
                  </a:lnTo>
                  <a:lnTo>
                    <a:pt x="206931" y="530"/>
                  </a:lnTo>
                  <a:lnTo>
                    <a:pt x="162512" y="14545"/>
                  </a:lnTo>
                  <a:lnTo>
                    <a:pt x="118812" y="40973"/>
                  </a:lnTo>
                  <a:lnTo>
                    <a:pt x="78174" y="78747"/>
                  </a:lnTo>
                  <a:lnTo>
                    <a:pt x="42941" y="126797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73045" y="2730245"/>
              <a:ext cx="1905" cy="594360"/>
            </a:xfrm>
            <a:custGeom>
              <a:avLst/>
              <a:gdLst/>
              <a:ahLst/>
              <a:cxnLst/>
              <a:rect l="l" t="t" r="r" b="b"/>
              <a:pathLst>
                <a:path w="1905" h="594360">
                  <a:moveTo>
                    <a:pt x="0" y="0"/>
                  </a:moveTo>
                  <a:lnTo>
                    <a:pt x="1524" y="594359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D5B1F1F9-A845-C253-5EEF-66717C652C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Tính</a:t>
            </a:r>
            <a:r>
              <a:rPr spc="-55" dirty="0"/>
              <a:t> </a:t>
            </a:r>
            <a:r>
              <a:rPr dirty="0"/>
              <a:t>kế</a:t>
            </a:r>
            <a:r>
              <a:rPr spc="-50" dirty="0"/>
              <a:t> </a:t>
            </a:r>
            <a:r>
              <a:rPr dirty="0"/>
              <a:t>thừa</a:t>
            </a:r>
            <a:r>
              <a:rPr spc="-50" dirty="0"/>
              <a:t> </a:t>
            </a:r>
            <a:r>
              <a:rPr dirty="0"/>
              <a:t>trong</a:t>
            </a:r>
            <a:r>
              <a:rPr spc="-30" dirty="0"/>
              <a:t> </a:t>
            </a:r>
            <a:r>
              <a:rPr dirty="0"/>
              <a:t>CBH</a:t>
            </a:r>
            <a:r>
              <a:rPr spc="-50" dirty="0"/>
              <a:t> </a:t>
            </a:r>
            <a:r>
              <a:rPr dirty="0"/>
              <a:t>và</a:t>
            </a:r>
            <a:r>
              <a:rPr spc="-50" dirty="0"/>
              <a:t> </a:t>
            </a:r>
            <a:r>
              <a:rPr spc="-25" dirty="0"/>
              <a:t>TQH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350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thừa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320" y="1523491"/>
            <a:ext cx="3185795" cy="1003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640" marR="5080" indent="-281940">
              <a:lnSpc>
                <a:spcPct val="100000"/>
              </a:lnSpc>
              <a:spcBef>
                <a:spcPts val="105"/>
              </a:spcBef>
              <a:buChar char="•"/>
              <a:tabLst>
                <a:tab pos="294640" algn="l"/>
              </a:tabLst>
            </a:pPr>
            <a:r>
              <a:rPr sz="2000" dirty="0">
                <a:latin typeface="Arial"/>
                <a:cs typeface="Arial"/>
              </a:rPr>
              <a:t>Kế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thừa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CBH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phân cấp.</a:t>
            </a:r>
            <a:endParaRPr sz="20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490"/>
              </a:spcBef>
              <a:buChar char="•"/>
              <a:tabLst>
                <a:tab pos="294005" algn="l"/>
              </a:tabLst>
            </a:pPr>
            <a:r>
              <a:rPr sz="2000" dirty="0">
                <a:latin typeface="Arial"/>
                <a:cs typeface="Arial"/>
              </a:rPr>
              <a:t>Kế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thừa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CBH</a:t>
            </a:r>
            <a:r>
              <a:rPr sz="2000" spc="-20" dirty="0">
                <a:latin typeface="Arial"/>
                <a:cs typeface="Arial"/>
              </a:rPr>
              <a:t> dàn.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815" y="2576829"/>
            <a:ext cx="410717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marR="5080" indent="-3390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Lớp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thừa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của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tiên.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3203" y="5449823"/>
            <a:ext cx="167513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QUANLY_KYSU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82221" y="3585781"/>
            <a:ext cx="2244725" cy="1870710"/>
            <a:chOff x="5582221" y="3585781"/>
            <a:chExt cx="2244725" cy="1870710"/>
          </a:xfrm>
        </p:grpSpPr>
        <p:sp>
          <p:nvSpPr>
            <p:cNvPr id="8" name="object 8"/>
            <p:cNvSpPr/>
            <p:nvPr/>
          </p:nvSpPr>
          <p:spPr>
            <a:xfrm>
              <a:off x="6644640" y="4340352"/>
              <a:ext cx="14604" cy="1111250"/>
            </a:xfrm>
            <a:custGeom>
              <a:avLst/>
              <a:gdLst/>
              <a:ahLst/>
              <a:cxnLst/>
              <a:rect l="l" t="t" r="r" b="b"/>
              <a:pathLst>
                <a:path w="14604" h="1111250">
                  <a:moveTo>
                    <a:pt x="0" y="0"/>
                  </a:moveTo>
                  <a:lnTo>
                    <a:pt x="14350" y="111125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80556" y="4282059"/>
              <a:ext cx="304165" cy="445134"/>
            </a:xfrm>
            <a:custGeom>
              <a:avLst/>
              <a:gdLst/>
              <a:ahLst/>
              <a:cxnLst/>
              <a:rect l="l" t="t" r="r" b="b"/>
              <a:pathLst>
                <a:path w="304165" h="445135">
                  <a:moveTo>
                    <a:pt x="304038" y="211836"/>
                  </a:moveTo>
                  <a:lnTo>
                    <a:pt x="294460" y="153096"/>
                  </a:lnTo>
                  <a:lnTo>
                    <a:pt x="275420" y="101035"/>
                  </a:lnTo>
                  <a:lnTo>
                    <a:pt x="248507" y="57673"/>
                  </a:lnTo>
                  <a:lnTo>
                    <a:pt x="215307" y="25033"/>
                  </a:lnTo>
                  <a:lnTo>
                    <a:pt x="177408" y="5134"/>
                  </a:lnTo>
                  <a:lnTo>
                    <a:pt x="136398" y="0"/>
                  </a:lnTo>
                  <a:lnTo>
                    <a:pt x="96546" y="10762"/>
                  </a:lnTo>
                  <a:lnTo>
                    <a:pt x="61806" y="35724"/>
                  </a:lnTo>
                  <a:lnTo>
                    <a:pt x="33480" y="72659"/>
                  </a:lnTo>
                  <a:lnTo>
                    <a:pt x="12869" y="119342"/>
                  </a:lnTo>
                  <a:lnTo>
                    <a:pt x="1275" y="173546"/>
                  </a:lnTo>
                  <a:lnTo>
                    <a:pt x="0" y="233045"/>
                  </a:lnTo>
                  <a:lnTo>
                    <a:pt x="9577" y="291837"/>
                  </a:lnTo>
                  <a:lnTo>
                    <a:pt x="28617" y="343934"/>
                  </a:lnTo>
                  <a:lnTo>
                    <a:pt x="55530" y="387318"/>
                  </a:lnTo>
                  <a:lnTo>
                    <a:pt x="88730" y="419970"/>
                  </a:lnTo>
                  <a:lnTo>
                    <a:pt x="126629" y="439872"/>
                  </a:lnTo>
                  <a:lnTo>
                    <a:pt x="167640" y="445008"/>
                  </a:lnTo>
                  <a:lnTo>
                    <a:pt x="207491" y="434244"/>
                  </a:lnTo>
                  <a:lnTo>
                    <a:pt x="242231" y="409278"/>
                  </a:lnTo>
                  <a:lnTo>
                    <a:pt x="270557" y="372332"/>
                  </a:lnTo>
                  <a:lnTo>
                    <a:pt x="291168" y="325628"/>
                  </a:lnTo>
                  <a:lnTo>
                    <a:pt x="302762" y="271388"/>
                  </a:lnTo>
                  <a:lnTo>
                    <a:pt x="304038" y="21183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86984" y="3590544"/>
              <a:ext cx="2235200" cy="1860550"/>
            </a:xfrm>
            <a:custGeom>
              <a:avLst/>
              <a:gdLst/>
              <a:ahLst/>
              <a:cxnLst/>
              <a:rect l="l" t="t" r="r" b="b"/>
              <a:pathLst>
                <a:path w="2235200" h="1860550">
                  <a:moveTo>
                    <a:pt x="2234945" y="0"/>
                  </a:moveTo>
                  <a:lnTo>
                    <a:pt x="1072895" y="1860549"/>
                  </a:lnTo>
                </a:path>
                <a:path w="2235200" h="1860550">
                  <a:moveTo>
                    <a:pt x="0" y="0"/>
                  </a:moveTo>
                  <a:lnTo>
                    <a:pt x="1073149" y="1860549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79334" y="4356613"/>
              <a:ext cx="1395095" cy="426084"/>
            </a:xfrm>
            <a:custGeom>
              <a:avLst/>
              <a:gdLst/>
              <a:ahLst/>
              <a:cxnLst/>
              <a:rect l="l" t="t" r="r" b="b"/>
              <a:pathLst>
                <a:path w="1395095" h="426085">
                  <a:moveTo>
                    <a:pt x="1355042" y="283204"/>
                  </a:moveTo>
                  <a:lnTo>
                    <a:pt x="1379947" y="229118"/>
                  </a:lnTo>
                  <a:lnTo>
                    <a:pt x="1393203" y="175254"/>
                  </a:lnTo>
                  <a:lnTo>
                    <a:pt x="1395015" y="124184"/>
                  </a:lnTo>
                  <a:lnTo>
                    <a:pt x="1385588" y="78480"/>
                  </a:lnTo>
                  <a:lnTo>
                    <a:pt x="1365125" y="40714"/>
                  </a:lnTo>
                  <a:lnTo>
                    <a:pt x="1333833" y="13456"/>
                  </a:lnTo>
                  <a:lnTo>
                    <a:pt x="1294585" y="0"/>
                  </a:lnTo>
                  <a:lnTo>
                    <a:pt x="1251669" y="1180"/>
                  </a:lnTo>
                  <a:lnTo>
                    <a:pt x="1207404" y="15885"/>
                  </a:lnTo>
                  <a:lnTo>
                    <a:pt x="1164114" y="43005"/>
                  </a:lnTo>
                  <a:lnTo>
                    <a:pt x="1124118" y="81428"/>
                  </a:lnTo>
                  <a:lnTo>
                    <a:pt x="1089739" y="130042"/>
                  </a:lnTo>
                  <a:lnTo>
                    <a:pt x="1064825" y="184128"/>
                  </a:lnTo>
                  <a:lnTo>
                    <a:pt x="1051545" y="237992"/>
                  </a:lnTo>
                  <a:lnTo>
                    <a:pt x="1049702" y="289062"/>
                  </a:lnTo>
                  <a:lnTo>
                    <a:pt x="1059099" y="334766"/>
                  </a:lnTo>
                  <a:lnTo>
                    <a:pt x="1079538" y="372533"/>
                  </a:lnTo>
                  <a:lnTo>
                    <a:pt x="1110821" y="399790"/>
                  </a:lnTo>
                  <a:lnTo>
                    <a:pt x="1150078" y="413248"/>
                  </a:lnTo>
                  <a:lnTo>
                    <a:pt x="1193018" y="412072"/>
                  </a:lnTo>
                  <a:lnTo>
                    <a:pt x="1237313" y="397377"/>
                  </a:lnTo>
                  <a:lnTo>
                    <a:pt x="1280634" y="370279"/>
                  </a:lnTo>
                  <a:lnTo>
                    <a:pt x="1320653" y="331892"/>
                  </a:lnTo>
                  <a:lnTo>
                    <a:pt x="1355042" y="283331"/>
                  </a:lnTo>
                </a:path>
                <a:path w="1395095" h="426085">
                  <a:moveTo>
                    <a:pt x="304244" y="143123"/>
                  </a:moveTo>
                  <a:lnTo>
                    <a:pt x="269876" y="94498"/>
                  </a:lnTo>
                  <a:lnTo>
                    <a:pt x="229916" y="56044"/>
                  </a:lnTo>
                  <a:lnTo>
                    <a:pt x="186689" y="28871"/>
                  </a:lnTo>
                  <a:lnTo>
                    <a:pt x="142521" y="14091"/>
                  </a:lnTo>
                  <a:lnTo>
                    <a:pt x="99736" y="12816"/>
                  </a:lnTo>
                  <a:lnTo>
                    <a:pt x="60658" y="26156"/>
                  </a:lnTo>
                  <a:lnTo>
                    <a:pt x="29554" y="53341"/>
                  </a:lnTo>
                  <a:lnTo>
                    <a:pt x="9270" y="91025"/>
                  </a:lnTo>
                  <a:lnTo>
                    <a:pt x="0" y="136646"/>
                  </a:lnTo>
                  <a:lnTo>
                    <a:pt x="1937" y="187644"/>
                  </a:lnTo>
                  <a:lnTo>
                    <a:pt x="15276" y="241456"/>
                  </a:lnTo>
                  <a:lnTo>
                    <a:pt x="40211" y="295523"/>
                  </a:lnTo>
                  <a:lnTo>
                    <a:pt x="74579" y="344157"/>
                  </a:lnTo>
                  <a:lnTo>
                    <a:pt x="114539" y="382631"/>
                  </a:lnTo>
                  <a:lnTo>
                    <a:pt x="157765" y="409823"/>
                  </a:lnTo>
                  <a:lnTo>
                    <a:pt x="201934" y="424612"/>
                  </a:lnTo>
                  <a:lnTo>
                    <a:pt x="244719" y="425875"/>
                  </a:lnTo>
                  <a:lnTo>
                    <a:pt x="283797" y="412490"/>
                  </a:lnTo>
                  <a:lnTo>
                    <a:pt x="314901" y="385349"/>
                  </a:lnTo>
                  <a:lnTo>
                    <a:pt x="335185" y="347678"/>
                  </a:lnTo>
                  <a:lnTo>
                    <a:pt x="344455" y="302048"/>
                  </a:lnTo>
                  <a:lnTo>
                    <a:pt x="342518" y="251031"/>
                  </a:lnTo>
                  <a:lnTo>
                    <a:pt x="329179" y="197199"/>
                  </a:lnTo>
                  <a:lnTo>
                    <a:pt x="304244" y="14312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01540" y="3252215"/>
            <a:ext cx="176974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KYSUPHANMEM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3035" y="1511808"/>
            <a:ext cx="122999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30"/>
              </a:spcBef>
            </a:pPr>
            <a:r>
              <a:rPr sz="1600" spc="-10" dirty="0">
                <a:latin typeface="Arial"/>
                <a:cs typeface="Arial"/>
              </a:rPr>
              <a:t>NHANVIEN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18019" y="3252215"/>
            <a:ext cx="1609725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Arial"/>
                <a:cs typeface="Arial"/>
              </a:rPr>
              <a:t>LUONGTHANG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40196" y="4002023"/>
            <a:ext cx="1012190" cy="3384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Arial"/>
                <a:cs typeface="Arial"/>
              </a:rPr>
              <a:t>QUANLY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48755" y="2185416"/>
            <a:ext cx="364490" cy="365760"/>
          </a:xfrm>
          <a:custGeom>
            <a:avLst/>
            <a:gdLst/>
            <a:ahLst/>
            <a:cxnLst/>
            <a:rect l="l" t="t" r="r" b="b"/>
            <a:pathLst>
              <a:path w="364489" h="365760">
                <a:moveTo>
                  <a:pt x="0" y="182880"/>
                </a:moveTo>
                <a:lnTo>
                  <a:pt x="6505" y="134276"/>
                </a:lnTo>
                <a:lnTo>
                  <a:pt x="24863" y="90593"/>
                </a:lnTo>
                <a:lnTo>
                  <a:pt x="53340" y="53578"/>
                </a:lnTo>
                <a:lnTo>
                  <a:pt x="90198" y="24976"/>
                </a:lnTo>
                <a:lnTo>
                  <a:pt x="133702" y="6535"/>
                </a:lnTo>
                <a:lnTo>
                  <a:pt x="182118" y="0"/>
                </a:lnTo>
                <a:lnTo>
                  <a:pt x="230533" y="6535"/>
                </a:lnTo>
                <a:lnTo>
                  <a:pt x="274037" y="24976"/>
                </a:lnTo>
                <a:lnTo>
                  <a:pt x="310896" y="53578"/>
                </a:lnTo>
                <a:lnTo>
                  <a:pt x="339372" y="90593"/>
                </a:lnTo>
                <a:lnTo>
                  <a:pt x="357730" y="134276"/>
                </a:lnTo>
                <a:lnTo>
                  <a:pt x="364236" y="182880"/>
                </a:lnTo>
                <a:lnTo>
                  <a:pt x="357730" y="231483"/>
                </a:lnTo>
                <a:lnTo>
                  <a:pt x="339372" y="275166"/>
                </a:lnTo>
                <a:lnTo>
                  <a:pt x="310896" y="312181"/>
                </a:lnTo>
                <a:lnTo>
                  <a:pt x="274037" y="340783"/>
                </a:lnTo>
                <a:lnTo>
                  <a:pt x="230533" y="359224"/>
                </a:lnTo>
                <a:lnTo>
                  <a:pt x="182118" y="365760"/>
                </a:lnTo>
                <a:lnTo>
                  <a:pt x="133702" y="359224"/>
                </a:lnTo>
                <a:lnTo>
                  <a:pt x="90198" y="340783"/>
                </a:lnTo>
                <a:lnTo>
                  <a:pt x="53340" y="312181"/>
                </a:lnTo>
                <a:lnTo>
                  <a:pt x="24863" y="275166"/>
                </a:lnTo>
                <a:lnTo>
                  <a:pt x="6505" y="231483"/>
                </a:lnTo>
                <a:lnTo>
                  <a:pt x="0" y="18288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63436" y="2229992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82221" y="1845373"/>
            <a:ext cx="1661795" cy="1412875"/>
            <a:chOff x="5582221" y="1845373"/>
            <a:chExt cx="1661795" cy="1412875"/>
          </a:xfrm>
        </p:grpSpPr>
        <p:sp>
          <p:nvSpPr>
            <p:cNvPr id="19" name="object 19"/>
            <p:cNvSpPr/>
            <p:nvPr/>
          </p:nvSpPr>
          <p:spPr>
            <a:xfrm>
              <a:off x="5586984" y="1850135"/>
              <a:ext cx="1029969" cy="1403350"/>
            </a:xfrm>
            <a:custGeom>
              <a:avLst/>
              <a:gdLst/>
              <a:ahLst/>
              <a:cxnLst/>
              <a:rect l="l" t="t" r="r" b="b"/>
              <a:pathLst>
                <a:path w="1029970" h="1403350">
                  <a:moveTo>
                    <a:pt x="1029842" y="0"/>
                  </a:moveTo>
                  <a:lnTo>
                    <a:pt x="772667" y="390525"/>
                  </a:lnTo>
                </a:path>
                <a:path w="1029970" h="1403350">
                  <a:moveTo>
                    <a:pt x="514350" y="647700"/>
                  </a:moveTo>
                  <a:lnTo>
                    <a:pt x="0" y="140335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9391" y="2501641"/>
              <a:ext cx="355600" cy="405765"/>
            </a:xfrm>
            <a:custGeom>
              <a:avLst/>
              <a:gdLst/>
              <a:ahLst/>
              <a:cxnLst/>
              <a:rect l="l" t="t" r="r" b="b"/>
              <a:pathLst>
                <a:path w="355600" h="405764">
                  <a:moveTo>
                    <a:pt x="303847" y="287913"/>
                  </a:moveTo>
                  <a:lnTo>
                    <a:pt x="332521" y="235713"/>
                  </a:lnTo>
                  <a:lnTo>
                    <a:pt x="349595" y="182941"/>
                  </a:lnTo>
                  <a:lnTo>
                    <a:pt x="355092" y="132179"/>
                  </a:lnTo>
                  <a:lnTo>
                    <a:pt x="349031" y="86011"/>
                  </a:lnTo>
                  <a:lnTo>
                    <a:pt x="331434" y="47019"/>
                  </a:lnTo>
                  <a:lnTo>
                    <a:pt x="302323" y="17784"/>
                  </a:lnTo>
                  <a:lnTo>
                    <a:pt x="264251" y="1718"/>
                  </a:lnTo>
                  <a:lnTo>
                    <a:pt x="221480" y="0"/>
                  </a:lnTo>
                  <a:lnTo>
                    <a:pt x="176403" y="11672"/>
                  </a:lnTo>
                  <a:lnTo>
                    <a:pt x="131409" y="35781"/>
                  </a:lnTo>
                  <a:lnTo>
                    <a:pt x="88892" y="71368"/>
                  </a:lnTo>
                  <a:lnTo>
                    <a:pt x="51244" y="117479"/>
                  </a:lnTo>
                  <a:lnTo>
                    <a:pt x="22570" y="169671"/>
                  </a:lnTo>
                  <a:lnTo>
                    <a:pt x="5496" y="222424"/>
                  </a:lnTo>
                  <a:lnTo>
                    <a:pt x="0" y="273165"/>
                  </a:lnTo>
                  <a:lnTo>
                    <a:pt x="6060" y="319325"/>
                  </a:lnTo>
                  <a:lnTo>
                    <a:pt x="23657" y="358329"/>
                  </a:lnTo>
                  <a:lnTo>
                    <a:pt x="52768" y="387608"/>
                  </a:lnTo>
                  <a:lnTo>
                    <a:pt x="90840" y="403630"/>
                  </a:lnTo>
                  <a:lnTo>
                    <a:pt x="133611" y="405336"/>
                  </a:lnTo>
                  <a:lnTo>
                    <a:pt x="178688" y="393672"/>
                  </a:lnTo>
                  <a:lnTo>
                    <a:pt x="223682" y="369584"/>
                  </a:lnTo>
                  <a:lnTo>
                    <a:pt x="266199" y="334015"/>
                  </a:lnTo>
                  <a:lnTo>
                    <a:pt x="303847" y="28791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73240" y="2209799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6535" y="134276"/>
                  </a:lnTo>
                  <a:lnTo>
                    <a:pt x="24976" y="90593"/>
                  </a:lnTo>
                  <a:lnTo>
                    <a:pt x="53578" y="53578"/>
                  </a:lnTo>
                  <a:lnTo>
                    <a:pt x="90593" y="24976"/>
                  </a:lnTo>
                  <a:lnTo>
                    <a:pt x="134276" y="6535"/>
                  </a:lnTo>
                  <a:lnTo>
                    <a:pt x="182879" y="0"/>
                  </a:lnTo>
                  <a:lnTo>
                    <a:pt x="231483" y="6535"/>
                  </a:lnTo>
                  <a:lnTo>
                    <a:pt x="275166" y="24976"/>
                  </a:lnTo>
                  <a:lnTo>
                    <a:pt x="312181" y="53578"/>
                  </a:lnTo>
                  <a:lnTo>
                    <a:pt x="340783" y="90593"/>
                  </a:lnTo>
                  <a:lnTo>
                    <a:pt x="359224" y="134276"/>
                  </a:lnTo>
                  <a:lnTo>
                    <a:pt x="365759" y="182879"/>
                  </a:lnTo>
                  <a:lnTo>
                    <a:pt x="359224" y="231483"/>
                  </a:lnTo>
                  <a:lnTo>
                    <a:pt x="340783" y="275166"/>
                  </a:lnTo>
                  <a:lnTo>
                    <a:pt x="312181" y="312181"/>
                  </a:lnTo>
                  <a:lnTo>
                    <a:pt x="275166" y="340783"/>
                  </a:lnTo>
                  <a:lnTo>
                    <a:pt x="231483" y="359224"/>
                  </a:lnTo>
                  <a:lnTo>
                    <a:pt x="182879" y="365760"/>
                  </a:lnTo>
                  <a:lnTo>
                    <a:pt x="134276" y="359224"/>
                  </a:lnTo>
                  <a:lnTo>
                    <a:pt x="90593" y="340783"/>
                  </a:lnTo>
                  <a:lnTo>
                    <a:pt x="53578" y="312181"/>
                  </a:lnTo>
                  <a:lnTo>
                    <a:pt x="24976" y="275166"/>
                  </a:lnTo>
                  <a:lnTo>
                    <a:pt x="6535" y="231483"/>
                  </a:lnTo>
                  <a:lnTo>
                    <a:pt x="0" y="182879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89191" y="2253742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53120" y="1834866"/>
            <a:ext cx="2828925" cy="2174875"/>
            <a:chOff x="5253120" y="1834866"/>
            <a:chExt cx="2828925" cy="2174875"/>
          </a:xfrm>
        </p:grpSpPr>
        <p:sp>
          <p:nvSpPr>
            <p:cNvPr id="24" name="object 24"/>
            <p:cNvSpPr/>
            <p:nvPr/>
          </p:nvSpPr>
          <p:spPr>
            <a:xfrm>
              <a:off x="7185660" y="2520695"/>
              <a:ext cx="638175" cy="732155"/>
            </a:xfrm>
            <a:custGeom>
              <a:avLst/>
              <a:gdLst/>
              <a:ahLst/>
              <a:cxnLst/>
              <a:rect l="l" t="t" r="r" b="b"/>
              <a:pathLst>
                <a:path w="638175" h="732154">
                  <a:moveTo>
                    <a:pt x="0" y="0"/>
                  </a:moveTo>
                  <a:lnTo>
                    <a:pt x="638175" y="73190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38352" y="2483122"/>
              <a:ext cx="369570" cy="391795"/>
            </a:xfrm>
            <a:custGeom>
              <a:avLst/>
              <a:gdLst/>
              <a:ahLst/>
              <a:cxnLst/>
              <a:rect l="l" t="t" r="r" b="b"/>
              <a:pathLst>
                <a:path w="369570" h="391794">
                  <a:moveTo>
                    <a:pt x="299783" y="95739"/>
                  </a:moveTo>
                  <a:lnTo>
                    <a:pt x="256786" y="54615"/>
                  </a:lnTo>
                  <a:lnTo>
                    <a:pt x="210234" y="24515"/>
                  </a:lnTo>
                  <a:lnTo>
                    <a:pt x="162623" y="6093"/>
                  </a:lnTo>
                  <a:lnTo>
                    <a:pt x="116451" y="0"/>
                  </a:lnTo>
                  <a:lnTo>
                    <a:pt x="74217" y="6889"/>
                  </a:lnTo>
                  <a:lnTo>
                    <a:pt x="38417" y="27413"/>
                  </a:lnTo>
                  <a:lnTo>
                    <a:pt x="13083" y="60017"/>
                  </a:lnTo>
                  <a:lnTo>
                    <a:pt x="378" y="100880"/>
                  </a:lnTo>
                  <a:lnTo>
                    <a:pt x="0" y="147444"/>
                  </a:lnTo>
                  <a:lnTo>
                    <a:pt x="11644" y="197151"/>
                  </a:lnTo>
                  <a:lnTo>
                    <a:pt x="35007" y="247443"/>
                  </a:lnTo>
                  <a:lnTo>
                    <a:pt x="69786" y="295764"/>
                  </a:lnTo>
                  <a:lnTo>
                    <a:pt x="112774" y="336940"/>
                  </a:lnTo>
                  <a:lnTo>
                    <a:pt x="159307" y="367072"/>
                  </a:lnTo>
                  <a:lnTo>
                    <a:pt x="206898" y="385505"/>
                  </a:lnTo>
                  <a:lnTo>
                    <a:pt x="253061" y="391588"/>
                  </a:lnTo>
                  <a:lnTo>
                    <a:pt x="295308" y="384667"/>
                  </a:lnTo>
                  <a:lnTo>
                    <a:pt x="331152" y="364090"/>
                  </a:lnTo>
                  <a:lnTo>
                    <a:pt x="356486" y="331539"/>
                  </a:lnTo>
                  <a:lnTo>
                    <a:pt x="369191" y="290712"/>
                  </a:lnTo>
                  <a:lnTo>
                    <a:pt x="369569" y="244170"/>
                  </a:lnTo>
                  <a:lnTo>
                    <a:pt x="357925" y="194474"/>
                  </a:lnTo>
                  <a:lnTo>
                    <a:pt x="334562" y="144186"/>
                  </a:lnTo>
                  <a:lnTo>
                    <a:pt x="299783" y="9586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25590" y="1853945"/>
              <a:ext cx="329565" cy="407034"/>
            </a:xfrm>
            <a:custGeom>
              <a:avLst/>
              <a:gdLst/>
              <a:ahLst/>
              <a:cxnLst/>
              <a:rect l="l" t="t" r="r" b="b"/>
              <a:pathLst>
                <a:path w="329565" h="407035">
                  <a:moveTo>
                    <a:pt x="329183" y="406907"/>
                  </a:moveTo>
                  <a:lnTo>
                    <a:pt x="0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17208" y="1850135"/>
              <a:ext cx="28575" cy="2154555"/>
            </a:xfrm>
            <a:custGeom>
              <a:avLst/>
              <a:gdLst/>
              <a:ahLst/>
              <a:cxnLst/>
              <a:rect l="l" t="t" r="r" b="b"/>
              <a:pathLst>
                <a:path w="28575" h="2154554">
                  <a:moveTo>
                    <a:pt x="0" y="0"/>
                  </a:moveTo>
                  <a:lnTo>
                    <a:pt x="28575" y="215430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69380" y="2529458"/>
              <a:ext cx="304165" cy="445134"/>
            </a:xfrm>
            <a:custGeom>
              <a:avLst/>
              <a:gdLst/>
              <a:ahLst/>
              <a:cxnLst/>
              <a:rect l="l" t="t" r="r" b="b"/>
              <a:pathLst>
                <a:path w="304165" h="445135">
                  <a:moveTo>
                    <a:pt x="304165" y="211836"/>
                  </a:moveTo>
                  <a:lnTo>
                    <a:pt x="294578" y="153096"/>
                  </a:lnTo>
                  <a:lnTo>
                    <a:pt x="275519" y="101035"/>
                  </a:lnTo>
                  <a:lnTo>
                    <a:pt x="248586" y="57673"/>
                  </a:lnTo>
                  <a:lnTo>
                    <a:pt x="215377" y="25033"/>
                  </a:lnTo>
                  <a:lnTo>
                    <a:pt x="177491" y="5134"/>
                  </a:lnTo>
                  <a:lnTo>
                    <a:pt x="136525" y="0"/>
                  </a:lnTo>
                  <a:lnTo>
                    <a:pt x="96672" y="10762"/>
                  </a:lnTo>
                  <a:lnTo>
                    <a:pt x="61928" y="35724"/>
                  </a:lnTo>
                  <a:lnTo>
                    <a:pt x="33591" y="72659"/>
                  </a:lnTo>
                  <a:lnTo>
                    <a:pt x="12958" y="119342"/>
                  </a:lnTo>
                  <a:lnTo>
                    <a:pt x="1328" y="173546"/>
                  </a:lnTo>
                  <a:lnTo>
                    <a:pt x="0" y="233044"/>
                  </a:lnTo>
                  <a:lnTo>
                    <a:pt x="9586" y="291837"/>
                  </a:lnTo>
                  <a:lnTo>
                    <a:pt x="28645" y="343934"/>
                  </a:lnTo>
                  <a:lnTo>
                    <a:pt x="55578" y="387318"/>
                  </a:lnTo>
                  <a:lnTo>
                    <a:pt x="88787" y="419970"/>
                  </a:lnTo>
                  <a:lnTo>
                    <a:pt x="126673" y="439872"/>
                  </a:lnTo>
                  <a:lnTo>
                    <a:pt x="167640" y="445007"/>
                  </a:lnTo>
                  <a:lnTo>
                    <a:pt x="207492" y="434244"/>
                  </a:lnTo>
                  <a:lnTo>
                    <a:pt x="242236" y="409278"/>
                  </a:lnTo>
                  <a:lnTo>
                    <a:pt x="270573" y="372332"/>
                  </a:lnTo>
                  <a:lnTo>
                    <a:pt x="291206" y="325627"/>
                  </a:lnTo>
                  <a:lnTo>
                    <a:pt x="302836" y="271388"/>
                  </a:lnTo>
                  <a:lnTo>
                    <a:pt x="304165" y="21183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57800" y="2368295"/>
              <a:ext cx="790575" cy="225425"/>
            </a:xfrm>
            <a:custGeom>
              <a:avLst/>
              <a:gdLst/>
              <a:ahLst/>
              <a:cxnLst/>
              <a:rect l="l" t="t" r="r" b="b"/>
              <a:pathLst>
                <a:path w="790575" h="225425">
                  <a:moveTo>
                    <a:pt x="790575" y="0"/>
                  </a:moveTo>
                  <a:lnTo>
                    <a:pt x="0" y="225425"/>
                  </a:lnTo>
                </a:path>
              </a:pathLst>
            </a:custGeom>
            <a:ln w="936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39000" y="2392679"/>
              <a:ext cx="838200" cy="274955"/>
            </a:xfrm>
            <a:custGeom>
              <a:avLst/>
              <a:gdLst/>
              <a:ahLst/>
              <a:cxnLst/>
              <a:rect l="l" t="t" r="r" b="b"/>
              <a:pathLst>
                <a:path w="838200" h="274955">
                  <a:moveTo>
                    <a:pt x="0" y="0"/>
                  </a:moveTo>
                  <a:lnTo>
                    <a:pt x="838200" y="274700"/>
                  </a:lnTo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4665933-82F2-3CFD-4328-2631096427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kết</a:t>
            </a:r>
            <a:r>
              <a:rPr spc="-65" dirty="0"/>
              <a:t> </a:t>
            </a:r>
            <a:r>
              <a:rPr dirty="0"/>
              <a:t>tam</a:t>
            </a:r>
            <a:r>
              <a:rPr spc="-60" dirty="0"/>
              <a:t> </a:t>
            </a:r>
            <a:r>
              <a:rPr spc="-20" dirty="0"/>
              <a:t>phân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0763" y="1789176"/>
            <a:ext cx="18059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4444" y="1708404"/>
            <a:ext cx="818515" cy="524510"/>
          </a:xfrm>
          <a:custGeom>
            <a:avLst/>
            <a:gdLst/>
            <a:ahLst/>
            <a:cxnLst/>
            <a:rect l="l" t="t" r="r" b="b"/>
            <a:pathLst>
              <a:path w="818515" h="524510">
                <a:moveTo>
                  <a:pt x="0" y="262128"/>
                </a:moveTo>
                <a:lnTo>
                  <a:pt x="14616" y="192440"/>
                </a:lnTo>
                <a:lnTo>
                  <a:pt x="55865" y="129822"/>
                </a:lnTo>
                <a:lnTo>
                  <a:pt x="85259" y="101944"/>
                </a:lnTo>
                <a:lnTo>
                  <a:pt x="119848" y="76771"/>
                </a:lnTo>
                <a:lnTo>
                  <a:pt x="159145" y="54614"/>
                </a:lnTo>
                <a:lnTo>
                  <a:pt x="202663" y="35785"/>
                </a:lnTo>
                <a:lnTo>
                  <a:pt x="249915" y="20597"/>
                </a:lnTo>
                <a:lnTo>
                  <a:pt x="300412" y="9362"/>
                </a:lnTo>
                <a:lnTo>
                  <a:pt x="353667" y="2392"/>
                </a:lnTo>
                <a:lnTo>
                  <a:pt x="409194" y="0"/>
                </a:lnTo>
                <a:lnTo>
                  <a:pt x="464720" y="2392"/>
                </a:lnTo>
                <a:lnTo>
                  <a:pt x="517975" y="9362"/>
                </a:lnTo>
                <a:lnTo>
                  <a:pt x="568472" y="20597"/>
                </a:lnTo>
                <a:lnTo>
                  <a:pt x="615724" y="35785"/>
                </a:lnTo>
                <a:lnTo>
                  <a:pt x="659242" y="54614"/>
                </a:lnTo>
                <a:lnTo>
                  <a:pt x="698539" y="76771"/>
                </a:lnTo>
                <a:lnTo>
                  <a:pt x="733128" y="101944"/>
                </a:lnTo>
                <a:lnTo>
                  <a:pt x="762522" y="129822"/>
                </a:lnTo>
                <a:lnTo>
                  <a:pt x="786232" y="160091"/>
                </a:lnTo>
                <a:lnTo>
                  <a:pt x="814652" y="226556"/>
                </a:lnTo>
                <a:lnTo>
                  <a:pt x="818388" y="262128"/>
                </a:lnTo>
                <a:lnTo>
                  <a:pt x="814652" y="297699"/>
                </a:lnTo>
                <a:lnTo>
                  <a:pt x="786232" y="364164"/>
                </a:lnTo>
                <a:lnTo>
                  <a:pt x="762522" y="394433"/>
                </a:lnTo>
                <a:lnTo>
                  <a:pt x="733128" y="422311"/>
                </a:lnTo>
                <a:lnTo>
                  <a:pt x="698539" y="447484"/>
                </a:lnTo>
                <a:lnTo>
                  <a:pt x="659242" y="469641"/>
                </a:lnTo>
                <a:lnTo>
                  <a:pt x="615724" y="488470"/>
                </a:lnTo>
                <a:lnTo>
                  <a:pt x="568472" y="503658"/>
                </a:lnTo>
                <a:lnTo>
                  <a:pt x="517975" y="514893"/>
                </a:lnTo>
                <a:lnTo>
                  <a:pt x="464720" y="521863"/>
                </a:lnTo>
                <a:lnTo>
                  <a:pt x="409194" y="524256"/>
                </a:lnTo>
                <a:lnTo>
                  <a:pt x="353667" y="521863"/>
                </a:lnTo>
                <a:lnTo>
                  <a:pt x="300412" y="514893"/>
                </a:lnTo>
                <a:lnTo>
                  <a:pt x="249915" y="503658"/>
                </a:lnTo>
                <a:lnTo>
                  <a:pt x="202663" y="488470"/>
                </a:lnTo>
                <a:lnTo>
                  <a:pt x="159145" y="469641"/>
                </a:lnTo>
                <a:lnTo>
                  <a:pt x="119848" y="447484"/>
                </a:lnTo>
                <a:lnTo>
                  <a:pt x="85259" y="422311"/>
                </a:lnTo>
                <a:lnTo>
                  <a:pt x="55865" y="394433"/>
                </a:lnTo>
                <a:lnTo>
                  <a:pt x="32155" y="364164"/>
                </a:lnTo>
                <a:lnTo>
                  <a:pt x="3735" y="297699"/>
                </a:lnTo>
                <a:lnTo>
                  <a:pt x="0" y="262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6381" y="1814576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2436" y="1970532"/>
            <a:ext cx="341630" cy="3175"/>
          </a:xfrm>
          <a:custGeom>
            <a:avLst/>
            <a:gdLst/>
            <a:ahLst/>
            <a:cxnLst/>
            <a:rect l="l" t="t" r="r" b="b"/>
            <a:pathLst>
              <a:path w="341630" h="3175">
                <a:moveTo>
                  <a:pt x="0" y="0"/>
                </a:moveTo>
                <a:lnTo>
                  <a:pt x="341375" y="31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60464" y="1789176"/>
            <a:ext cx="8280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9540" y="1712976"/>
            <a:ext cx="818515" cy="524510"/>
          </a:xfrm>
          <a:custGeom>
            <a:avLst/>
            <a:gdLst/>
            <a:ahLst/>
            <a:cxnLst/>
            <a:rect l="l" t="t" r="r" b="b"/>
            <a:pathLst>
              <a:path w="818515" h="524510">
                <a:moveTo>
                  <a:pt x="0" y="262127"/>
                </a:moveTo>
                <a:lnTo>
                  <a:pt x="14620" y="192440"/>
                </a:lnTo>
                <a:lnTo>
                  <a:pt x="55879" y="129822"/>
                </a:lnTo>
                <a:lnTo>
                  <a:pt x="85278" y="101944"/>
                </a:lnTo>
                <a:lnTo>
                  <a:pt x="119872" y="76771"/>
                </a:lnTo>
                <a:lnTo>
                  <a:pt x="159172" y="54614"/>
                </a:lnTo>
                <a:lnTo>
                  <a:pt x="202692" y="35785"/>
                </a:lnTo>
                <a:lnTo>
                  <a:pt x="249941" y="20597"/>
                </a:lnTo>
                <a:lnTo>
                  <a:pt x="300434" y="9362"/>
                </a:lnTo>
                <a:lnTo>
                  <a:pt x="353681" y="2392"/>
                </a:lnTo>
                <a:lnTo>
                  <a:pt x="409193" y="0"/>
                </a:lnTo>
                <a:lnTo>
                  <a:pt x="464706" y="2392"/>
                </a:lnTo>
                <a:lnTo>
                  <a:pt x="517953" y="9362"/>
                </a:lnTo>
                <a:lnTo>
                  <a:pt x="568446" y="20597"/>
                </a:lnTo>
                <a:lnTo>
                  <a:pt x="615695" y="35785"/>
                </a:lnTo>
                <a:lnTo>
                  <a:pt x="659215" y="54614"/>
                </a:lnTo>
                <a:lnTo>
                  <a:pt x="698515" y="76771"/>
                </a:lnTo>
                <a:lnTo>
                  <a:pt x="733109" y="101944"/>
                </a:lnTo>
                <a:lnTo>
                  <a:pt x="762507" y="129822"/>
                </a:lnTo>
                <a:lnTo>
                  <a:pt x="786223" y="160091"/>
                </a:lnTo>
                <a:lnTo>
                  <a:pt x="814651" y="226556"/>
                </a:lnTo>
                <a:lnTo>
                  <a:pt x="818387" y="262127"/>
                </a:lnTo>
                <a:lnTo>
                  <a:pt x="814651" y="297699"/>
                </a:lnTo>
                <a:lnTo>
                  <a:pt x="786223" y="364164"/>
                </a:lnTo>
                <a:lnTo>
                  <a:pt x="762507" y="394433"/>
                </a:lnTo>
                <a:lnTo>
                  <a:pt x="733109" y="422311"/>
                </a:lnTo>
                <a:lnTo>
                  <a:pt x="698515" y="447484"/>
                </a:lnTo>
                <a:lnTo>
                  <a:pt x="659215" y="469641"/>
                </a:lnTo>
                <a:lnTo>
                  <a:pt x="615695" y="488470"/>
                </a:lnTo>
                <a:lnTo>
                  <a:pt x="568446" y="503658"/>
                </a:lnTo>
                <a:lnTo>
                  <a:pt x="517953" y="514893"/>
                </a:lnTo>
                <a:lnTo>
                  <a:pt x="464706" y="521863"/>
                </a:lnTo>
                <a:lnTo>
                  <a:pt x="409193" y="524256"/>
                </a:lnTo>
                <a:lnTo>
                  <a:pt x="353681" y="521863"/>
                </a:lnTo>
                <a:lnTo>
                  <a:pt x="300434" y="514893"/>
                </a:lnTo>
                <a:lnTo>
                  <a:pt x="249941" y="503658"/>
                </a:lnTo>
                <a:lnTo>
                  <a:pt x="202691" y="488470"/>
                </a:lnTo>
                <a:lnTo>
                  <a:pt x="159172" y="469641"/>
                </a:lnTo>
                <a:lnTo>
                  <a:pt x="119872" y="447484"/>
                </a:lnTo>
                <a:lnTo>
                  <a:pt x="85278" y="422311"/>
                </a:lnTo>
                <a:lnTo>
                  <a:pt x="55879" y="394433"/>
                </a:lnTo>
                <a:lnTo>
                  <a:pt x="32164" y="364164"/>
                </a:lnTo>
                <a:lnTo>
                  <a:pt x="3736" y="297699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62645" y="1819402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87995" y="1973579"/>
            <a:ext cx="282575" cy="1905"/>
          </a:xfrm>
          <a:custGeom>
            <a:avLst/>
            <a:gdLst/>
            <a:ahLst/>
            <a:cxnLst/>
            <a:rect l="l" t="t" r="r" b="b"/>
            <a:pathLst>
              <a:path w="282575" h="1905">
                <a:moveTo>
                  <a:pt x="282575" y="1524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0955" y="2670048"/>
            <a:ext cx="93281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44567" y="3240023"/>
            <a:ext cx="1050290" cy="524510"/>
          </a:xfrm>
          <a:custGeom>
            <a:avLst/>
            <a:gdLst/>
            <a:ahLst/>
            <a:cxnLst/>
            <a:rect l="l" t="t" r="r" b="b"/>
            <a:pathLst>
              <a:path w="1050289" h="524510">
                <a:moveTo>
                  <a:pt x="0" y="262127"/>
                </a:moveTo>
                <a:lnTo>
                  <a:pt x="13867" y="202021"/>
                </a:lnTo>
                <a:lnTo>
                  <a:pt x="53366" y="146846"/>
                </a:lnTo>
                <a:lnTo>
                  <a:pt x="115346" y="98175"/>
                </a:lnTo>
                <a:lnTo>
                  <a:pt x="153781" y="76771"/>
                </a:lnTo>
                <a:lnTo>
                  <a:pt x="196653" y="57583"/>
                </a:lnTo>
                <a:lnTo>
                  <a:pt x="243570" y="40807"/>
                </a:lnTo>
                <a:lnTo>
                  <a:pt x="294136" y="26641"/>
                </a:lnTo>
                <a:lnTo>
                  <a:pt x="347958" y="15280"/>
                </a:lnTo>
                <a:lnTo>
                  <a:pt x="404641" y="6922"/>
                </a:lnTo>
                <a:lnTo>
                  <a:pt x="463793" y="1763"/>
                </a:lnTo>
                <a:lnTo>
                  <a:pt x="525018" y="0"/>
                </a:lnTo>
                <a:lnTo>
                  <a:pt x="586242" y="1763"/>
                </a:lnTo>
                <a:lnTo>
                  <a:pt x="645394" y="6922"/>
                </a:lnTo>
                <a:lnTo>
                  <a:pt x="702077" y="15280"/>
                </a:lnTo>
                <a:lnTo>
                  <a:pt x="755899" y="26641"/>
                </a:lnTo>
                <a:lnTo>
                  <a:pt x="806465" y="40807"/>
                </a:lnTo>
                <a:lnTo>
                  <a:pt x="853382" y="57583"/>
                </a:lnTo>
                <a:lnTo>
                  <a:pt x="896254" y="76771"/>
                </a:lnTo>
                <a:lnTo>
                  <a:pt x="934689" y="98175"/>
                </a:lnTo>
                <a:lnTo>
                  <a:pt x="968292" y="121599"/>
                </a:lnTo>
                <a:lnTo>
                  <a:pt x="1019426" y="173718"/>
                </a:lnTo>
                <a:lnTo>
                  <a:pt x="1046503" y="231556"/>
                </a:lnTo>
                <a:lnTo>
                  <a:pt x="1050036" y="262127"/>
                </a:lnTo>
                <a:lnTo>
                  <a:pt x="1046503" y="292699"/>
                </a:lnTo>
                <a:lnTo>
                  <a:pt x="1019426" y="350537"/>
                </a:lnTo>
                <a:lnTo>
                  <a:pt x="968292" y="402656"/>
                </a:lnTo>
                <a:lnTo>
                  <a:pt x="934689" y="426080"/>
                </a:lnTo>
                <a:lnTo>
                  <a:pt x="896254" y="447484"/>
                </a:lnTo>
                <a:lnTo>
                  <a:pt x="853382" y="466672"/>
                </a:lnTo>
                <a:lnTo>
                  <a:pt x="806465" y="483448"/>
                </a:lnTo>
                <a:lnTo>
                  <a:pt x="755899" y="497614"/>
                </a:lnTo>
                <a:lnTo>
                  <a:pt x="702077" y="508975"/>
                </a:lnTo>
                <a:lnTo>
                  <a:pt x="645394" y="517333"/>
                </a:lnTo>
                <a:lnTo>
                  <a:pt x="586242" y="522492"/>
                </a:lnTo>
                <a:lnTo>
                  <a:pt x="525018" y="524256"/>
                </a:lnTo>
                <a:lnTo>
                  <a:pt x="463793" y="522492"/>
                </a:lnTo>
                <a:lnTo>
                  <a:pt x="404641" y="517333"/>
                </a:lnTo>
                <a:lnTo>
                  <a:pt x="347958" y="508975"/>
                </a:lnTo>
                <a:lnTo>
                  <a:pt x="294136" y="497614"/>
                </a:lnTo>
                <a:lnTo>
                  <a:pt x="243570" y="483448"/>
                </a:lnTo>
                <a:lnTo>
                  <a:pt x="196653" y="466672"/>
                </a:lnTo>
                <a:lnTo>
                  <a:pt x="153781" y="447484"/>
                </a:lnTo>
                <a:lnTo>
                  <a:pt x="115346" y="426080"/>
                </a:lnTo>
                <a:lnTo>
                  <a:pt x="81743" y="402656"/>
                </a:lnTo>
                <a:lnTo>
                  <a:pt x="30609" y="350537"/>
                </a:lnTo>
                <a:lnTo>
                  <a:pt x="3532" y="292699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78121" y="3347084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Maso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7300" y="3038855"/>
            <a:ext cx="1905" cy="279400"/>
          </a:xfrm>
          <a:custGeom>
            <a:avLst/>
            <a:gdLst/>
            <a:ahLst/>
            <a:cxnLst/>
            <a:rect l="l" t="t" r="r" b="b"/>
            <a:pathLst>
              <a:path w="1904" h="279400">
                <a:moveTo>
                  <a:pt x="1650" y="279400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45991" y="1603247"/>
            <a:ext cx="2646045" cy="736600"/>
          </a:xfrm>
          <a:custGeom>
            <a:avLst/>
            <a:gdLst/>
            <a:ahLst/>
            <a:cxnLst/>
            <a:rect l="l" t="t" r="r" b="b"/>
            <a:pathLst>
              <a:path w="2646045" h="736600">
                <a:moveTo>
                  <a:pt x="0" y="368046"/>
                </a:moveTo>
                <a:lnTo>
                  <a:pt x="1322832" y="0"/>
                </a:lnTo>
                <a:lnTo>
                  <a:pt x="2645664" y="368046"/>
                </a:lnTo>
                <a:lnTo>
                  <a:pt x="1322832" y="736091"/>
                </a:lnTo>
                <a:lnTo>
                  <a:pt x="0" y="36804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86147" y="1815795"/>
            <a:ext cx="1167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6703" y="973836"/>
            <a:ext cx="3414395" cy="1697355"/>
          </a:xfrm>
          <a:custGeom>
            <a:avLst/>
            <a:gdLst/>
            <a:ahLst/>
            <a:cxnLst/>
            <a:rect l="l" t="t" r="r" b="b"/>
            <a:pathLst>
              <a:path w="3414395" h="1697355">
                <a:moveTo>
                  <a:pt x="0" y="999871"/>
                </a:moveTo>
                <a:lnTo>
                  <a:pt x="1062101" y="996696"/>
                </a:lnTo>
              </a:path>
              <a:path w="3414395" h="1697355">
                <a:moveTo>
                  <a:pt x="2382012" y="996696"/>
                </a:moveTo>
                <a:lnTo>
                  <a:pt x="3413887" y="999871"/>
                </a:lnTo>
              </a:path>
              <a:path w="3414395" h="1697355">
                <a:moveTo>
                  <a:pt x="1722247" y="1181100"/>
                </a:moveTo>
                <a:lnTo>
                  <a:pt x="1720596" y="1696974"/>
                </a:lnTo>
              </a:path>
              <a:path w="3414395" h="1697355">
                <a:moveTo>
                  <a:pt x="993648" y="261365"/>
                </a:moveTo>
                <a:lnTo>
                  <a:pt x="1006660" y="211686"/>
                </a:lnTo>
                <a:lnTo>
                  <a:pt x="1044083" y="165159"/>
                </a:lnTo>
                <a:lnTo>
                  <a:pt x="1103498" y="122660"/>
                </a:lnTo>
                <a:lnTo>
                  <a:pt x="1140697" y="103194"/>
                </a:lnTo>
                <a:lnTo>
                  <a:pt x="1182486" y="85064"/>
                </a:lnTo>
                <a:lnTo>
                  <a:pt x="1228563" y="68377"/>
                </a:lnTo>
                <a:lnTo>
                  <a:pt x="1278626" y="53244"/>
                </a:lnTo>
                <a:lnTo>
                  <a:pt x="1332372" y="39774"/>
                </a:lnTo>
                <a:lnTo>
                  <a:pt x="1389499" y="28076"/>
                </a:lnTo>
                <a:lnTo>
                  <a:pt x="1449705" y="18260"/>
                </a:lnTo>
                <a:lnTo>
                  <a:pt x="1512686" y="10435"/>
                </a:lnTo>
                <a:lnTo>
                  <a:pt x="1578141" y="4710"/>
                </a:lnTo>
                <a:lnTo>
                  <a:pt x="1645767" y="1195"/>
                </a:lnTo>
                <a:lnTo>
                  <a:pt x="1715262" y="0"/>
                </a:lnTo>
                <a:lnTo>
                  <a:pt x="1784756" y="1195"/>
                </a:lnTo>
                <a:lnTo>
                  <a:pt x="1852382" y="4710"/>
                </a:lnTo>
                <a:lnTo>
                  <a:pt x="1917837" y="10435"/>
                </a:lnTo>
                <a:lnTo>
                  <a:pt x="1980818" y="18260"/>
                </a:lnTo>
                <a:lnTo>
                  <a:pt x="2041024" y="28076"/>
                </a:lnTo>
                <a:lnTo>
                  <a:pt x="2098151" y="39774"/>
                </a:lnTo>
                <a:lnTo>
                  <a:pt x="2151897" y="53244"/>
                </a:lnTo>
                <a:lnTo>
                  <a:pt x="2201960" y="68377"/>
                </a:lnTo>
                <a:lnTo>
                  <a:pt x="2248037" y="85064"/>
                </a:lnTo>
                <a:lnTo>
                  <a:pt x="2289826" y="103194"/>
                </a:lnTo>
                <a:lnTo>
                  <a:pt x="2327025" y="122660"/>
                </a:lnTo>
                <a:lnTo>
                  <a:pt x="2359330" y="143352"/>
                </a:lnTo>
                <a:lnTo>
                  <a:pt x="2408052" y="187974"/>
                </a:lnTo>
                <a:lnTo>
                  <a:pt x="2433572" y="236186"/>
                </a:lnTo>
                <a:lnTo>
                  <a:pt x="2436876" y="261365"/>
                </a:lnTo>
                <a:lnTo>
                  <a:pt x="2433572" y="286545"/>
                </a:lnTo>
                <a:lnTo>
                  <a:pt x="2408052" y="334757"/>
                </a:lnTo>
                <a:lnTo>
                  <a:pt x="2359330" y="379379"/>
                </a:lnTo>
                <a:lnTo>
                  <a:pt x="2327025" y="400071"/>
                </a:lnTo>
                <a:lnTo>
                  <a:pt x="2289826" y="419537"/>
                </a:lnTo>
                <a:lnTo>
                  <a:pt x="2248037" y="437667"/>
                </a:lnTo>
                <a:lnTo>
                  <a:pt x="2201960" y="454354"/>
                </a:lnTo>
                <a:lnTo>
                  <a:pt x="2151897" y="469487"/>
                </a:lnTo>
                <a:lnTo>
                  <a:pt x="2098151" y="482957"/>
                </a:lnTo>
                <a:lnTo>
                  <a:pt x="2041024" y="494655"/>
                </a:lnTo>
                <a:lnTo>
                  <a:pt x="1980818" y="504471"/>
                </a:lnTo>
                <a:lnTo>
                  <a:pt x="1917837" y="512296"/>
                </a:lnTo>
                <a:lnTo>
                  <a:pt x="1852382" y="518021"/>
                </a:lnTo>
                <a:lnTo>
                  <a:pt x="1784756" y="521536"/>
                </a:lnTo>
                <a:lnTo>
                  <a:pt x="1715262" y="522731"/>
                </a:lnTo>
                <a:lnTo>
                  <a:pt x="1645767" y="521536"/>
                </a:lnTo>
                <a:lnTo>
                  <a:pt x="1578141" y="518021"/>
                </a:lnTo>
                <a:lnTo>
                  <a:pt x="1512686" y="512296"/>
                </a:lnTo>
                <a:lnTo>
                  <a:pt x="1449705" y="504471"/>
                </a:lnTo>
                <a:lnTo>
                  <a:pt x="1389499" y="494655"/>
                </a:lnTo>
                <a:lnTo>
                  <a:pt x="1332372" y="482957"/>
                </a:lnTo>
                <a:lnTo>
                  <a:pt x="1278626" y="469487"/>
                </a:lnTo>
                <a:lnTo>
                  <a:pt x="1228563" y="454354"/>
                </a:lnTo>
                <a:lnTo>
                  <a:pt x="1182486" y="437667"/>
                </a:lnTo>
                <a:lnTo>
                  <a:pt x="1140697" y="419537"/>
                </a:lnTo>
                <a:lnTo>
                  <a:pt x="1103498" y="400071"/>
                </a:lnTo>
                <a:lnTo>
                  <a:pt x="1071193" y="379379"/>
                </a:lnTo>
                <a:lnTo>
                  <a:pt x="1022471" y="334757"/>
                </a:lnTo>
                <a:lnTo>
                  <a:pt x="996951" y="286545"/>
                </a:lnTo>
                <a:lnTo>
                  <a:pt x="993648" y="261365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31563" y="1079372"/>
            <a:ext cx="861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Soluong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61203" y="1418844"/>
            <a:ext cx="6350" cy="367030"/>
          </a:xfrm>
          <a:custGeom>
            <a:avLst/>
            <a:gdLst/>
            <a:ahLst/>
            <a:cxnLst/>
            <a:rect l="l" t="t" r="r" b="b"/>
            <a:pathLst>
              <a:path w="6350" h="367030">
                <a:moveTo>
                  <a:pt x="6350" y="366648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2287270" y="3514090"/>
            <a:ext cx="5118100" cy="2679700"/>
            <a:chOff x="2287270" y="3514090"/>
            <a:chExt cx="5118100" cy="2679700"/>
          </a:xfrm>
        </p:grpSpPr>
        <p:sp>
          <p:nvSpPr>
            <p:cNvPr id="21" name="object 21"/>
            <p:cNvSpPr/>
            <p:nvPr/>
          </p:nvSpPr>
          <p:spPr>
            <a:xfrm>
              <a:off x="2689860" y="3977640"/>
              <a:ext cx="4333240" cy="1667510"/>
            </a:xfrm>
            <a:custGeom>
              <a:avLst/>
              <a:gdLst/>
              <a:ahLst/>
              <a:cxnLst/>
              <a:rect l="l" t="t" r="r" b="b"/>
              <a:pathLst>
                <a:path w="4333240" h="1667510">
                  <a:moveTo>
                    <a:pt x="289559" y="0"/>
                  </a:moveTo>
                  <a:lnTo>
                    <a:pt x="2423160" y="1143000"/>
                  </a:lnTo>
                </a:path>
                <a:path w="4333240" h="1667510">
                  <a:moveTo>
                    <a:pt x="0" y="1667256"/>
                  </a:moveTo>
                  <a:lnTo>
                    <a:pt x="2423160" y="1138428"/>
                  </a:lnTo>
                </a:path>
                <a:path w="4333240" h="1667510">
                  <a:moveTo>
                    <a:pt x="4332732" y="990600"/>
                  </a:moveTo>
                  <a:lnTo>
                    <a:pt x="2418588" y="11430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93620" y="3520440"/>
              <a:ext cx="5105400" cy="2667000"/>
            </a:xfrm>
            <a:custGeom>
              <a:avLst/>
              <a:gdLst/>
              <a:ahLst/>
              <a:cxnLst/>
              <a:rect l="l" t="t" r="r" b="b"/>
              <a:pathLst>
                <a:path w="5105400" h="2667000">
                  <a:moveTo>
                    <a:pt x="291084" y="533400"/>
                  </a:moveTo>
                  <a:lnTo>
                    <a:pt x="293050" y="478854"/>
                  </a:lnTo>
                  <a:lnTo>
                    <a:pt x="298823" y="425886"/>
                  </a:lnTo>
                  <a:lnTo>
                    <a:pt x="308211" y="374764"/>
                  </a:lnTo>
                  <a:lnTo>
                    <a:pt x="321022" y="325755"/>
                  </a:lnTo>
                  <a:lnTo>
                    <a:pt x="337064" y="279127"/>
                  </a:lnTo>
                  <a:lnTo>
                    <a:pt x="356147" y="235148"/>
                  </a:lnTo>
                  <a:lnTo>
                    <a:pt x="378079" y="194086"/>
                  </a:lnTo>
                  <a:lnTo>
                    <a:pt x="402669" y="156210"/>
                  </a:lnTo>
                  <a:lnTo>
                    <a:pt x="429724" y="121786"/>
                  </a:lnTo>
                  <a:lnTo>
                    <a:pt x="459055" y="91082"/>
                  </a:lnTo>
                  <a:lnTo>
                    <a:pt x="490468" y="64368"/>
                  </a:lnTo>
                  <a:lnTo>
                    <a:pt x="523773" y="41910"/>
                  </a:lnTo>
                  <a:lnTo>
                    <a:pt x="558779" y="23976"/>
                  </a:lnTo>
                  <a:lnTo>
                    <a:pt x="595293" y="10834"/>
                  </a:lnTo>
                  <a:lnTo>
                    <a:pt x="633125" y="2753"/>
                  </a:lnTo>
                  <a:lnTo>
                    <a:pt x="672084" y="0"/>
                  </a:lnTo>
                  <a:lnTo>
                    <a:pt x="711042" y="2753"/>
                  </a:lnTo>
                  <a:lnTo>
                    <a:pt x="748874" y="10834"/>
                  </a:lnTo>
                  <a:lnTo>
                    <a:pt x="785388" y="23976"/>
                  </a:lnTo>
                  <a:lnTo>
                    <a:pt x="820394" y="41909"/>
                  </a:lnTo>
                  <a:lnTo>
                    <a:pt x="853699" y="64368"/>
                  </a:lnTo>
                  <a:lnTo>
                    <a:pt x="885112" y="91082"/>
                  </a:lnTo>
                  <a:lnTo>
                    <a:pt x="914443" y="121786"/>
                  </a:lnTo>
                  <a:lnTo>
                    <a:pt x="941498" y="156209"/>
                  </a:lnTo>
                  <a:lnTo>
                    <a:pt x="966088" y="194086"/>
                  </a:lnTo>
                  <a:lnTo>
                    <a:pt x="988020" y="235148"/>
                  </a:lnTo>
                  <a:lnTo>
                    <a:pt x="1007103" y="279127"/>
                  </a:lnTo>
                  <a:lnTo>
                    <a:pt x="1023145" y="325754"/>
                  </a:lnTo>
                  <a:lnTo>
                    <a:pt x="1035956" y="374764"/>
                  </a:lnTo>
                  <a:lnTo>
                    <a:pt x="1045344" y="425886"/>
                  </a:lnTo>
                  <a:lnTo>
                    <a:pt x="1051117" y="478854"/>
                  </a:lnTo>
                  <a:lnTo>
                    <a:pt x="1053083" y="533400"/>
                  </a:lnTo>
                  <a:lnTo>
                    <a:pt x="1051117" y="587945"/>
                  </a:lnTo>
                  <a:lnTo>
                    <a:pt x="1045344" y="640913"/>
                  </a:lnTo>
                  <a:lnTo>
                    <a:pt x="1035956" y="692035"/>
                  </a:lnTo>
                  <a:lnTo>
                    <a:pt x="1023145" y="741044"/>
                  </a:lnTo>
                  <a:lnTo>
                    <a:pt x="1007103" y="787672"/>
                  </a:lnTo>
                  <a:lnTo>
                    <a:pt x="988020" y="831651"/>
                  </a:lnTo>
                  <a:lnTo>
                    <a:pt x="966088" y="872713"/>
                  </a:lnTo>
                  <a:lnTo>
                    <a:pt x="941498" y="910589"/>
                  </a:lnTo>
                  <a:lnTo>
                    <a:pt x="914443" y="945013"/>
                  </a:lnTo>
                  <a:lnTo>
                    <a:pt x="885112" y="975717"/>
                  </a:lnTo>
                  <a:lnTo>
                    <a:pt x="853699" y="1002431"/>
                  </a:lnTo>
                  <a:lnTo>
                    <a:pt x="820394" y="1024889"/>
                  </a:lnTo>
                  <a:lnTo>
                    <a:pt x="785388" y="1042823"/>
                  </a:lnTo>
                  <a:lnTo>
                    <a:pt x="748874" y="1055965"/>
                  </a:lnTo>
                  <a:lnTo>
                    <a:pt x="711042" y="1064046"/>
                  </a:lnTo>
                  <a:lnTo>
                    <a:pt x="672084" y="1066800"/>
                  </a:lnTo>
                  <a:lnTo>
                    <a:pt x="633125" y="1064046"/>
                  </a:lnTo>
                  <a:lnTo>
                    <a:pt x="595293" y="1055965"/>
                  </a:lnTo>
                  <a:lnTo>
                    <a:pt x="558779" y="1042823"/>
                  </a:lnTo>
                  <a:lnTo>
                    <a:pt x="523773" y="1024889"/>
                  </a:lnTo>
                  <a:lnTo>
                    <a:pt x="490468" y="1002431"/>
                  </a:lnTo>
                  <a:lnTo>
                    <a:pt x="459055" y="975717"/>
                  </a:lnTo>
                  <a:lnTo>
                    <a:pt x="429724" y="945013"/>
                  </a:lnTo>
                  <a:lnTo>
                    <a:pt x="402669" y="910589"/>
                  </a:lnTo>
                  <a:lnTo>
                    <a:pt x="378079" y="872713"/>
                  </a:lnTo>
                  <a:lnTo>
                    <a:pt x="356147" y="831651"/>
                  </a:lnTo>
                  <a:lnTo>
                    <a:pt x="337064" y="787672"/>
                  </a:lnTo>
                  <a:lnTo>
                    <a:pt x="321022" y="741044"/>
                  </a:lnTo>
                  <a:lnTo>
                    <a:pt x="308211" y="692035"/>
                  </a:lnTo>
                  <a:lnTo>
                    <a:pt x="298823" y="640913"/>
                  </a:lnTo>
                  <a:lnTo>
                    <a:pt x="293050" y="587945"/>
                  </a:lnTo>
                  <a:lnTo>
                    <a:pt x="291084" y="533400"/>
                  </a:lnTo>
                  <a:close/>
                </a:path>
                <a:path w="5105400" h="2667000">
                  <a:moveTo>
                    <a:pt x="0" y="2095500"/>
                  </a:moveTo>
                  <a:lnTo>
                    <a:pt x="1966" y="2037073"/>
                  </a:lnTo>
                  <a:lnTo>
                    <a:pt x="7739" y="1980333"/>
                  </a:lnTo>
                  <a:lnTo>
                    <a:pt x="17127" y="1925566"/>
                  </a:lnTo>
                  <a:lnTo>
                    <a:pt x="29938" y="1873061"/>
                  </a:lnTo>
                  <a:lnTo>
                    <a:pt x="45980" y="1823104"/>
                  </a:lnTo>
                  <a:lnTo>
                    <a:pt x="65063" y="1775984"/>
                  </a:lnTo>
                  <a:lnTo>
                    <a:pt x="86995" y="1731987"/>
                  </a:lnTo>
                  <a:lnTo>
                    <a:pt x="111585" y="1691401"/>
                  </a:lnTo>
                  <a:lnTo>
                    <a:pt x="138640" y="1654514"/>
                  </a:lnTo>
                  <a:lnTo>
                    <a:pt x="167971" y="1621612"/>
                  </a:lnTo>
                  <a:lnTo>
                    <a:pt x="199384" y="1592984"/>
                  </a:lnTo>
                  <a:lnTo>
                    <a:pt x="232689" y="1568916"/>
                  </a:lnTo>
                  <a:lnTo>
                    <a:pt x="267695" y="1549696"/>
                  </a:lnTo>
                  <a:lnTo>
                    <a:pt x="304209" y="1535612"/>
                  </a:lnTo>
                  <a:lnTo>
                    <a:pt x="342041" y="1526950"/>
                  </a:lnTo>
                  <a:lnTo>
                    <a:pt x="381000" y="1524000"/>
                  </a:lnTo>
                  <a:lnTo>
                    <a:pt x="419958" y="1526950"/>
                  </a:lnTo>
                  <a:lnTo>
                    <a:pt x="457790" y="1535612"/>
                  </a:lnTo>
                  <a:lnTo>
                    <a:pt x="494304" y="1549696"/>
                  </a:lnTo>
                  <a:lnTo>
                    <a:pt x="529310" y="1568916"/>
                  </a:lnTo>
                  <a:lnTo>
                    <a:pt x="562615" y="1592984"/>
                  </a:lnTo>
                  <a:lnTo>
                    <a:pt x="594028" y="1621612"/>
                  </a:lnTo>
                  <a:lnTo>
                    <a:pt x="623359" y="1654514"/>
                  </a:lnTo>
                  <a:lnTo>
                    <a:pt x="650414" y="1691401"/>
                  </a:lnTo>
                  <a:lnTo>
                    <a:pt x="675004" y="1731987"/>
                  </a:lnTo>
                  <a:lnTo>
                    <a:pt x="696936" y="1775984"/>
                  </a:lnTo>
                  <a:lnTo>
                    <a:pt x="716019" y="1823104"/>
                  </a:lnTo>
                  <a:lnTo>
                    <a:pt x="732061" y="1873061"/>
                  </a:lnTo>
                  <a:lnTo>
                    <a:pt x="744872" y="1925566"/>
                  </a:lnTo>
                  <a:lnTo>
                    <a:pt x="754260" y="1980333"/>
                  </a:lnTo>
                  <a:lnTo>
                    <a:pt x="760033" y="2037073"/>
                  </a:lnTo>
                  <a:lnTo>
                    <a:pt x="762000" y="2095500"/>
                  </a:lnTo>
                  <a:lnTo>
                    <a:pt x="760033" y="2153932"/>
                  </a:lnTo>
                  <a:lnTo>
                    <a:pt x="754260" y="2210677"/>
                  </a:lnTo>
                  <a:lnTo>
                    <a:pt x="744872" y="2265447"/>
                  </a:lnTo>
                  <a:lnTo>
                    <a:pt x="732061" y="2317954"/>
                  </a:lnTo>
                  <a:lnTo>
                    <a:pt x="716019" y="2367911"/>
                  </a:lnTo>
                  <a:lnTo>
                    <a:pt x="696936" y="2415032"/>
                  </a:lnTo>
                  <a:lnTo>
                    <a:pt x="675004" y="2459028"/>
                  </a:lnTo>
                  <a:lnTo>
                    <a:pt x="650414" y="2499612"/>
                  </a:lnTo>
                  <a:lnTo>
                    <a:pt x="623359" y="2536497"/>
                  </a:lnTo>
                  <a:lnTo>
                    <a:pt x="594028" y="2569397"/>
                  </a:lnTo>
                  <a:lnTo>
                    <a:pt x="562615" y="2598023"/>
                  </a:lnTo>
                  <a:lnTo>
                    <a:pt x="529310" y="2622089"/>
                  </a:lnTo>
                  <a:lnTo>
                    <a:pt x="494304" y="2641306"/>
                  </a:lnTo>
                  <a:lnTo>
                    <a:pt x="457790" y="2655389"/>
                  </a:lnTo>
                  <a:lnTo>
                    <a:pt x="419958" y="2664049"/>
                  </a:lnTo>
                  <a:lnTo>
                    <a:pt x="381000" y="2667000"/>
                  </a:lnTo>
                  <a:lnTo>
                    <a:pt x="342041" y="2664049"/>
                  </a:lnTo>
                  <a:lnTo>
                    <a:pt x="304209" y="2655389"/>
                  </a:lnTo>
                  <a:lnTo>
                    <a:pt x="267695" y="2641306"/>
                  </a:lnTo>
                  <a:lnTo>
                    <a:pt x="232689" y="2622089"/>
                  </a:lnTo>
                  <a:lnTo>
                    <a:pt x="199384" y="2598023"/>
                  </a:lnTo>
                  <a:lnTo>
                    <a:pt x="167971" y="2569397"/>
                  </a:lnTo>
                  <a:lnTo>
                    <a:pt x="138640" y="2536497"/>
                  </a:lnTo>
                  <a:lnTo>
                    <a:pt x="111585" y="2499612"/>
                  </a:lnTo>
                  <a:lnTo>
                    <a:pt x="86995" y="2459028"/>
                  </a:lnTo>
                  <a:lnTo>
                    <a:pt x="65063" y="2415032"/>
                  </a:lnTo>
                  <a:lnTo>
                    <a:pt x="45980" y="2367911"/>
                  </a:lnTo>
                  <a:lnTo>
                    <a:pt x="29938" y="2317954"/>
                  </a:lnTo>
                  <a:lnTo>
                    <a:pt x="17127" y="2265447"/>
                  </a:lnTo>
                  <a:lnTo>
                    <a:pt x="7739" y="2210677"/>
                  </a:lnTo>
                  <a:lnTo>
                    <a:pt x="1966" y="2153932"/>
                  </a:lnTo>
                  <a:lnTo>
                    <a:pt x="0" y="2095500"/>
                  </a:lnTo>
                  <a:close/>
                </a:path>
                <a:path w="5105400" h="2667000">
                  <a:moveTo>
                    <a:pt x="4343400" y="1447800"/>
                  </a:moveTo>
                  <a:lnTo>
                    <a:pt x="4345143" y="1389090"/>
                  </a:lnTo>
                  <a:lnTo>
                    <a:pt x="4350269" y="1331960"/>
                  </a:lnTo>
                  <a:lnTo>
                    <a:pt x="4358616" y="1276665"/>
                  </a:lnTo>
                  <a:lnTo>
                    <a:pt x="4370026" y="1223459"/>
                  </a:lnTo>
                  <a:lnTo>
                    <a:pt x="4384338" y="1172599"/>
                  </a:lnTo>
                  <a:lnTo>
                    <a:pt x="4401393" y="1124339"/>
                  </a:lnTo>
                  <a:lnTo>
                    <a:pt x="4421032" y="1078936"/>
                  </a:lnTo>
                  <a:lnTo>
                    <a:pt x="4443094" y="1036645"/>
                  </a:lnTo>
                  <a:lnTo>
                    <a:pt x="4467421" y="997720"/>
                  </a:lnTo>
                  <a:lnTo>
                    <a:pt x="4493853" y="962419"/>
                  </a:lnTo>
                  <a:lnTo>
                    <a:pt x="4522230" y="930995"/>
                  </a:lnTo>
                  <a:lnTo>
                    <a:pt x="4552392" y="903705"/>
                  </a:lnTo>
                  <a:lnTo>
                    <a:pt x="4584180" y="880804"/>
                  </a:lnTo>
                  <a:lnTo>
                    <a:pt x="4651996" y="849191"/>
                  </a:lnTo>
                  <a:lnTo>
                    <a:pt x="4724400" y="838200"/>
                  </a:lnTo>
                  <a:lnTo>
                    <a:pt x="4761095" y="840990"/>
                  </a:lnTo>
                  <a:lnTo>
                    <a:pt x="4831365" y="862548"/>
                  </a:lnTo>
                  <a:lnTo>
                    <a:pt x="4896407" y="903705"/>
                  </a:lnTo>
                  <a:lnTo>
                    <a:pt x="4926569" y="930995"/>
                  </a:lnTo>
                  <a:lnTo>
                    <a:pt x="4954946" y="962419"/>
                  </a:lnTo>
                  <a:lnTo>
                    <a:pt x="4981378" y="997720"/>
                  </a:lnTo>
                  <a:lnTo>
                    <a:pt x="5005705" y="1036645"/>
                  </a:lnTo>
                  <a:lnTo>
                    <a:pt x="5027767" y="1078936"/>
                  </a:lnTo>
                  <a:lnTo>
                    <a:pt x="5047406" y="1124339"/>
                  </a:lnTo>
                  <a:lnTo>
                    <a:pt x="5064461" y="1172599"/>
                  </a:lnTo>
                  <a:lnTo>
                    <a:pt x="5078773" y="1223459"/>
                  </a:lnTo>
                  <a:lnTo>
                    <a:pt x="5090183" y="1276665"/>
                  </a:lnTo>
                  <a:lnTo>
                    <a:pt x="5098530" y="1331960"/>
                  </a:lnTo>
                  <a:lnTo>
                    <a:pt x="5103656" y="1389090"/>
                  </a:lnTo>
                  <a:lnTo>
                    <a:pt x="5105400" y="1447800"/>
                  </a:lnTo>
                  <a:lnTo>
                    <a:pt x="5103656" y="1506509"/>
                  </a:lnTo>
                  <a:lnTo>
                    <a:pt x="5098530" y="1563639"/>
                  </a:lnTo>
                  <a:lnTo>
                    <a:pt x="5090183" y="1618934"/>
                  </a:lnTo>
                  <a:lnTo>
                    <a:pt x="5078773" y="1672140"/>
                  </a:lnTo>
                  <a:lnTo>
                    <a:pt x="5064461" y="1723000"/>
                  </a:lnTo>
                  <a:lnTo>
                    <a:pt x="5047406" y="1771260"/>
                  </a:lnTo>
                  <a:lnTo>
                    <a:pt x="5027767" y="1816663"/>
                  </a:lnTo>
                  <a:lnTo>
                    <a:pt x="5005705" y="1858954"/>
                  </a:lnTo>
                  <a:lnTo>
                    <a:pt x="4981378" y="1897879"/>
                  </a:lnTo>
                  <a:lnTo>
                    <a:pt x="4954946" y="1933180"/>
                  </a:lnTo>
                  <a:lnTo>
                    <a:pt x="4926569" y="1964604"/>
                  </a:lnTo>
                  <a:lnTo>
                    <a:pt x="4896407" y="1991894"/>
                  </a:lnTo>
                  <a:lnTo>
                    <a:pt x="4864619" y="2014795"/>
                  </a:lnTo>
                  <a:lnTo>
                    <a:pt x="4796803" y="2046408"/>
                  </a:lnTo>
                  <a:lnTo>
                    <a:pt x="4724400" y="2057400"/>
                  </a:lnTo>
                  <a:lnTo>
                    <a:pt x="4687704" y="2054609"/>
                  </a:lnTo>
                  <a:lnTo>
                    <a:pt x="4617434" y="2033051"/>
                  </a:lnTo>
                  <a:lnTo>
                    <a:pt x="4552392" y="1991894"/>
                  </a:lnTo>
                  <a:lnTo>
                    <a:pt x="4522230" y="1964604"/>
                  </a:lnTo>
                  <a:lnTo>
                    <a:pt x="4493853" y="1933180"/>
                  </a:lnTo>
                  <a:lnTo>
                    <a:pt x="4467421" y="1897879"/>
                  </a:lnTo>
                  <a:lnTo>
                    <a:pt x="4443094" y="1858954"/>
                  </a:lnTo>
                  <a:lnTo>
                    <a:pt x="4421032" y="1816663"/>
                  </a:lnTo>
                  <a:lnTo>
                    <a:pt x="4401393" y="1771260"/>
                  </a:lnTo>
                  <a:lnTo>
                    <a:pt x="4384338" y="1723000"/>
                  </a:lnTo>
                  <a:lnTo>
                    <a:pt x="4370026" y="1672140"/>
                  </a:lnTo>
                  <a:lnTo>
                    <a:pt x="4358616" y="1618934"/>
                  </a:lnTo>
                  <a:lnTo>
                    <a:pt x="4350269" y="1563639"/>
                  </a:lnTo>
                  <a:lnTo>
                    <a:pt x="4345143" y="1506509"/>
                  </a:lnTo>
                  <a:lnTo>
                    <a:pt x="4343400" y="1447800"/>
                  </a:lnTo>
                  <a:close/>
                </a:path>
                <a:path w="5105400" h="2667000">
                  <a:moveTo>
                    <a:pt x="2057400" y="1600200"/>
                  </a:moveTo>
                  <a:lnTo>
                    <a:pt x="2059281" y="1554704"/>
                  </a:lnTo>
                  <a:lnTo>
                    <a:pt x="2064836" y="1510116"/>
                  </a:lnTo>
                  <a:lnTo>
                    <a:pt x="2073933" y="1466555"/>
                  </a:lnTo>
                  <a:lnTo>
                    <a:pt x="2086439" y="1424137"/>
                  </a:lnTo>
                  <a:lnTo>
                    <a:pt x="2102221" y="1382982"/>
                  </a:lnTo>
                  <a:lnTo>
                    <a:pt x="2121146" y="1343206"/>
                  </a:lnTo>
                  <a:lnTo>
                    <a:pt x="2143083" y="1304927"/>
                  </a:lnTo>
                  <a:lnTo>
                    <a:pt x="2167897" y="1268264"/>
                  </a:lnTo>
                  <a:lnTo>
                    <a:pt x="2195457" y="1233334"/>
                  </a:lnTo>
                  <a:lnTo>
                    <a:pt x="2225629" y="1200255"/>
                  </a:lnTo>
                  <a:lnTo>
                    <a:pt x="2258282" y="1169146"/>
                  </a:lnTo>
                  <a:lnTo>
                    <a:pt x="2293282" y="1140123"/>
                  </a:lnTo>
                  <a:lnTo>
                    <a:pt x="2330496" y="1113304"/>
                  </a:lnTo>
                  <a:lnTo>
                    <a:pt x="2369793" y="1088809"/>
                  </a:lnTo>
                  <a:lnTo>
                    <a:pt x="2411039" y="1066754"/>
                  </a:lnTo>
                  <a:lnTo>
                    <a:pt x="2454102" y="1047257"/>
                  </a:lnTo>
                  <a:lnTo>
                    <a:pt x="2498849" y="1030436"/>
                  </a:lnTo>
                  <a:lnTo>
                    <a:pt x="2545147" y="1016409"/>
                  </a:lnTo>
                  <a:lnTo>
                    <a:pt x="2592864" y="1005294"/>
                  </a:lnTo>
                  <a:lnTo>
                    <a:pt x="2641867" y="997209"/>
                  </a:lnTo>
                  <a:lnTo>
                    <a:pt x="2692023" y="992272"/>
                  </a:lnTo>
                  <a:lnTo>
                    <a:pt x="2743200" y="990600"/>
                  </a:lnTo>
                  <a:lnTo>
                    <a:pt x="2794376" y="992272"/>
                  </a:lnTo>
                  <a:lnTo>
                    <a:pt x="2844532" y="997209"/>
                  </a:lnTo>
                  <a:lnTo>
                    <a:pt x="2893535" y="1005294"/>
                  </a:lnTo>
                  <a:lnTo>
                    <a:pt x="2941252" y="1016409"/>
                  </a:lnTo>
                  <a:lnTo>
                    <a:pt x="2987550" y="1030436"/>
                  </a:lnTo>
                  <a:lnTo>
                    <a:pt x="3032297" y="1047257"/>
                  </a:lnTo>
                  <a:lnTo>
                    <a:pt x="3075360" y="1066754"/>
                  </a:lnTo>
                  <a:lnTo>
                    <a:pt x="3116606" y="1088809"/>
                  </a:lnTo>
                  <a:lnTo>
                    <a:pt x="3155903" y="1113304"/>
                  </a:lnTo>
                  <a:lnTo>
                    <a:pt x="3193117" y="1140123"/>
                  </a:lnTo>
                  <a:lnTo>
                    <a:pt x="3228117" y="1169146"/>
                  </a:lnTo>
                  <a:lnTo>
                    <a:pt x="3260770" y="1200255"/>
                  </a:lnTo>
                  <a:lnTo>
                    <a:pt x="3290942" y="1233334"/>
                  </a:lnTo>
                  <a:lnTo>
                    <a:pt x="3318502" y="1268264"/>
                  </a:lnTo>
                  <a:lnTo>
                    <a:pt x="3343316" y="1304927"/>
                  </a:lnTo>
                  <a:lnTo>
                    <a:pt x="3365253" y="1343206"/>
                  </a:lnTo>
                  <a:lnTo>
                    <a:pt x="3384178" y="1382982"/>
                  </a:lnTo>
                  <a:lnTo>
                    <a:pt x="3399960" y="1424137"/>
                  </a:lnTo>
                  <a:lnTo>
                    <a:pt x="3412466" y="1466555"/>
                  </a:lnTo>
                  <a:lnTo>
                    <a:pt x="3421563" y="1510116"/>
                  </a:lnTo>
                  <a:lnTo>
                    <a:pt x="3427118" y="1554704"/>
                  </a:lnTo>
                  <a:lnTo>
                    <a:pt x="3429000" y="1600200"/>
                  </a:lnTo>
                  <a:lnTo>
                    <a:pt x="3427118" y="1645695"/>
                  </a:lnTo>
                  <a:lnTo>
                    <a:pt x="3421563" y="1690283"/>
                  </a:lnTo>
                  <a:lnTo>
                    <a:pt x="3412466" y="1733844"/>
                  </a:lnTo>
                  <a:lnTo>
                    <a:pt x="3399960" y="1776262"/>
                  </a:lnTo>
                  <a:lnTo>
                    <a:pt x="3384178" y="1817417"/>
                  </a:lnTo>
                  <a:lnTo>
                    <a:pt x="3365253" y="1857193"/>
                  </a:lnTo>
                  <a:lnTo>
                    <a:pt x="3343316" y="1895472"/>
                  </a:lnTo>
                  <a:lnTo>
                    <a:pt x="3318502" y="1932135"/>
                  </a:lnTo>
                  <a:lnTo>
                    <a:pt x="3290942" y="1967065"/>
                  </a:lnTo>
                  <a:lnTo>
                    <a:pt x="3260770" y="2000144"/>
                  </a:lnTo>
                  <a:lnTo>
                    <a:pt x="3228117" y="2031253"/>
                  </a:lnTo>
                  <a:lnTo>
                    <a:pt x="3193117" y="2060276"/>
                  </a:lnTo>
                  <a:lnTo>
                    <a:pt x="3155903" y="2087095"/>
                  </a:lnTo>
                  <a:lnTo>
                    <a:pt x="3116606" y="2111590"/>
                  </a:lnTo>
                  <a:lnTo>
                    <a:pt x="3075360" y="2133645"/>
                  </a:lnTo>
                  <a:lnTo>
                    <a:pt x="3032297" y="2153142"/>
                  </a:lnTo>
                  <a:lnTo>
                    <a:pt x="2987550" y="2169963"/>
                  </a:lnTo>
                  <a:lnTo>
                    <a:pt x="2941252" y="2183990"/>
                  </a:lnTo>
                  <a:lnTo>
                    <a:pt x="2893535" y="2195105"/>
                  </a:lnTo>
                  <a:lnTo>
                    <a:pt x="2844532" y="2203190"/>
                  </a:lnTo>
                  <a:lnTo>
                    <a:pt x="2794376" y="2208127"/>
                  </a:lnTo>
                  <a:lnTo>
                    <a:pt x="2743200" y="2209800"/>
                  </a:lnTo>
                  <a:lnTo>
                    <a:pt x="2692023" y="2208127"/>
                  </a:lnTo>
                  <a:lnTo>
                    <a:pt x="2641867" y="2203190"/>
                  </a:lnTo>
                  <a:lnTo>
                    <a:pt x="2592864" y="2195105"/>
                  </a:lnTo>
                  <a:lnTo>
                    <a:pt x="2545147" y="2183990"/>
                  </a:lnTo>
                  <a:lnTo>
                    <a:pt x="2498849" y="2169963"/>
                  </a:lnTo>
                  <a:lnTo>
                    <a:pt x="2454102" y="2153142"/>
                  </a:lnTo>
                  <a:lnTo>
                    <a:pt x="2411039" y="2133645"/>
                  </a:lnTo>
                  <a:lnTo>
                    <a:pt x="2369793" y="2111590"/>
                  </a:lnTo>
                  <a:lnTo>
                    <a:pt x="2330496" y="2087095"/>
                  </a:lnTo>
                  <a:lnTo>
                    <a:pt x="2293282" y="2060276"/>
                  </a:lnTo>
                  <a:lnTo>
                    <a:pt x="2258282" y="2031253"/>
                  </a:lnTo>
                  <a:lnTo>
                    <a:pt x="2225629" y="2000144"/>
                  </a:lnTo>
                  <a:lnTo>
                    <a:pt x="2195457" y="1967065"/>
                  </a:lnTo>
                  <a:lnTo>
                    <a:pt x="2167897" y="1932135"/>
                  </a:lnTo>
                  <a:lnTo>
                    <a:pt x="2143083" y="1895472"/>
                  </a:lnTo>
                  <a:lnTo>
                    <a:pt x="2121146" y="1857193"/>
                  </a:lnTo>
                  <a:lnTo>
                    <a:pt x="2102221" y="1817417"/>
                  </a:lnTo>
                  <a:lnTo>
                    <a:pt x="2086439" y="1776262"/>
                  </a:lnTo>
                  <a:lnTo>
                    <a:pt x="2073933" y="1733844"/>
                  </a:lnTo>
                  <a:lnTo>
                    <a:pt x="2064836" y="1690283"/>
                  </a:lnTo>
                  <a:lnTo>
                    <a:pt x="2059281" y="1645695"/>
                  </a:lnTo>
                  <a:lnTo>
                    <a:pt x="2057400" y="16002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82394" y="5377688"/>
            <a:ext cx="822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VATTU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7704" y="5742533"/>
            <a:ext cx="1300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CUNGCAP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823" y="3896759"/>
            <a:ext cx="161760" cy="1617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58444" y="3365093"/>
            <a:ext cx="2225040" cy="97155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000" spc="-10" dirty="0">
                <a:latin typeface="Arial"/>
                <a:cs typeface="Arial"/>
              </a:rPr>
              <a:t>NHACUNGCAP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325"/>
              </a:spcBef>
            </a:pPr>
            <a:r>
              <a:rPr sz="2000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3739" y="5573159"/>
            <a:ext cx="161760" cy="16176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601848" y="520941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140" y="4887359"/>
            <a:ext cx="161760" cy="16176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945883" y="4523054"/>
            <a:ext cx="128143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05"/>
              </a:spcBef>
            </a:pPr>
            <a:r>
              <a:rPr sz="2000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  <a:p>
            <a:pPr marL="546100">
              <a:lnSpc>
                <a:spcPts val="2100"/>
              </a:lnSpc>
            </a:pPr>
            <a:r>
              <a:rPr sz="2000" spc="-20" dirty="0">
                <a:latin typeface="Arial"/>
                <a:cs typeface="Arial"/>
              </a:rPr>
              <a:t>DUAN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32140" y="5039759"/>
            <a:ext cx="161925" cy="161925"/>
            <a:chOff x="5032140" y="5039759"/>
            <a:chExt cx="161925" cy="161925"/>
          </a:xfrm>
        </p:grpSpPr>
        <p:sp>
          <p:nvSpPr>
            <p:cNvPr id="32" name="object 32"/>
            <p:cNvSpPr/>
            <p:nvPr/>
          </p:nvSpPr>
          <p:spPr>
            <a:xfrm>
              <a:off x="5036820" y="504443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36820" y="5044439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34305" y="5209413"/>
            <a:ext cx="7143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(c,v,d)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E19C589-AF79-6FE8-0429-C2938ADCCF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kết</a:t>
            </a:r>
            <a:r>
              <a:rPr spc="-65" dirty="0"/>
              <a:t> </a:t>
            </a:r>
            <a:r>
              <a:rPr dirty="0"/>
              <a:t>tam</a:t>
            </a:r>
            <a:r>
              <a:rPr spc="-60" dirty="0"/>
              <a:t> </a:t>
            </a:r>
            <a:r>
              <a:rPr spc="-20" dirty="0"/>
              <a:t>phân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851" y="1146047"/>
            <a:ext cx="1809114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60"/>
              </a:spcBef>
            </a:pPr>
            <a:r>
              <a:rPr sz="1800" spc="-10" dirty="0">
                <a:latin typeface="Verdana"/>
                <a:cs typeface="Verdana"/>
              </a:rPr>
              <a:t>NHACUNGCAP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46264" y="1150619"/>
            <a:ext cx="8534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60"/>
              </a:spcBef>
            </a:pPr>
            <a:r>
              <a:rPr sz="1800" spc="-20" dirty="0">
                <a:latin typeface="Verdana"/>
                <a:cs typeface="Verdana"/>
              </a:rPr>
              <a:t>DUAN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0644" y="2503932"/>
            <a:ext cx="94361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360"/>
              </a:spcBef>
            </a:pPr>
            <a:r>
              <a:rPr sz="1800" spc="-10" dirty="0">
                <a:latin typeface="Verdana"/>
                <a:cs typeface="Verdana"/>
              </a:rPr>
              <a:t>VATTU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87011" y="1150619"/>
            <a:ext cx="1309370" cy="368935"/>
          </a:xfrm>
          <a:custGeom>
            <a:avLst/>
            <a:gdLst/>
            <a:ahLst/>
            <a:cxnLst/>
            <a:rect l="l" t="t" r="r" b="b"/>
            <a:pathLst>
              <a:path w="1309370" h="368934">
                <a:moveTo>
                  <a:pt x="0" y="184403"/>
                </a:moveTo>
                <a:lnTo>
                  <a:pt x="654558" y="0"/>
                </a:lnTo>
                <a:lnTo>
                  <a:pt x="1309115" y="184403"/>
                </a:lnTo>
                <a:lnTo>
                  <a:pt x="654558" y="368807"/>
                </a:lnTo>
                <a:lnTo>
                  <a:pt x="0" y="18440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3973" y="1183589"/>
            <a:ext cx="1157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CUNGCAP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29839" y="1330452"/>
            <a:ext cx="4917440" cy="1356995"/>
          </a:xfrm>
          <a:custGeom>
            <a:avLst/>
            <a:gdLst/>
            <a:ahLst/>
            <a:cxnLst/>
            <a:rect l="l" t="t" r="r" b="b"/>
            <a:pathLst>
              <a:path w="4917440" h="1356995">
                <a:moveTo>
                  <a:pt x="0" y="0"/>
                </a:moveTo>
                <a:lnTo>
                  <a:pt x="1755775" y="4825"/>
                </a:lnTo>
              </a:path>
              <a:path w="4917440" h="1356995">
                <a:moveTo>
                  <a:pt x="3066288" y="4572"/>
                </a:moveTo>
                <a:lnTo>
                  <a:pt x="4917313" y="6223"/>
                </a:lnTo>
              </a:path>
              <a:path w="4917440" h="1356995">
                <a:moveTo>
                  <a:pt x="4010660" y="966215"/>
                </a:moveTo>
                <a:lnTo>
                  <a:pt x="2804160" y="1356740"/>
                </a:lnTo>
              </a:path>
              <a:path w="4917440" h="1356995">
                <a:moveTo>
                  <a:pt x="3412236" y="782574"/>
                </a:moveTo>
                <a:lnTo>
                  <a:pt x="4010406" y="598932"/>
                </a:lnTo>
                <a:lnTo>
                  <a:pt x="4608576" y="782574"/>
                </a:lnTo>
                <a:lnTo>
                  <a:pt x="4010406" y="966215"/>
                </a:lnTo>
                <a:lnTo>
                  <a:pt x="3412236" y="782574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21451" y="1962150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SUDUNG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33116" y="1519427"/>
            <a:ext cx="5039995" cy="881380"/>
          </a:xfrm>
          <a:custGeom>
            <a:avLst/>
            <a:gdLst/>
            <a:ahLst/>
            <a:cxnLst/>
            <a:rect l="l" t="t" r="r" b="b"/>
            <a:pathLst>
              <a:path w="5039995" h="881380">
                <a:moveTo>
                  <a:pt x="5039740" y="0"/>
                </a:moveTo>
                <a:lnTo>
                  <a:pt x="3707891" y="409575"/>
                </a:lnTo>
              </a:path>
              <a:path w="5039995" h="881380">
                <a:moveTo>
                  <a:pt x="0" y="696468"/>
                </a:moveTo>
                <a:lnTo>
                  <a:pt x="260603" y="512063"/>
                </a:lnTo>
                <a:lnTo>
                  <a:pt x="521207" y="696468"/>
                </a:lnTo>
                <a:lnTo>
                  <a:pt x="260603" y="880872"/>
                </a:lnTo>
                <a:lnTo>
                  <a:pt x="0" y="69646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12491" y="2065401"/>
            <a:ext cx="36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CO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26107" y="1514855"/>
            <a:ext cx="2766695" cy="1172845"/>
          </a:xfrm>
          <a:custGeom>
            <a:avLst/>
            <a:gdLst/>
            <a:ahLst/>
            <a:cxnLst/>
            <a:rect l="l" t="t" r="r" b="b"/>
            <a:pathLst>
              <a:path w="2766695" h="1172845">
                <a:moveTo>
                  <a:pt x="1467612" y="885444"/>
                </a:moveTo>
                <a:lnTo>
                  <a:pt x="2766187" y="1172845"/>
                </a:lnTo>
              </a:path>
              <a:path w="2766695" h="1172845">
                <a:moveTo>
                  <a:pt x="1468501" y="517525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24682" y="1480820"/>
            <a:ext cx="21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10483" y="961085"/>
            <a:ext cx="218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7490" y="1390269"/>
            <a:ext cx="21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4790" y="947420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6718" y="2471673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2355" y="2624073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07110" y="3437890"/>
            <a:ext cx="6477635" cy="1600835"/>
            <a:chOff x="1007110" y="3437890"/>
            <a:chExt cx="6477635" cy="1600835"/>
          </a:xfrm>
        </p:grpSpPr>
        <p:sp>
          <p:nvSpPr>
            <p:cNvPr id="20" name="object 20"/>
            <p:cNvSpPr/>
            <p:nvPr/>
          </p:nvSpPr>
          <p:spPr>
            <a:xfrm>
              <a:off x="1379220" y="3886200"/>
              <a:ext cx="6101080" cy="1148080"/>
            </a:xfrm>
            <a:custGeom>
              <a:avLst/>
              <a:gdLst/>
              <a:ahLst/>
              <a:cxnLst/>
              <a:rect l="l" t="t" r="r" b="b"/>
              <a:pathLst>
                <a:path w="6101080" h="1148079">
                  <a:moveTo>
                    <a:pt x="0" y="0"/>
                  </a:moveTo>
                  <a:lnTo>
                    <a:pt x="3040380" y="76200"/>
                  </a:lnTo>
                </a:path>
                <a:path w="6101080" h="1148079">
                  <a:moveTo>
                    <a:pt x="4488180" y="1147572"/>
                  </a:moveTo>
                  <a:lnTo>
                    <a:pt x="6088380" y="71627"/>
                  </a:lnTo>
                </a:path>
                <a:path w="6101080" h="1148079">
                  <a:moveTo>
                    <a:pt x="6100572" y="76200"/>
                  </a:moveTo>
                  <a:lnTo>
                    <a:pt x="3035808" y="7772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3460" y="3444240"/>
              <a:ext cx="762000" cy="1066800"/>
            </a:xfrm>
            <a:custGeom>
              <a:avLst/>
              <a:gdLst/>
              <a:ahLst/>
              <a:cxnLst/>
              <a:rect l="l" t="t" r="r" b="b"/>
              <a:pathLst>
                <a:path w="762000" h="1066800">
                  <a:moveTo>
                    <a:pt x="0" y="533400"/>
                  </a:moveTo>
                  <a:lnTo>
                    <a:pt x="1966" y="478854"/>
                  </a:lnTo>
                  <a:lnTo>
                    <a:pt x="7740" y="425886"/>
                  </a:lnTo>
                  <a:lnTo>
                    <a:pt x="17128" y="374764"/>
                  </a:lnTo>
                  <a:lnTo>
                    <a:pt x="29940" y="325755"/>
                  </a:lnTo>
                  <a:lnTo>
                    <a:pt x="45983" y="279127"/>
                  </a:lnTo>
                  <a:lnTo>
                    <a:pt x="65067" y="235148"/>
                  </a:lnTo>
                  <a:lnTo>
                    <a:pt x="87000" y="194086"/>
                  </a:lnTo>
                  <a:lnTo>
                    <a:pt x="111590" y="156210"/>
                  </a:lnTo>
                  <a:lnTo>
                    <a:pt x="138646" y="121786"/>
                  </a:lnTo>
                  <a:lnTo>
                    <a:pt x="167976" y="91082"/>
                  </a:lnTo>
                  <a:lnTo>
                    <a:pt x="199390" y="64368"/>
                  </a:lnTo>
                  <a:lnTo>
                    <a:pt x="232695" y="41910"/>
                  </a:lnTo>
                  <a:lnTo>
                    <a:pt x="267700" y="23976"/>
                  </a:lnTo>
                  <a:lnTo>
                    <a:pt x="304213" y="10834"/>
                  </a:lnTo>
                  <a:lnTo>
                    <a:pt x="342044" y="2753"/>
                  </a:lnTo>
                  <a:lnTo>
                    <a:pt x="381000" y="0"/>
                  </a:lnTo>
                  <a:lnTo>
                    <a:pt x="419958" y="2753"/>
                  </a:lnTo>
                  <a:lnTo>
                    <a:pt x="457790" y="10834"/>
                  </a:lnTo>
                  <a:lnTo>
                    <a:pt x="494304" y="23976"/>
                  </a:lnTo>
                  <a:lnTo>
                    <a:pt x="529310" y="41909"/>
                  </a:lnTo>
                  <a:lnTo>
                    <a:pt x="562615" y="64368"/>
                  </a:lnTo>
                  <a:lnTo>
                    <a:pt x="594028" y="91082"/>
                  </a:lnTo>
                  <a:lnTo>
                    <a:pt x="623359" y="121786"/>
                  </a:lnTo>
                  <a:lnTo>
                    <a:pt x="650414" y="156209"/>
                  </a:lnTo>
                  <a:lnTo>
                    <a:pt x="675004" y="194086"/>
                  </a:lnTo>
                  <a:lnTo>
                    <a:pt x="696936" y="235148"/>
                  </a:lnTo>
                  <a:lnTo>
                    <a:pt x="716019" y="279127"/>
                  </a:lnTo>
                  <a:lnTo>
                    <a:pt x="732061" y="325754"/>
                  </a:lnTo>
                  <a:lnTo>
                    <a:pt x="744872" y="374764"/>
                  </a:lnTo>
                  <a:lnTo>
                    <a:pt x="754260" y="425886"/>
                  </a:lnTo>
                  <a:lnTo>
                    <a:pt x="760033" y="478854"/>
                  </a:lnTo>
                  <a:lnTo>
                    <a:pt x="762000" y="533400"/>
                  </a:lnTo>
                  <a:lnTo>
                    <a:pt x="760033" y="587945"/>
                  </a:lnTo>
                  <a:lnTo>
                    <a:pt x="754260" y="640913"/>
                  </a:lnTo>
                  <a:lnTo>
                    <a:pt x="744872" y="692035"/>
                  </a:lnTo>
                  <a:lnTo>
                    <a:pt x="732061" y="741044"/>
                  </a:lnTo>
                  <a:lnTo>
                    <a:pt x="716019" y="787672"/>
                  </a:lnTo>
                  <a:lnTo>
                    <a:pt x="696936" y="831651"/>
                  </a:lnTo>
                  <a:lnTo>
                    <a:pt x="675004" y="872713"/>
                  </a:lnTo>
                  <a:lnTo>
                    <a:pt x="650414" y="910589"/>
                  </a:lnTo>
                  <a:lnTo>
                    <a:pt x="623359" y="945013"/>
                  </a:lnTo>
                  <a:lnTo>
                    <a:pt x="594028" y="975717"/>
                  </a:lnTo>
                  <a:lnTo>
                    <a:pt x="562615" y="1002431"/>
                  </a:lnTo>
                  <a:lnTo>
                    <a:pt x="529310" y="1024889"/>
                  </a:lnTo>
                  <a:lnTo>
                    <a:pt x="494304" y="1042823"/>
                  </a:lnTo>
                  <a:lnTo>
                    <a:pt x="457790" y="1055965"/>
                  </a:lnTo>
                  <a:lnTo>
                    <a:pt x="419958" y="1064046"/>
                  </a:lnTo>
                  <a:lnTo>
                    <a:pt x="381000" y="1066800"/>
                  </a:lnTo>
                  <a:lnTo>
                    <a:pt x="342044" y="1064046"/>
                  </a:lnTo>
                  <a:lnTo>
                    <a:pt x="304213" y="1055965"/>
                  </a:lnTo>
                  <a:lnTo>
                    <a:pt x="267700" y="1042823"/>
                  </a:lnTo>
                  <a:lnTo>
                    <a:pt x="232695" y="1024889"/>
                  </a:lnTo>
                  <a:lnTo>
                    <a:pt x="199390" y="1002431"/>
                  </a:lnTo>
                  <a:lnTo>
                    <a:pt x="167976" y="975717"/>
                  </a:lnTo>
                  <a:lnTo>
                    <a:pt x="138646" y="945013"/>
                  </a:lnTo>
                  <a:lnTo>
                    <a:pt x="111590" y="910589"/>
                  </a:lnTo>
                  <a:lnTo>
                    <a:pt x="87000" y="872713"/>
                  </a:lnTo>
                  <a:lnTo>
                    <a:pt x="65067" y="831651"/>
                  </a:lnTo>
                  <a:lnTo>
                    <a:pt x="45983" y="787672"/>
                  </a:lnTo>
                  <a:lnTo>
                    <a:pt x="29940" y="741044"/>
                  </a:lnTo>
                  <a:lnTo>
                    <a:pt x="17128" y="692035"/>
                  </a:lnTo>
                  <a:lnTo>
                    <a:pt x="7740" y="640913"/>
                  </a:lnTo>
                  <a:lnTo>
                    <a:pt x="1966" y="587945"/>
                  </a:lnTo>
                  <a:lnTo>
                    <a:pt x="0" y="5334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4169" y="3075177"/>
            <a:ext cx="18376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NHACUNGCAP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62400" y="5029200"/>
            <a:ext cx="762000" cy="1143000"/>
          </a:xfrm>
          <a:custGeom>
            <a:avLst/>
            <a:gdLst/>
            <a:ahLst/>
            <a:cxnLst/>
            <a:rect l="l" t="t" r="r" b="b"/>
            <a:pathLst>
              <a:path w="762000" h="1143000">
                <a:moveTo>
                  <a:pt x="0" y="571500"/>
                </a:moveTo>
                <a:lnTo>
                  <a:pt x="1966" y="513073"/>
                </a:lnTo>
                <a:lnTo>
                  <a:pt x="7739" y="456333"/>
                </a:lnTo>
                <a:lnTo>
                  <a:pt x="17127" y="401566"/>
                </a:lnTo>
                <a:lnTo>
                  <a:pt x="29938" y="349061"/>
                </a:lnTo>
                <a:lnTo>
                  <a:pt x="45980" y="299104"/>
                </a:lnTo>
                <a:lnTo>
                  <a:pt x="65063" y="251984"/>
                </a:lnTo>
                <a:lnTo>
                  <a:pt x="86995" y="207987"/>
                </a:lnTo>
                <a:lnTo>
                  <a:pt x="111585" y="167401"/>
                </a:lnTo>
                <a:lnTo>
                  <a:pt x="138640" y="130514"/>
                </a:lnTo>
                <a:lnTo>
                  <a:pt x="167971" y="97612"/>
                </a:lnTo>
                <a:lnTo>
                  <a:pt x="199384" y="68984"/>
                </a:lnTo>
                <a:lnTo>
                  <a:pt x="232689" y="44916"/>
                </a:lnTo>
                <a:lnTo>
                  <a:pt x="267695" y="25696"/>
                </a:lnTo>
                <a:lnTo>
                  <a:pt x="304209" y="11612"/>
                </a:lnTo>
                <a:lnTo>
                  <a:pt x="342041" y="2950"/>
                </a:lnTo>
                <a:lnTo>
                  <a:pt x="381000" y="0"/>
                </a:lnTo>
                <a:lnTo>
                  <a:pt x="419958" y="2950"/>
                </a:lnTo>
                <a:lnTo>
                  <a:pt x="457790" y="11612"/>
                </a:lnTo>
                <a:lnTo>
                  <a:pt x="494304" y="25696"/>
                </a:lnTo>
                <a:lnTo>
                  <a:pt x="529310" y="44916"/>
                </a:lnTo>
                <a:lnTo>
                  <a:pt x="562615" y="68984"/>
                </a:lnTo>
                <a:lnTo>
                  <a:pt x="594028" y="97612"/>
                </a:lnTo>
                <a:lnTo>
                  <a:pt x="623359" y="130514"/>
                </a:lnTo>
                <a:lnTo>
                  <a:pt x="650414" y="167401"/>
                </a:lnTo>
                <a:lnTo>
                  <a:pt x="675004" y="207987"/>
                </a:lnTo>
                <a:lnTo>
                  <a:pt x="696936" y="251984"/>
                </a:lnTo>
                <a:lnTo>
                  <a:pt x="716019" y="299104"/>
                </a:lnTo>
                <a:lnTo>
                  <a:pt x="732061" y="349061"/>
                </a:lnTo>
                <a:lnTo>
                  <a:pt x="744872" y="401566"/>
                </a:lnTo>
                <a:lnTo>
                  <a:pt x="754260" y="456333"/>
                </a:lnTo>
                <a:lnTo>
                  <a:pt x="760033" y="513073"/>
                </a:lnTo>
                <a:lnTo>
                  <a:pt x="762000" y="571500"/>
                </a:lnTo>
                <a:lnTo>
                  <a:pt x="760033" y="629932"/>
                </a:lnTo>
                <a:lnTo>
                  <a:pt x="754260" y="686677"/>
                </a:lnTo>
                <a:lnTo>
                  <a:pt x="744872" y="741447"/>
                </a:lnTo>
                <a:lnTo>
                  <a:pt x="732061" y="793954"/>
                </a:lnTo>
                <a:lnTo>
                  <a:pt x="716019" y="843911"/>
                </a:lnTo>
                <a:lnTo>
                  <a:pt x="696936" y="891032"/>
                </a:lnTo>
                <a:lnTo>
                  <a:pt x="675004" y="935028"/>
                </a:lnTo>
                <a:lnTo>
                  <a:pt x="650414" y="975612"/>
                </a:lnTo>
                <a:lnTo>
                  <a:pt x="623359" y="1012497"/>
                </a:lnTo>
                <a:lnTo>
                  <a:pt x="594028" y="1045397"/>
                </a:lnTo>
                <a:lnTo>
                  <a:pt x="562615" y="1074023"/>
                </a:lnTo>
                <a:lnTo>
                  <a:pt x="529310" y="1098089"/>
                </a:lnTo>
                <a:lnTo>
                  <a:pt x="494304" y="1117306"/>
                </a:lnTo>
                <a:lnTo>
                  <a:pt x="457790" y="1131389"/>
                </a:lnTo>
                <a:lnTo>
                  <a:pt x="419958" y="1140049"/>
                </a:lnTo>
                <a:lnTo>
                  <a:pt x="381000" y="1143000"/>
                </a:lnTo>
                <a:lnTo>
                  <a:pt x="342041" y="1140049"/>
                </a:lnTo>
                <a:lnTo>
                  <a:pt x="304209" y="1131389"/>
                </a:lnTo>
                <a:lnTo>
                  <a:pt x="267695" y="1117306"/>
                </a:lnTo>
                <a:lnTo>
                  <a:pt x="232689" y="1098089"/>
                </a:lnTo>
                <a:lnTo>
                  <a:pt x="199384" y="1074023"/>
                </a:lnTo>
                <a:lnTo>
                  <a:pt x="167971" y="1045397"/>
                </a:lnTo>
                <a:lnTo>
                  <a:pt x="138640" y="1012497"/>
                </a:lnTo>
                <a:lnTo>
                  <a:pt x="111585" y="975612"/>
                </a:lnTo>
                <a:lnTo>
                  <a:pt x="86995" y="935028"/>
                </a:lnTo>
                <a:lnTo>
                  <a:pt x="65063" y="891032"/>
                </a:lnTo>
                <a:lnTo>
                  <a:pt x="45980" y="843911"/>
                </a:lnTo>
                <a:lnTo>
                  <a:pt x="29938" y="793954"/>
                </a:lnTo>
                <a:lnTo>
                  <a:pt x="17127" y="741447"/>
                </a:lnTo>
                <a:lnTo>
                  <a:pt x="7739" y="686677"/>
                </a:lnTo>
                <a:lnTo>
                  <a:pt x="1966" y="629932"/>
                </a:lnTo>
                <a:lnTo>
                  <a:pt x="0" y="571500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98673" y="5879084"/>
            <a:ext cx="822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latin typeface="Arial"/>
                <a:cs typeface="Arial"/>
              </a:rPr>
              <a:t>VATTU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01840" y="3352800"/>
            <a:ext cx="762000" cy="1219200"/>
          </a:xfrm>
          <a:custGeom>
            <a:avLst/>
            <a:gdLst/>
            <a:ahLst/>
            <a:cxnLst/>
            <a:rect l="l" t="t" r="r" b="b"/>
            <a:pathLst>
              <a:path w="762000" h="1219200">
                <a:moveTo>
                  <a:pt x="0" y="609600"/>
                </a:moveTo>
                <a:lnTo>
                  <a:pt x="1743" y="550890"/>
                </a:lnTo>
                <a:lnTo>
                  <a:pt x="6869" y="493760"/>
                </a:lnTo>
                <a:lnTo>
                  <a:pt x="15216" y="438465"/>
                </a:lnTo>
                <a:lnTo>
                  <a:pt x="26626" y="385259"/>
                </a:lnTo>
                <a:lnTo>
                  <a:pt x="40938" y="334399"/>
                </a:lnTo>
                <a:lnTo>
                  <a:pt x="57993" y="286139"/>
                </a:lnTo>
                <a:lnTo>
                  <a:pt x="77632" y="240736"/>
                </a:lnTo>
                <a:lnTo>
                  <a:pt x="99694" y="198445"/>
                </a:lnTo>
                <a:lnTo>
                  <a:pt x="124021" y="159520"/>
                </a:lnTo>
                <a:lnTo>
                  <a:pt x="150453" y="124219"/>
                </a:lnTo>
                <a:lnTo>
                  <a:pt x="178830" y="92795"/>
                </a:lnTo>
                <a:lnTo>
                  <a:pt x="208992" y="65505"/>
                </a:lnTo>
                <a:lnTo>
                  <a:pt x="240780" y="42604"/>
                </a:lnTo>
                <a:lnTo>
                  <a:pt x="308596" y="10991"/>
                </a:lnTo>
                <a:lnTo>
                  <a:pt x="381000" y="0"/>
                </a:lnTo>
                <a:lnTo>
                  <a:pt x="417695" y="2790"/>
                </a:lnTo>
                <a:lnTo>
                  <a:pt x="487965" y="24348"/>
                </a:lnTo>
                <a:lnTo>
                  <a:pt x="553007" y="65505"/>
                </a:lnTo>
                <a:lnTo>
                  <a:pt x="583169" y="92795"/>
                </a:lnTo>
                <a:lnTo>
                  <a:pt x="611546" y="124219"/>
                </a:lnTo>
                <a:lnTo>
                  <a:pt x="637978" y="159520"/>
                </a:lnTo>
                <a:lnTo>
                  <a:pt x="662305" y="198445"/>
                </a:lnTo>
                <a:lnTo>
                  <a:pt x="684367" y="240736"/>
                </a:lnTo>
                <a:lnTo>
                  <a:pt x="704006" y="286139"/>
                </a:lnTo>
                <a:lnTo>
                  <a:pt x="721061" y="334399"/>
                </a:lnTo>
                <a:lnTo>
                  <a:pt x="735373" y="385259"/>
                </a:lnTo>
                <a:lnTo>
                  <a:pt x="746783" y="438465"/>
                </a:lnTo>
                <a:lnTo>
                  <a:pt x="755130" y="493760"/>
                </a:lnTo>
                <a:lnTo>
                  <a:pt x="760256" y="550890"/>
                </a:lnTo>
                <a:lnTo>
                  <a:pt x="762000" y="609600"/>
                </a:lnTo>
                <a:lnTo>
                  <a:pt x="760256" y="668309"/>
                </a:lnTo>
                <a:lnTo>
                  <a:pt x="755130" y="725439"/>
                </a:lnTo>
                <a:lnTo>
                  <a:pt x="746783" y="780734"/>
                </a:lnTo>
                <a:lnTo>
                  <a:pt x="735373" y="833940"/>
                </a:lnTo>
                <a:lnTo>
                  <a:pt x="721061" y="884800"/>
                </a:lnTo>
                <a:lnTo>
                  <a:pt x="704006" y="933060"/>
                </a:lnTo>
                <a:lnTo>
                  <a:pt x="684367" y="978463"/>
                </a:lnTo>
                <a:lnTo>
                  <a:pt x="662305" y="1020754"/>
                </a:lnTo>
                <a:lnTo>
                  <a:pt x="637978" y="1059679"/>
                </a:lnTo>
                <a:lnTo>
                  <a:pt x="611546" y="1094980"/>
                </a:lnTo>
                <a:lnTo>
                  <a:pt x="583169" y="1126404"/>
                </a:lnTo>
                <a:lnTo>
                  <a:pt x="553007" y="1153694"/>
                </a:lnTo>
                <a:lnTo>
                  <a:pt x="521219" y="1176595"/>
                </a:lnTo>
                <a:lnTo>
                  <a:pt x="453403" y="1208208"/>
                </a:lnTo>
                <a:lnTo>
                  <a:pt x="381000" y="1219200"/>
                </a:lnTo>
                <a:lnTo>
                  <a:pt x="344304" y="1216409"/>
                </a:lnTo>
                <a:lnTo>
                  <a:pt x="274034" y="1194851"/>
                </a:lnTo>
                <a:lnTo>
                  <a:pt x="208992" y="1153694"/>
                </a:lnTo>
                <a:lnTo>
                  <a:pt x="178830" y="1126404"/>
                </a:lnTo>
                <a:lnTo>
                  <a:pt x="150453" y="1094980"/>
                </a:lnTo>
                <a:lnTo>
                  <a:pt x="124021" y="1059679"/>
                </a:lnTo>
                <a:lnTo>
                  <a:pt x="99694" y="1020754"/>
                </a:lnTo>
                <a:lnTo>
                  <a:pt x="77632" y="978463"/>
                </a:lnTo>
                <a:lnTo>
                  <a:pt x="57993" y="933060"/>
                </a:lnTo>
                <a:lnTo>
                  <a:pt x="40938" y="884800"/>
                </a:lnTo>
                <a:lnTo>
                  <a:pt x="26626" y="833940"/>
                </a:lnTo>
                <a:lnTo>
                  <a:pt x="15216" y="780734"/>
                </a:lnTo>
                <a:lnTo>
                  <a:pt x="6869" y="725439"/>
                </a:lnTo>
                <a:lnTo>
                  <a:pt x="1743" y="668309"/>
                </a:lnTo>
                <a:lnTo>
                  <a:pt x="0" y="609600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784338" y="3135630"/>
            <a:ext cx="7480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"/>
                <a:cs typeface="Arial"/>
              </a:rPr>
              <a:t>DUAN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33800" y="3657600"/>
            <a:ext cx="1371600" cy="914400"/>
          </a:xfrm>
          <a:custGeom>
            <a:avLst/>
            <a:gdLst/>
            <a:ahLst/>
            <a:cxnLst/>
            <a:rect l="l" t="t" r="r" b="b"/>
            <a:pathLst>
              <a:path w="1371600" h="914400">
                <a:moveTo>
                  <a:pt x="0" y="457200"/>
                </a:moveTo>
                <a:lnTo>
                  <a:pt x="8977" y="383046"/>
                </a:lnTo>
                <a:lnTo>
                  <a:pt x="34966" y="312700"/>
                </a:lnTo>
                <a:lnTo>
                  <a:pt x="53899" y="279249"/>
                </a:lnTo>
                <a:lnTo>
                  <a:pt x="76555" y="247102"/>
                </a:lnTo>
                <a:lnTo>
                  <a:pt x="102758" y="216379"/>
                </a:lnTo>
                <a:lnTo>
                  <a:pt x="132331" y="187195"/>
                </a:lnTo>
                <a:lnTo>
                  <a:pt x="165098" y="159670"/>
                </a:lnTo>
                <a:lnTo>
                  <a:pt x="200882" y="133921"/>
                </a:lnTo>
                <a:lnTo>
                  <a:pt x="239506" y="110065"/>
                </a:lnTo>
                <a:lnTo>
                  <a:pt x="280793" y="88221"/>
                </a:lnTo>
                <a:lnTo>
                  <a:pt x="324568" y="68505"/>
                </a:lnTo>
                <a:lnTo>
                  <a:pt x="370654" y="51037"/>
                </a:lnTo>
                <a:lnTo>
                  <a:pt x="418873" y="35933"/>
                </a:lnTo>
                <a:lnTo>
                  <a:pt x="469050" y="23311"/>
                </a:lnTo>
                <a:lnTo>
                  <a:pt x="521008" y="13289"/>
                </a:lnTo>
                <a:lnTo>
                  <a:pt x="574570" y="5984"/>
                </a:lnTo>
                <a:lnTo>
                  <a:pt x="629559" y="1515"/>
                </a:lnTo>
                <a:lnTo>
                  <a:pt x="685800" y="0"/>
                </a:lnTo>
                <a:lnTo>
                  <a:pt x="742040" y="1515"/>
                </a:lnTo>
                <a:lnTo>
                  <a:pt x="797029" y="5984"/>
                </a:lnTo>
                <a:lnTo>
                  <a:pt x="850591" y="13289"/>
                </a:lnTo>
                <a:lnTo>
                  <a:pt x="902549" y="23311"/>
                </a:lnTo>
                <a:lnTo>
                  <a:pt x="952726" y="35933"/>
                </a:lnTo>
                <a:lnTo>
                  <a:pt x="1000945" y="51037"/>
                </a:lnTo>
                <a:lnTo>
                  <a:pt x="1047031" y="68505"/>
                </a:lnTo>
                <a:lnTo>
                  <a:pt x="1090806" y="88221"/>
                </a:lnTo>
                <a:lnTo>
                  <a:pt x="1132093" y="110065"/>
                </a:lnTo>
                <a:lnTo>
                  <a:pt x="1170717" y="133921"/>
                </a:lnTo>
                <a:lnTo>
                  <a:pt x="1206501" y="159670"/>
                </a:lnTo>
                <a:lnTo>
                  <a:pt x="1239268" y="187195"/>
                </a:lnTo>
                <a:lnTo>
                  <a:pt x="1268841" y="216379"/>
                </a:lnTo>
                <a:lnTo>
                  <a:pt x="1295044" y="247102"/>
                </a:lnTo>
                <a:lnTo>
                  <a:pt x="1317700" y="279249"/>
                </a:lnTo>
                <a:lnTo>
                  <a:pt x="1336633" y="312700"/>
                </a:lnTo>
                <a:lnTo>
                  <a:pt x="1362622" y="383046"/>
                </a:lnTo>
                <a:lnTo>
                  <a:pt x="1371600" y="457200"/>
                </a:lnTo>
                <a:lnTo>
                  <a:pt x="1369326" y="494693"/>
                </a:lnTo>
                <a:lnTo>
                  <a:pt x="1351666" y="567061"/>
                </a:lnTo>
                <a:lnTo>
                  <a:pt x="1317700" y="635150"/>
                </a:lnTo>
                <a:lnTo>
                  <a:pt x="1295044" y="667297"/>
                </a:lnTo>
                <a:lnTo>
                  <a:pt x="1268841" y="698020"/>
                </a:lnTo>
                <a:lnTo>
                  <a:pt x="1239268" y="727204"/>
                </a:lnTo>
                <a:lnTo>
                  <a:pt x="1206501" y="754729"/>
                </a:lnTo>
                <a:lnTo>
                  <a:pt x="1170717" y="780478"/>
                </a:lnTo>
                <a:lnTo>
                  <a:pt x="1132093" y="804334"/>
                </a:lnTo>
                <a:lnTo>
                  <a:pt x="1090806" y="826178"/>
                </a:lnTo>
                <a:lnTo>
                  <a:pt x="1047031" y="845894"/>
                </a:lnTo>
                <a:lnTo>
                  <a:pt x="1000945" y="863362"/>
                </a:lnTo>
                <a:lnTo>
                  <a:pt x="952726" y="878466"/>
                </a:lnTo>
                <a:lnTo>
                  <a:pt x="902549" y="891088"/>
                </a:lnTo>
                <a:lnTo>
                  <a:pt x="850591" y="901110"/>
                </a:lnTo>
                <a:lnTo>
                  <a:pt x="797029" y="908415"/>
                </a:lnTo>
                <a:lnTo>
                  <a:pt x="742040" y="912884"/>
                </a:lnTo>
                <a:lnTo>
                  <a:pt x="685800" y="914400"/>
                </a:lnTo>
                <a:lnTo>
                  <a:pt x="629559" y="912884"/>
                </a:lnTo>
                <a:lnTo>
                  <a:pt x="574570" y="908415"/>
                </a:lnTo>
                <a:lnTo>
                  <a:pt x="521008" y="901110"/>
                </a:lnTo>
                <a:lnTo>
                  <a:pt x="469050" y="891088"/>
                </a:lnTo>
                <a:lnTo>
                  <a:pt x="418873" y="878466"/>
                </a:lnTo>
                <a:lnTo>
                  <a:pt x="370654" y="863362"/>
                </a:lnTo>
                <a:lnTo>
                  <a:pt x="324568" y="845894"/>
                </a:lnTo>
                <a:lnTo>
                  <a:pt x="280793" y="826178"/>
                </a:lnTo>
                <a:lnTo>
                  <a:pt x="239506" y="804334"/>
                </a:lnTo>
                <a:lnTo>
                  <a:pt x="200882" y="780478"/>
                </a:lnTo>
                <a:lnTo>
                  <a:pt x="165098" y="754729"/>
                </a:lnTo>
                <a:lnTo>
                  <a:pt x="132331" y="727204"/>
                </a:lnTo>
                <a:lnTo>
                  <a:pt x="102758" y="698020"/>
                </a:lnTo>
                <a:lnTo>
                  <a:pt x="76555" y="667297"/>
                </a:lnTo>
                <a:lnTo>
                  <a:pt x="53899" y="635150"/>
                </a:lnTo>
                <a:lnTo>
                  <a:pt x="34966" y="601699"/>
                </a:lnTo>
                <a:lnTo>
                  <a:pt x="8977" y="531353"/>
                </a:lnTo>
                <a:lnTo>
                  <a:pt x="0" y="457200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811651" y="3303473"/>
            <a:ext cx="1300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CUNGCAP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579" y="3820559"/>
            <a:ext cx="161760" cy="16176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258569" y="392963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2520" y="5557920"/>
            <a:ext cx="161760" cy="16176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270628" y="5193538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1959" y="3881520"/>
            <a:ext cx="161760" cy="16176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7410957" y="351688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46257" y="3881437"/>
            <a:ext cx="161925" cy="161925"/>
            <a:chOff x="4346257" y="3881437"/>
            <a:chExt cx="161925" cy="161925"/>
          </a:xfrm>
        </p:grpSpPr>
        <p:sp>
          <p:nvSpPr>
            <p:cNvPr id="36" name="object 36"/>
            <p:cNvSpPr/>
            <p:nvPr/>
          </p:nvSpPr>
          <p:spPr>
            <a:xfrm>
              <a:off x="4351020" y="3886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51020" y="3886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16451" y="4050284"/>
            <a:ext cx="535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(c,d)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335523" y="4648200"/>
            <a:ext cx="1371600" cy="914400"/>
          </a:xfrm>
          <a:custGeom>
            <a:avLst/>
            <a:gdLst/>
            <a:ahLst/>
            <a:cxnLst/>
            <a:rect l="l" t="t" r="r" b="b"/>
            <a:pathLst>
              <a:path w="1371600" h="914400">
                <a:moveTo>
                  <a:pt x="0" y="457200"/>
                </a:moveTo>
                <a:lnTo>
                  <a:pt x="8977" y="383046"/>
                </a:lnTo>
                <a:lnTo>
                  <a:pt x="34966" y="312700"/>
                </a:lnTo>
                <a:lnTo>
                  <a:pt x="53899" y="279249"/>
                </a:lnTo>
                <a:lnTo>
                  <a:pt x="76555" y="247102"/>
                </a:lnTo>
                <a:lnTo>
                  <a:pt x="102758" y="216379"/>
                </a:lnTo>
                <a:lnTo>
                  <a:pt x="132331" y="187195"/>
                </a:lnTo>
                <a:lnTo>
                  <a:pt x="165098" y="159670"/>
                </a:lnTo>
                <a:lnTo>
                  <a:pt x="200882" y="133921"/>
                </a:lnTo>
                <a:lnTo>
                  <a:pt x="239506" y="110065"/>
                </a:lnTo>
                <a:lnTo>
                  <a:pt x="280793" y="88221"/>
                </a:lnTo>
                <a:lnTo>
                  <a:pt x="324568" y="68505"/>
                </a:lnTo>
                <a:lnTo>
                  <a:pt x="370654" y="51037"/>
                </a:lnTo>
                <a:lnTo>
                  <a:pt x="418873" y="35933"/>
                </a:lnTo>
                <a:lnTo>
                  <a:pt x="469050" y="23311"/>
                </a:lnTo>
                <a:lnTo>
                  <a:pt x="521008" y="13289"/>
                </a:lnTo>
                <a:lnTo>
                  <a:pt x="574570" y="5984"/>
                </a:lnTo>
                <a:lnTo>
                  <a:pt x="629559" y="1515"/>
                </a:lnTo>
                <a:lnTo>
                  <a:pt x="685800" y="0"/>
                </a:lnTo>
                <a:lnTo>
                  <a:pt x="742040" y="1515"/>
                </a:lnTo>
                <a:lnTo>
                  <a:pt x="797029" y="5984"/>
                </a:lnTo>
                <a:lnTo>
                  <a:pt x="850591" y="13289"/>
                </a:lnTo>
                <a:lnTo>
                  <a:pt x="902549" y="23311"/>
                </a:lnTo>
                <a:lnTo>
                  <a:pt x="952726" y="35933"/>
                </a:lnTo>
                <a:lnTo>
                  <a:pt x="1000945" y="51037"/>
                </a:lnTo>
                <a:lnTo>
                  <a:pt x="1047031" y="68505"/>
                </a:lnTo>
                <a:lnTo>
                  <a:pt x="1090806" y="88221"/>
                </a:lnTo>
                <a:lnTo>
                  <a:pt x="1132093" y="110065"/>
                </a:lnTo>
                <a:lnTo>
                  <a:pt x="1170717" y="133921"/>
                </a:lnTo>
                <a:lnTo>
                  <a:pt x="1206501" y="159670"/>
                </a:lnTo>
                <a:lnTo>
                  <a:pt x="1239268" y="187195"/>
                </a:lnTo>
                <a:lnTo>
                  <a:pt x="1268841" y="216379"/>
                </a:lnTo>
                <a:lnTo>
                  <a:pt x="1295044" y="247102"/>
                </a:lnTo>
                <a:lnTo>
                  <a:pt x="1317700" y="279249"/>
                </a:lnTo>
                <a:lnTo>
                  <a:pt x="1336633" y="312700"/>
                </a:lnTo>
                <a:lnTo>
                  <a:pt x="1362622" y="383046"/>
                </a:lnTo>
                <a:lnTo>
                  <a:pt x="1371600" y="457200"/>
                </a:lnTo>
                <a:lnTo>
                  <a:pt x="1369326" y="494693"/>
                </a:lnTo>
                <a:lnTo>
                  <a:pt x="1351666" y="567061"/>
                </a:lnTo>
                <a:lnTo>
                  <a:pt x="1317700" y="635150"/>
                </a:lnTo>
                <a:lnTo>
                  <a:pt x="1295044" y="667297"/>
                </a:lnTo>
                <a:lnTo>
                  <a:pt x="1268841" y="698020"/>
                </a:lnTo>
                <a:lnTo>
                  <a:pt x="1239268" y="727204"/>
                </a:lnTo>
                <a:lnTo>
                  <a:pt x="1206501" y="754729"/>
                </a:lnTo>
                <a:lnTo>
                  <a:pt x="1170717" y="780478"/>
                </a:lnTo>
                <a:lnTo>
                  <a:pt x="1132093" y="804334"/>
                </a:lnTo>
                <a:lnTo>
                  <a:pt x="1090806" y="826178"/>
                </a:lnTo>
                <a:lnTo>
                  <a:pt x="1047031" y="845894"/>
                </a:lnTo>
                <a:lnTo>
                  <a:pt x="1000945" y="863362"/>
                </a:lnTo>
                <a:lnTo>
                  <a:pt x="952726" y="878466"/>
                </a:lnTo>
                <a:lnTo>
                  <a:pt x="902549" y="891088"/>
                </a:lnTo>
                <a:lnTo>
                  <a:pt x="850591" y="901110"/>
                </a:lnTo>
                <a:lnTo>
                  <a:pt x="797029" y="908415"/>
                </a:lnTo>
                <a:lnTo>
                  <a:pt x="742040" y="912884"/>
                </a:lnTo>
                <a:lnTo>
                  <a:pt x="685800" y="914400"/>
                </a:lnTo>
                <a:lnTo>
                  <a:pt x="629559" y="912884"/>
                </a:lnTo>
                <a:lnTo>
                  <a:pt x="574570" y="908415"/>
                </a:lnTo>
                <a:lnTo>
                  <a:pt x="521008" y="901110"/>
                </a:lnTo>
                <a:lnTo>
                  <a:pt x="469050" y="891088"/>
                </a:lnTo>
                <a:lnTo>
                  <a:pt x="418873" y="878466"/>
                </a:lnTo>
                <a:lnTo>
                  <a:pt x="370654" y="863362"/>
                </a:lnTo>
                <a:lnTo>
                  <a:pt x="324568" y="845894"/>
                </a:lnTo>
                <a:lnTo>
                  <a:pt x="280793" y="826178"/>
                </a:lnTo>
                <a:lnTo>
                  <a:pt x="239506" y="804334"/>
                </a:lnTo>
                <a:lnTo>
                  <a:pt x="200882" y="780478"/>
                </a:lnTo>
                <a:lnTo>
                  <a:pt x="165098" y="754729"/>
                </a:lnTo>
                <a:lnTo>
                  <a:pt x="132331" y="727204"/>
                </a:lnTo>
                <a:lnTo>
                  <a:pt x="102758" y="698020"/>
                </a:lnTo>
                <a:lnTo>
                  <a:pt x="76555" y="667297"/>
                </a:lnTo>
                <a:lnTo>
                  <a:pt x="53899" y="635150"/>
                </a:lnTo>
                <a:lnTo>
                  <a:pt x="34966" y="601699"/>
                </a:lnTo>
                <a:lnTo>
                  <a:pt x="8977" y="531353"/>
                </a:lnTo>
                <a:lnTo>
                  <a:pt x="0" y="457200"/>
                </a:lnTo>
                <a:close/>
              </a:path>
            </a:pathLst>
          </a:custGeom>
          <a:ln w="126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633209" y="5285613"/>
            <a:ext cx="1129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SUDUNG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786520" y="4948320"/>
            <a:ext cx="161925" cy="161925"/>
            <a:chOff x="5786520" y="4948320"/>
            <a:chExt cx="161925" cy="161925"/>
          </a:xfrm>
        </p:grpSpPr>
        <p:sp>
          <p:nvSpPr>
            <p:cNvPr id="42" name="object 42"/>
            <p:cNvSpPr/>
            <p:nvPr/>
          </p:nvSpPr>
          <p:spPr>
            <a:xfrm>
              <a:off x="57912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91200" y="49530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21704" y="4964938"/>
            <a:ext cx="533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(d,v)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83994" y="4565650"/>
            <a:ext cx="3893185" cy="1078230"/>
            <a:chOff x="1983994" y="4565650"/>
            <a:chExt cx="3893185" cy="1078230"/>
          </a:xfrm>
        </p:grpSpPr>
        <p:sp>
          <p:nvSpPr>
            <p:cNvPr id="46" name="object 46"/>
            <p:cNvSpPr/>
            <p:nvPr/>
          </p:nvSpPr>
          <p:spPr>
            <a:xfrm>
              <a:off x="4338827" y="5029200"/>
              <a:ext cx="1533525" cy="609600"/>
            </a:xfrm>
            <a:custGeom>
              <a:avLst/>
              <a:gdLst/>
              <a:ahLst/>
              <a:cxnLst/>
              <a:rect l="l" t="t" r="r" b="b"/>
              <a:pathLst>
                <a:path w="1533525" h="609600">
                  <a:moveTo>
                    <a:pt x="1533144" y="0"/>
                  </a:moveTo>
                  <a:lnTo>
                    <a:pt x="0" y="6096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90344" y="45720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457200"/>
                  </a:moveTo>
                  <a:lnTo>
                    <a:pt x="8977" y="383046"/>
                  </a:lnTo>
                  <a:lnTo>
                    <a:pt x="34966" y="312700"/>
                  </a:lnTo>
                  <a:lnTo>
                    <a:pt x="53899" y="279249"/>
                  </a:lnTo>
                  <a:lnTo>
                    <a:pt x="76555" y="247102"/>
                  </a:lnTo>
                  <a:lnTo>
                    <a:pt x="102758" y="216379"/>
                  </a:lnTo>
                  <a:lnTo>
                    <a:pt x="132331" y="187195"/>
                  </a:lnTo>
                  <a:lnTo>
                    <a:pt x="165098" y="159670"/>
                  </a:lnTo>
                  <a:lnTo>
                    <a:pt x="200882" y="133921"/>
                  </a:lnTo>
                  <a:lnTo>
                    <a:pt x="239506" y="110065"/>
                  </a:lnTo>
                  <a:lnTo>
                    <a:pt x="280793" y="88221"/>
                  </a:lnTo>
                  <a:lnTo>
                    <a:pt x="324568" y="68505"/>
                  </a:lnTo>
                  <a:lnTo>
                    <a:pt x="370654" y="51037"/>
                  </a:lnTo>
                  <a:lnTo>
                    <a:pt x="418873" y="35933"/>
                  </a:lnTo>
                  <a:lnTo>
                    <a:pt x="469050" y="23311"/>
                  </a:lnTo>
                  <a:lnTo>
                    <a:pt x="521008" y="13289"/>
                  </a:lnTo>
                  <a:lnTo>
                    <a:pt x="574570" y="5984"/>
                  </a:lnTo>
                  <a:lnTo>
                    <a:pt x="629559" y="1515"/>
                  </a:lnTo>
                  <a:lnTo>
                    <a:pt x="685800" y="0"/>
                  </a:lnTo>
                  <a:lnTo>
                    <a:pt x="742040" y="1515"/>
                  </a:lnTo>
                  <a:lnTo>
                    <a:pt x="797029" y="5984"/>
                  </a:lnTo>
                  <a:lnTo>
                    <a:pt x="850591" y="13289"/>
                  </a:lnTo>
                  <a:lnTo>
                    <a:pt x="902549" y="23311"/>
                  </a:lnTo>
                  <a:lnTo>
                    <a:pt x="952726" y="35933"/>
                  </a:lnTo>
                  <a:lnTo>
                    <a:pt x="1000945" y="51037"/>
                  </a:lnTo>
                  <a:lnTo>
                    <a:pt x="1047031" y="68505"/>
                  </a:lnTo>
                  <a:lnTo>
                    <a:pt x="1090806" y="88221"/>
                  </a:lnTo>
                  <a:lnTo>
                    <a:pt x="1132093" y="110065"/>
                  </a:lnTo>
                  <a:lnTo>
                    <a:pt x="1170717" y="133921"/>
                  </a:lnTo>
                  <a:lnTo>
                    <a:pt x="1206501" y="159670"/>
                  </a:lnTo>
                  <a:lnTo>
                    <a:pt x="1239268" y="187195"/>
                  </a:lnTo>
                  <a:lnTo>
                    <a:pt x="1268841" y="216379"/>
                  </a:lnTo>
                  <a:lnTo>
                    <a:pt x="1295044" y="247102"/>
                  </a:lnTo>
                  <a:lnTo>
                    <a:pt x="1317700" y="279249"/>
                  </a:lnTo>
                  <a:lnTo>
                    <a:pt x="1336633" y="312700"/>
                  </a:lnTo>
                  <a:lnTo>
                    <a:pt x="1362622" y="383046"/>
                  </a:lnTo>
                  <a:lnTo>
                    <a:pt x="1371600" y="457200"/>
                  </a:lnTo>
                  <a:lnTo>
                    <a:pt x="1369326" y="494693"/>
                  </a:lnTo>
                  <a:lnTo>
                    <a:pt x="1351666" y="567061"/>
                  </a:lnTo>
                  <a:lnTo>
                    <a:pt x="1317700" y="635150"/>
                  </a:lnTo>
                  <a:lnTo>
                    <a:pt x="1295044" y="667297"/>
                  </a:lnTo>
                  <a:lnTo>
                    <a:pt x="1268841" y="698020"/>
                  </a:lnTo>
                  <a:lnTo>
                    <a:pt x="1239268" y="727204"/>
                  </a:lnTo>
                  <a:lnTo>
                    <a:pt x="1206501" y="754729"/>
                  </a:lnTo>
                  <a:lnTo>
                    <a:pt x="1170717" y="780478"/>
                  </a:lnTo>
                  <a:lnTo>
                    <a:pt x="1132093" y="804334"/>
                  </a:lnTo>
                  <a:lnTo>
                    <a:pt x="1090806" y="826178"/>
                  </a:lnTo>
                  <a:lnTo>
                    <a:pt x="1047031" y="845894"/>
                  </a:lnTo>
                  <a:lnTo>
                    <a:pt x="1000945" y="863362"/>
                  </a:lnTo>
                  <a:lnTo>
                    <a:pt x="952726" y="878466"/>
                  </a:lnTo>
                  <a:lnTo>
                    <a:pt x="902549" y="891088"/>
                  </a:lnTo>
                  <a:lnTo>
                    <a:pt x="850591" y="901110"/>
                  </a:lnTo>
                  <a:lnTo>
                    <a:pt x="797029" y="908415"/>
                  </a:lnTo>
                  <a:lnTo>
                    <a:pt x="742040" y="912884"/>
                  </a:lnTo>
                  <a:lnTo>
                    <a:pt x="685800" y="914400"/>
                  </a:lnTo>
                  <a:lnTo>
                    <a:pt x="629559" y="912884"/>
                  </a:lnTo>
                  <a:lnTo>
                    <a:pt x="574570" y="908415"/>
                  </a:lnTo>
                  <a:lnTo>
                    <a:pt x="521008" y="901110"/>
                  </a:lnTo>
                  <a:lnTo>
                    <a:pt x="469050" y="891088"/>
                  </a:lnTo>
                  <a:lnTo>
                    <a:pt x="418873" y="878466"/>
                  </a:lnTo>
                  <a:lnTo>
                    <a:pt x="370654" y="863362"/>
                  </a:lnTo>
                  <a:lnTo>
                    <a:pt x="324568" y="845894"/>
                  </a:lnTo>
                  <a:lnTo>
                    <a:pt x="280793" y="826178"/>
                  </a:lnTo>
                  <a:lnTo>
                    <a:pt x="239506" y="804334"/>
                  </a:lnTo>
                  <a:lnTo>
                    <a:pt x="200882" y="780478"/>
                  </a:lnTo>
                  <a:lnTo>
                    <a:pt x="165098" y="754729"/>
                  </a:lnTo>
                  <a:lnTo>
                    <a:pt x="132331" y="727204"/>
                  </a:lnTo>
                  <a:lnTo>
                    <a:pt x="102758" y="698020"/>
                  </a:lnTo>
                  <a:lnTo>
                    <a:pt x="76555" y="667297"/>
                  </a:lnTo>
                  <a:lnTo>
                    <a:pt x="53899" y="635150"/>
                  </a:lnTo>
                  <a:lnTo>
                    <a:pt x="34966" y="601699"/>
                  </a:lnTo>
                  <a:lnTo>
                    <a:pt x="8977" y="531353"/>
                  </a:lnTo>
                  <a:lnTo>
                    <a:pt x="0" y="4572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646047" y="5193538"/>
            <a:ext cx="408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Arial"/>
                <a:cs typeface="Arial"/>
              </a:rPr>
              <a:t>CO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738520" y="4872120"/>
            <a:ext cx="161925" cy="161925"/>
            <a:chOff x="2738520" y="4872120"/>
            <a:chExt cx="161925" cy="161925"/>
          </a:xfrm>
        </p:grpSpPr>
        <p:sp>
          <p:nvSpPr>
            <p:cNvPr id="50" name="object 50"/>
            <p:cNvSpPr/>
            <p:nvPr/>
          </p:nvSpPr>
          <p:spPr>
            <a:xfrm>
              <a:off x="2743200" y="4876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43200" y="4876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134870" y="4888738"/>
            <a:ext cx="520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(c,v)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371600" y="3886200"/>
            <a:ext cx="2971800" cy="1752600"/>
          </a:xfrm>
          <a:custGeom>
            <a:avLst/>
            <a:gdLst/>
            <a:ahLst/>
            <a:cxnLst/>
            <a:rect l="l" t="t" r="r" b="b"/>
            <a:pathLst>
              <a:path w="2971800" h="1752600">
                <a:moveTo>
                  <a:pt x="0" y="0"/>
                </a:moveTo>
                <a:lnTo>
                  <a:pt x="1447800" y="1066800"/>
                </a:lnTo>
              </a:path>
              <a:path w="2971800" h="1752600">
                <a:moveTo>
                  <a:pt x="1447800" y="1066800"/>
                </a:moveTo>
                <a:lnTo>
                  <a:pt x="2971800" y="175260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1B6BD3F6-24FA-43BD-AB95-4028EAFBFB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kết</a:t>
            </a:r>
            <a:r>
              <a:rPr spc="-65" dirty="0"/>
              <a:t> </a:t>
            </a:r>
            <a:r>
              <a:rPr dirty="0"/>
              <a:t>tam</a:t>
            </a:r>
            <a:r>
              <a:rPr spc="-60" dirty="0"/>
              <a:t> </a:t>
            </a:r>
            <a:r>
              <a:rPr spc="-20" dirty="0"/>
              <a:t>phân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388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Ràng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buộc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lệ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lượng.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819" y="1793748"/>
            <a:ext cx="180593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2171" y="1793748"/>
            <a:ext cx="8280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9140" y="2904744"/>
            <a:ext cx="934719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700" y="1607819"/>
            <a:ext cx="2644140" cy="737870"/>
          </a:xfrm>
          <a:custGeom>
            <a:avLst/>
            <a:gdLst/>
            <a:ahLst/>
            <a:cxnLst/>
            <a:rect l="l" t="t" r="r" b="b"/>
            <a:pathLst>
              <a:path w="2644140" h="737869">
                <a:moveTo>
                  <a:pt x="0" y="368807"/>
                </a:moveTo>
                <a:lnTo>
                  <a:pt x="1322070" y="0"/>
                </a:lnTo>
                <a:lnTo>
                  <a:pt x="2644140" y="368807"/>
                </a:lnTo>
                <a:lnTo>
                  <a:pt x="1322070" y="737615"/>
                </a:lnTo>
                <a:lnTo>
                  <a:pt x="0" y="36880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35221" y="1820926"/>
            <a:ext cx="116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50235" y="1975104"/>
            <a:ext cx="4822190" cy="930910"/>
          </a:xfrm>
          <a:custGeom>
            <a:avLst/>
            <a:gdLst/>
            <a:ahLst/>
            <a:cxnLst/>
            <a:rect l="l" t="t" r="r" b="b"/>
            <a:pathLst>
              <a:path w="4822190" h="930910">
                <a:moveTo>
                  <a:pt x="0" y="3175"/>
                </a:moveTo>
                <a:lnTo>
                  <a:pt x="1706626" y="0"/>
                </a:lnTo>
              </a:path>
              <a:path w="4822190" h="930910">
                <a:moveTo>
                  <a:pt x="3028188" y="0"/>
                </a:moveTo>
                <a:lnTo>
                  <a:pt x="4822063" y="3175"/>
                </a:lnTo>
              </a:path>
              <a:path w="4822190" h="930910">
                <a:moveTo>
                  <a:pt x="2368423" y="184404"/>
                </a:moveTo>
                <a:lnTo>
                  <a:pt x="2366772" y="930529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289050" y="3805237"/>
            <a:ext cx="5807075" cy="1838325"/>
            <a:chOff x="1289050" y="3805237"/>
            <a:chExt cx="5807075" cy="1838325"/>
          </a:xfrm>
        </p:grpSpPr>
        <p:sp>
          <p:nvSpPr>
            <p:cNvPr id="11" name="object 11"/>
            <p:cNvSpPr/>
            <p:nvPr/>
          </p:nvSpPr>
          <p:spPr>
            <a:xfrm>
              <a:off x="1752600" y="3810000"/>
              <a:ext cx="5339080" cy="1828800"/>
            </a:xfrm>
            <a:custGeom>
              <a:avLst/>
              <a:gdLst/>
              <a:ahLst/>
              <a:cxnLst/>
              <a:rect l="l" t="t" r="r" b="b"/>
              <a:pathLst>
                <a:path w="5339080" h="1828800">
                  <a:moveTo>
                    <a:pt x="0" y="995172"/>
                  </a:moveTo>
                  <a:lnTo>
                    <a:pt x="2667000" y="528827"/>
                  </a:lnTo>
                </a:path>
                <a:path w="5339080" h="1828800">
                  <a:moveTo>
                    <a:pt x="2667000" y="533400"/>
                  </a:moveTo>
                  <a:lnTo>
                    <a:pt x="5334000" y="1828800"/>
                  </a:lnTo>
                </a:path>
                <a:path w="5339080" h="1828800">
                  <a:moveTo>
                    <a:pt x="5338572" y="0"/>
                  </a:moveTo>
                  <a:lnTo>
                    <a:pt x="2662428" y="53340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5400" y="4495800"/>
              <a:ext cx="762000" cy="1066800"/>
            </a:xfrm>
            <a:custGeom>
              <a:avLst/>
              <a:gdLst/>
              <a:ahLst/>
              <a:cxnLst/>
              <a:rect l="l" t="t" r="r" b="b"/>
              <a:pathLst>
                <a:path w="762000" h="1066800">
                  <a:moveTo>
                    <a:pt x="0" y="533400"/>
                  </a:moveTo>
                  <a:lnTo>
                    <a:pt x="1966" y="478854"/>
                  </a:lnTo>
                  <a:lnTo>
                    <a:pt x="7739" y="425886"/>
                  </a:lnTo>
                  <a:lnTo>
                    <a:pt x="17127" y="374764"/>
                  </a:lnTo>
                  <a:lnTo>
                    <a:pt x="29938" y="325755"/>
                  </a:lnTo>
                  <a:lnTo>
                    <a:pt x="45980" y="279127"/>
                  </a:lnTo>
                  <a:lnTo>
                    <a:pt x="65063" y="235148"/>
                  </a:lnTo>
                  <a:lnTo>
                    <a:pt x="86995" y="194086"/>
                  </a:lnTo>
                  <a:lnTo>
                    <a:pt x="111585" y="156210"/>
                  </a:lnTo>
                  <a:lnTo>
                    <a:pt x="138640" y="121786"/>
                  </a:lnTo>
                  <a:lnTo>
                    <a:pt x="167971" y="91082"/>
                  </a:lnTo>
                  <a:lnTo>
                    <a:pt x="199384" y="64368"/>
                  </a:lnTo>
                  <a:lnTo>
                    <a:pt x="232689" y="41910"/>
                  </a:lnTo>
                  <a:lnTo>
                    <a:pt x="267695" y="23976"/>
                  </a:lnTo>
                  <a:lnTo>
                    <a:pt x="304209" y="10834"/>
                  </a:lnTo>
                  <a:lnTo>
                    <a:pt x="342041" y="2753"/>
                  </a:lnTo>
                  <a:lnTo>
                    <a:pt x="381000" y="0"/>
                  </a:lnTo>
                  <a:lnTo>
                    <a:pt x="419958" y="2753"/>
                  </a:lnTo>
                  <a:lnTo>
                    <a:pt x="457790" y="10834"/>
                  </a:lnTo>
                  <a:lnTo>
                    <a:pt x="494304" y="23976"/>
                  </a:lnTo>
                  <a:lnTo>
                    <a:pt x="529310" y="41910"/>
                  </a:lnTo>
                  <a:lnTo>
                    <a:pt x="562615" y="64368"/>
                  </a:lnTo>
                  <a:lnTo>
                    <a:pt x="594028" y="91082"/>
                  </a:lnTo>
                  <a:lnTo>
                    <a:pt x="623359" y="121786"/>
                  </a:lnTo>
                  <a:lnTo>
                    <a:pt x="650414" y="156210"/>
                  </a:lnTo>
                  <a:lnTo>
                    <a:pt x="675004" y="194086"/>
                  </a:lnTo>
                  <a:lnTo>
                    <a:pt x="696936" y="235148"/>
                  </a:lnTo>
                  <a:lnTo>
                    <a:pt x="716019" y="279127"/>
                  </a:lnTo>
                  <a:lnTo>
                    <a:pt x="732061" y="325755"/>
                  </a:lnTo>
                  <a:lnTo>
                    <a:pt x="744872" y="374764"/>
                  </a:lnTo>
                  <a:lnTo>
                    <a:pt x="754260" y="425886"/>
                  </a:lnTo>
                  <a:lnTo>
                    <a:pt x="760033" y="478854"/>
                  </a:lnTo>
                  <a:lnTo>
                    <a:pt x="762000" y="533400"/>
                  </a:lnTo>
                  <a:lnTo>
                    <a:pt x="760033" y="587945"/>
                  </a:lnTo>
                  <a:lnTo>
                    <a:pt x="754260" y="640913"/>
                  </a:lnTo>
                  <a:lnTo>
                    <a:pt x="744872" y="692035"/>
                  </a:lnTo>
                  <a:lnTo>
                    <a:pt x="732061" y="741044"/>
                  </a:lnTo>
                  <a:lnTo>
                    <a:pt x="716019" y="787672"/>
                  </a:lnTo>
                  <a:lnTo>
                    <a:pt x="696936" y="831651"/>
                  </a:lnTo>
                  <a:lnTo>
                    <a:pt x="675004" y="872713"/>
                  </a:lnTo>
                  <a:lnTo>
                    <a:pt x="650414" y="910590"/>
                  </a:lnTo>
                  <a:lnTo>
                    <a:pt x="623359" y="945013"/>
                  </a:lnTo>
                  <a:lnTo>
                    <a:pt x="594028" y="975717"/>
                  </a:lnTo>
                  <a:lnTo>
                    <a:pt x="562615" y="1002431"/>
                  </a:lnTo>
                  <a:lnTo>
                    <a:pt x="529310" y="1024890"/>
                  </a:lnTo>
                  <a:lnTo>
                    <a:pt x="494304" y="1042823"/>
                  </a:lnTo>
                  <a:lnTo>
                    <a:pt x="457790" y="1055965"/>
                  </a:lnTo>
                  <a:lnTo>
                    <a:pt x="419958" y="1064046"/>
                  </a:lnTo>
                  <a:lnTo>
                    <a:pt x="381000" y="1066800"/>
                  </a:lnTo>
                  <a:lnTo>
                    <a:pt x="342041" y="1064046"/>
                  </a:lnTo>
                  <a:lnTo>
                    <a:pt x="304209" y="1055965"/>
                  </a:lnTo>
                  <a:lnTo>
                    <a:pt x="267695" y="1042823"/>
                  </a:lnTo>
                  <a:lnTo>
                    <a:pt x="232689" y="1024889"/>
                  </a:lnTo>
                  <a:lnTo>
                    <a:pt x="199384" y="1002431"/>
                  </a:lnTo>
                  <a:lnTo>
                    <a:pt x="167971" y="975717"/>
                  </a:lnTo>
                  <a:lnTo>
                    <a:pt x="138640" y="945013"/>
                  </a:lnTo>
                  <a:lnTo>
                    <a:pt x="111585" y="910589"/>
                  </a:lnTo>
                  <a:lnTo>
                    <a:pt x="86995" y="872713"/>
                  </a:lnTo>
                  <a:lnTo>
                    <a:pt x="65063" y="831651"/>
                  </a:lnTo>
                  <a:lnTo>
                    <a:pt x="45980" y="787672"/>
                  </a:lnTo>
                  <a:lnTo>
                    <a:pt x="29938" y="741044"/>
                  </a:lnTo>
                  <a:lnTo>
                    <a:pt x="17127" y="692035"/>
                  </a:lnTo>
                  <a:lnTo>
                    <a:pt x="7739" y="640913"/>
                  </a:lnTo>
                  <a:lnTo>
                    <a:pt x="1966" y="587945"/>
                  </a:lnTo>
                  <a:lnTo>
                    <a:pt x="0" y="5334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4319" y="4066159"/>
            <a:ext cx="18376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NHACUNGCAP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95519" y="3422650"/>
            <a:ext cx="5878830" cy="2771140"/>
            <a:chOff x="1595519" y="3422650"/>
            <a:chExt cx="5878830" cy="277114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519" y="4719719"/>
              <a:ext cx="161760" cy="1617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05599" y="5044439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571500"/>
                  </a:moveTo>
                  <a:lnTo>
                    <a:pt x="1966" y="513073"/>
                  </a:lnTo>
                  <a:lnTo>
                    <a:pt x="7739" y="456333"/>
                  </a:lnTo>
                  <a:lnTo>
                    <a:pt x="17127" y="401566"/>
                  </a:lnTo>
                  <a:lnTo>
                    <a:pt x="29938" y="349061"/>
                  </a:lnTo>
                  <a:lnTo>
                    <a:pt x="45980" y="299104"/>
                  </a:lnTo>
                  <a:lnTo>
                    <a:pt x="65063" y="251984"/>
                  </a:lnTo>
                  <a:lnTo>
                    <a:pt x="86995" y="207987"/>
                  </a:lnTo>
                  <a:lnTo>
                    <a:pt x="111585" y="167401"/>
                  </a:lnTo>
                  <a:lnTo>
                    <a:pt x="138640" y="130514"/>
                  </a:lnTo>
                  <a:lnTo>
                    <a:pt x="167971" y="97612"/>
                  </a:lnTo>
                  <a:lnTo>
                    <a:pt x="199384" y="68984"/>
                  </a:lnTo>
                  <a:lnTo>
                    <a:pt x="232689" y="44916"/>
                  </a:lnTo>
                  <a:lnTo>
                    <a:pt x="267695" y="25696"/>
                  </a:lnTo>
                  <a:lnTo>
                    <a:pt x="304209" y="11612"/>
                  </a:lnTo>
                  <a:lnTo>
                    <a:pt x="342041" y="2950"/>
                  </a:lnTo>
                  <a:lnTo>
                    <a:pt x="381000" y="0"/>
                  </a:lnTo>
                  <a:lnTo>
                    <a:pt x="419958" y="2950"/>
                  </a:lnTo>
                  <a:lnTo>
                    <a:pt x="457790" y="11612"/>
                  </a:lnTo>
                  <a:lnTo>
                    <a:pt x="494304" y="25696"/>
                  </a:lnTo>
                  <a:lnTo>
                    <a:pt x="529310" y="44916"/>
                  </a:lnTo>
                  <a:lnTo>
                    <a:pt x="562615" y="68984"/>
                  </a:lnTo>
                  <a:lnTo>
                    <a:pt x="594028" y="97612"/>
                  </a:lnTo>
                  <a:lnTo>
                    <a:pt x="623359" y="130514"/>
                  </a:lnTo>
                  <a:lnTo>
                    <a:pt x="650414" y="167401"/>
                  </a:lnTo>
                  <a:lnTo>
                    <a:pt x="675004" y="207987"/>
                  </a:lnTo>
                  <a:lnTo>
                    <a:pt x="696936" y="251984"/>
                  </a:lnTo>
                  <a:lnTo>
                    <a:pt x="716019" y="299104"/>
                  </a:lnTo>
                  <a:lnTo>
                    <a:pt x="732061" y="349061"/>
                  </a:lnTo>
                  <a:lnTo>
                    <a:pt x="744872" y="401566"/>
                  </a:lnTo>
                  <a:lnTo>
                    <a:pt x="754260" y="456333"/>
                  </a:lnTo>
                  <a:lnTo>
                    <a:pt x="760033" y="513073"/>
                  </a:lnTo>
                  <a:lnTo>
                    <a:pt x="762000" y="571500"/>
                  </a:lnTo>
                  <a:lnTo>
                    <a:pt x="760033" y="629932"/>
                  </a:lnTo>
                  <a:lnTo>
                    <a:pt x="754260" y="686677"/>
                  </a:lnTo>
                  <a:lnTo>
                    <a:pt x="744872" y="741447"/>
                  </a:lnTo>
                  <a:lnTo>
                    <a:pt x="732061" y="793954"/>
                  </a:lnTo>
                  <a:lnTo>
                    <a:pt x="716019" y="843911"/>
                  </a:lnTo>
                  <a:lnTo>
                    <a:pt x="696936" y="891032"/>
                  </a:lnTo>
                  <a:lnTo>
                    <a:pt x="675004" y="935028"/>
                  </a:lnTo>
                  <a:lnTo>
                    <a:pt x="650414" y="975612"/>
                  </a:lnTo>
                  <a:lnTo>
                    <a:pt x="623359" y="1012497"/>
                  </a:lnTo>
                  <a:lnTo>
                    <a:pt x="594028" y="1045397"/>
                  </a:lnTo>
                  <a:lnTo>
                    <a:pt x="562615" y="1074023"/>
                  </a:lnTo>
                  <a:lnTo>
                    <a:pt x="529310" y="1098089"/>
                  </a:lnTo>
                  <a:lnTo>
                    <a:pt x="494304" y="1117306"/>
                  </a:lnTo>
                  <a:lnTo>
                    <a:pt x="457790" y="1131389"/>
                  </a:lnTo>
                  <a:lnTo>
                    <a:pt x="419958" y="1140049"/>
                  </a:lnTo>
                  <a:lnTo>
                    <a:pt x="381000" y="1143000"/>
                  </a:lnTo>
                  <a:lnTo>
                    <a:pt x="342041" y="1140049"/>
                  </a:lnTo>
                  <a:lnTo>
                    <a:pt x="304209" y="1131389"/>
                  </a:lnTo>
                  <a:lnTo>
                    <a:pt x="267695" y="1117306"/>
                  </a:lnTo>
                  <a:lnTo>
                    <a:pt x="232689" y="1098089"/>
                  </a:lnTo>
                  <a:lnTo>
                    <a:pt x="199384" y="1074023"/>
                  </a:lnTo>
                  <a:lnTo>
                    <a:pt x="167971" y="1045397"/>
                  </a:lnTo>
                  <a:lnTo>
                    <a:pt x="138640" y="1012497"/>
                  </a:lnTo>
                  <a:lnTo>
                    <a:pt x="111585" y="975612"/>
                  </a:lnTo>
                  <a:lnTo>
                    <a:pt x="86995" y="935028"/>
                  </a:lnTo>
                  <a:lnTo>
                    <a:pt x="65063" y="891032"/>
                  </a:lnTo>
                  <a:lnTo>
                    <a:pt x="45980" y="843911"/>
                  </a:lnTo>
                  <a:lnTo>
                    <a:pt x="29938" y="793954"/>
                  </a:lnTo>
                  <a:lnTo>
                    <a:pt x="17127" y="741447"/>
                  </a:lnTo>
                  <a:lnTo>
                    <a:pt x="7739" y="686677"/>
                  </a:lnTo>
                  <a:lnTo>
                    <a:pt x="1966" y="629932"/>
                  </a:lnTo>
                  <a:lnTo>
                    <a:pt x="0" y="5715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5719" y="5573160"/>
              <a:ext cx="161760" cy="1617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05599" y="3429000"/>
              <a:ext cx="762000" cy="1219200"/>
            </a:xfrm>
            <a:custGeom>
              <a:avLst/>
              <a:gdLst/>
              <a:ahLst/>
              <a:cxnLst/>
              <a:rect l="l" t="t" r="r" b="b"/>
              <a:pathLst>
                <a:path w="762000" h="1219200">
                  <a:moveTo>
                    <a:pt x="0" y="609600"/>
                  </a:moveTo>
                  <a:lnTo>
                    <a:pt x="1743" y="550890"/>
                  </a:lnTo>
                  <a:lnTo>
                    <a:pt x="6869" y="493760"/>
                  </a:lnTo>
                  <a:lnTo>
                    <a:pt x="15216" y="438465"/>
                  </a:lnTo>
                  <a:lnTo>
                    <a:pt x="26626" y="385259"/>
                  </a:lnTo>
                  <a:lnTo>
                    <a:pt x="40938" y="334399"/>
                  </a:lnTo>
                  <a:lnTo>
                    <a:pt x="57993" y="286139"/>
                  </a:lnTo>
                  <a:lnTo>
                    <a:pt x="77632" y="240736"/>
                  </a:lnTo>
                  <a:lnTo>
                    <a:pt x="99694" y="198445"/>
                  </a:lnTo>
                  <a:lnTo>
                    <a:pt x="124021" y="159520"/>
                  </a:lnTo>
                  <a:lnTo>
                    <a:pt x="150453" y="124219"/>
                  </a:lnTo>
                  <a:lnTo>
                    <a:pt x="178830" y="92795"/>
                  </a:lnTo>
                  <a:lnTo>
                    <a:pt x="208992" y="65505"/>
                  </a:lnTo>
                  <a:lnTo>
                    <a:pt x="240780" y="42604"/>
                  </a:lnTo>
                  <a:lnTo>
                    <a:pt x="308596" y="10991"/>
                  </a:lnTo>
                  <a:lnTo>
                    <a:pt x="381000" y="0"/>
                  </a:lnTo>
                  <a:lnTo>
                    <a:pt x="417695" y="2790"/>
                  </a:lnTo>
                  <a:lnTo>
                    <a:pt x="487965" y="24348"/>
                  </a:lnTo>
                  <a:lnTo>
                    <a:pt x="553007" y="65505"/>
                  </a:lnTo>
                  <a:lnTo>
                    <a:pt x="583169" y="92795"/>
                  </a:lnTo>
                  <a:lnTo>
                    <a:pt x="611546" y="124219"/>
                  </a:lnTo>
                  <a:lnTo>
                    <a:pt x="637978" y="159520"/>
                  </a:lnTo>
                  <a:lnTo>
                    <a:pt x="662305" y="198445"/>
                  </a:lnTo>
                  <a:lnTo>
                    <a:pt x="684367" y="240736"/>
                  </a:lnTo>
                  <a:lnTo>
                    <a:pt x="704006" y="286139"/>
                  </a:lnTo>
                  <a:lnTo>
                    <a:pt x="721061" y="334399"/>
                  </a:lnTo>
                  <a:lnTo>
                    <a:pt x="735373" y="385259"/>
                  </a:lnTo>
                  <a:lnTo>
                    <a:pt x="746783" y="438465"/>
                  </a:lnTo>
                  <a:lnTo>
                    <a:pt x="755130" y="493760"/>
                  </a:lnTo>
                  <a:lnTo>
                    <a:pt x="760256" y="550890"/>
                  </a:lnTo>
                  <a:lnTo>
                    <a:pt x="762000" y="609600"/>
                  </a:lnTo>
                  <a:lnTo>
                    <a:pt x="760256" y="668309"/>
                  </a:lnTo>
                  <a:lnTo>
                    <a:pt x="755130" y="725439"/>
                  </a:lnTo>
                  <a:lnTo>
                    <a:pt x="746783" y="780734"/>
                  </a:lnTo>
                  <a:lnTo>
                    <a:pt x="735373" y="833940"/>
                  </a:lnTo>
                  <a:lnTo>
                    <a:pt x="721061" y="884800"/>
                  </a:lnTo>
                  <a:lnTo>
                    <a:pt x="704006" y="933060"/>
                  </a:lnTo>
                  <a:lnTo>
                    <a:pt x="684367" y="978463"/>
                  </a:lnTo>
                  <a:lnTo>
                    <a:pt x="662305" y="1020754"/>
                  </a:lnTo>
                  <a:lnTo>
                    <a:pt x="637978" y="1059679"/>
                  </a:lnTo>
                  <a:lnTo>
                    <a:pt x="611546" y="1094980"/>
                  </a:lnTo>
                  <a:lnTo>
                    <a:pt x="583169" y="1126404"/>
                  </a:lnTo>
                  <a:lnTo>
                    <a:pt x="553007" y="1153694"/>
                  </a:lnTo>
                  <a:lnTo>
                    <a:pt x="521219" y="1176595"/>
                  </a:lnTo>
                  <a:lnTo>
                    <a:pt x="453403" y="1208208"/>
                  </a:lnTo>
                  <a:lnTo>
                    <a:pt x="381000" y="1219200"/>
                  </a:lnTo>
                  <a:lnTo>
                    <a:pt x="344304" y="1216409"/>
                  </a:lnTo>
                  <a:lnTo>
                    <a:pt x="274034" y="1194851"/>
                  </a:lnTo>
                  <a:lnTo>
                    <a:pt x="208992" y="1153694"/>
                  </a:lnTo>
                  <a:lnTo>
                    <a:pt x="178830" y="1126404"/>
                  </a:lnTo>
                  <a:lnTo>
                    <a:pt x="150453" y="1094980"/>
                  </a:lnTo>
                  <a:lnTo>
                    <a:pt x="124021" y="1059679"/>
                  </a:lnTo>
                  <a:lnTo>
                    <a:pt x="99694" y="1020754"/>
                  </a:lnTo>
                  <a:lnTo>
                    <a:pt x="77632" y="978463"/>
                  </a:lnTo>
                  <a:lnTo>
                    <a:pt x="57993" y="933060"/>
                  </a:lnTo>
                  <a:lnTo>
                    <a:pt x="40938" y="884800"/>
                  </a:lnTo>
                  <a:lnTo>
                    <a:pt x="26626" y="833940"/>
                  </a:lnTo>
                  <a:lnTo>
                    <a:pt x="15216" y="780734"/>
                  </a:lnTo>
                  <a:lnTo>
                    <a:pt x="6869" y="725439"/>
                  </a:lnTo>
                  <a:lnTo>
                    <a:pt x="1743" y="668309"/>
                  </a:lnTo>
                  <a:lnTo>
                    <a:pt x="0" y="6096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719" y="3729119"/>
              <a:ext cx="161760" cy="1617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98975" y="4000500"/>
              <a:ext cx="830580" cy="1844039"/>
            </a:xfrm>
            <a:custGeom>
              <a:avLst/>
              <a:gdLst/>
              <a:ahLst/>
              <a:cxnLst/>
              <a:rect l="l" t="t" r="r" b="b"/>
              <a:pathLst>
                <a:path w="830579" h="1844039">
                  <a:moveTo>
                    <a:pt x="0" y="922019"/>
                  </a:moveTo>
                  <a:lnTo>
                    <a:pt x="1042" y="856166"/>
                  </a:lnTo>
                  <a:lnTo>
                    <a:pt x="4123" y="791564"/>
                  </a:lnTo>
                  <a:lnTo>
                    <a:pt x="9173" y="728368"/>
                  </a:lnTo>
                  <a:lnTo>
                    <a:pt x="16121" y="666735"/>
                  </a:lnTo>
                  <a:lnTo>
                    <a:pt x="24896" y="606820"/>
                  </a:lnTo>
                  <a:lnTo>
                    <a:pt x="35429" y="548780"/>
                  </a:lnTo>
                  <a:lnTo>
                    <a:pt x="47649" y="492770"/>
                  </a:lnTo>
                  <a:lnTo>
                    <a:pt x="61486" y="438946"/>
                  </a:lnTo>
                  <a:lnTo>
                    <a:pt x="76869" y="387465"/>
                  </a:lnTo>
                  <a:lnTo>
                    <a:pt x="93729" y="338482"/>
                  </a:lnTo>
                  <a:lnTo>
                    <a:pt x="111995" y="292154"/>
                  </a:lnTo>
                  <a:lnTo>
                    <a:pt x="131597" y="248635"/>
                  </a:lnTo>
                  <a:lnTo>
                    <a:pt x="152465" y="208082"/>
                  </a:lnTo>
                  <a:lnTo>
                    <a:pt x="174528" y="170652"/>
                  </a:lnTo>
                  <a:lnTo>
                    <a:pt x="197716" y="136499"/>
                  </a:lnTo>
                  <a:lnTo>
                    <a:pt x="221959" y="105781"/>
                  </a:lnTo>
                  <a:lnTo>
                    <a:pt x="273327" y="55269"/>
                  </a:lnTo>
                  <a:lnTo>
                    <a:pt x="328072" y="20364"/>
                  </a:lnTo>
                  <a:lnTo>
                    <a:pt x="385631" y="2314"/>
                  </a:lnTo>
                  <a:lnTo>
                    <a:pt x="415289" y="0"/>
                  </a:lnTo>
                  <a:lnTo>
                    <a:pt x="444948" y="2314"/>
                  </a:lnTo>
                  <a:lnTo>
                    <a:pt x="502507" y="20364"/>
                  </a:lnTo>
                  <a:lnTo>
                    <a:pt x="557252" y="55269"/>
                  </a:lnTo>
                  <a:lnTo>
                    <a:pt x="608620" y="105781"/>
                  </a:lnTo>
                  <a:lnTo>
                    <a:pt x="632863" y="136499"/>
                  </a:lnTo>
                  <a:lnTo>
                    <a:pt x="656051" y="170652"/>
                  </a:lnTo>
                  <a:lnTo>
                    <a:pt x="678114" y="208082"/>
                  </a:lnTo>
                  <a:lnTo>
                    <a:pt x="698982" y="248635"/>
                  </a:lnTo>
                  <a:lnTo>
                    <a:pt x="718584" y="292154"/>
                  </a:lnTo>
                  <a:lnTo>
                    <a:pt x="736850" y="338482"/>
                  </a:lnTo>
                  <a:lnTo>
                    <a:pt x="753710" y="387465"/>
                  </a:lnTo>
                  <a:lnTo>
                    <a:pt x="769093" y="438946"/>
                  </a:lnTo>
                  <a:lnTo>
                    <a:pt x="782930" y="492770"/>
                  </a:lnTo>
                  <a:lnTo>
                    <a:pt x="795150" y="548780"/>
                  </a:lnTo>
                  <a:lnTo>
                    <a:pt x="805683" y="606820"/>
                  </a:lnTo>
                  <a:lnTo>
                    <a:pt x="814458" y="666735"/>
                  </a:lnTo>
                  <a:lnTo>
                    <a:pt x="821406" y="728368"/>
                  </a:lnTo>
                  <a:lnTo>
                    <a:pt x="826456" y="791564"/>
                  </a:lnTo>
                  <a:lnTo>
                    <a:pt x="829537" y="856166"/>
                  </a:lnTo>
                  <a:lnTo>
                    <a:pt x="830579" y="922019"/>
                  </a:lnTo>
                  <a:lnTo>
                    <a:pt x="829537" y="987873"/>
                  </a:lnTo>
                  <a:lnTo>
                    <a:pt x="826456" y="1052475"/>
                  </a:lnTo>
                  <a:lnTo>
                    <a:pt x="821406" y="1115671"/>
                  </a:lnTo>
                  <a:lnTo>
                    <a:pt x="814458" y="1177304"/>
                  </a:lnTo>
                  <a:lnTo>
                    <a:pt x="805683" y="1237219"/>
                  </a:lnTo>
                  <a:lnTo>
                    <a:pt x="795150" y="1295259"/>
                  </a:lnTo>
                  <a:lnTo>
                    <a:pt x="782930" y="1351269"/>
                  </a:lnTo>
                  <a:lnTo>
                    <a:pt x="769093" y="1405093"/>
                  </a:lnTo>
                  <a:lnTo>
                    <a:pt x="753710" y="1456574"/>
                  </a:lnTo>
                  <a:lnTo>
                    <a:pt x="736850" y="1505557"/>
                  </a:lnTo>
                  <a:lnTo>
                    <a:pt x="718584" y="1551885"/>
                  </a:lnTo>
                  <a:lnTo>
                    <a:pt x="698982" y="1595404"/>
                  </a:lnTo>
                  <a:lnTo>
                    <a:pt x="678114" y="1635957"/>
                  </a:lnTo>
                  <a:lnTo>
                    <a:pt x="656051" y="1673387"/>
                  </a:lnTo>
                  <a:lnTo>
                    <a:pt x="632863" y="1707540"/>
                  </a:lnTo>
                  <a:lnTo>
                    <a:pt x="608620" y="1738258"/>
                  </a:lnTo>
                  <a:lnTo>
                    <a:pt x="557252" y="1788770"/>
                  </a:lnTo>
                  <a:lnTo>
                    <a:pt x="502507" y="1823675"/>
                  </a:lnTo>
                  <a:lnTo>
                    <a:pt x="444948" y="1841725"/>
                  </a:lnTo>
                  <a:lnTo>
                    <a:pt x="415289" y="1844039"/>
                  </a:lnTo>
                  <a:lnTo>
                    <a:pt x="385631" y="1841725"/>
                  </a:lnTo>
                  <a:lnTo>
                    <a:pt x="328072" y="1823675"/>
                  </a:lnTo>
                  <a:lnTo>
                    <a:pt x="273327" y="1788770"/>
                  </a:lnTo>
                  <a:lnTo>
                    <a:pt x="221959" y="1738258"/>
                  </a:lnTo>
                  <a:lnTo>
                    <a:pt x="197716" y="1707540"/>
                  </a:lnTo>
                  <a:lnTo>
                    <a:pt x="174528" y="1673387"/>
                  </a:lnTo>
                  <a:lnTo>
                    <a:pt x="152465" y="1635957"/>
                  </a:lnTo>
                  <a:lnTo>
                    <a:pt x="131597" y="1595404"/>
                  </a:lnTo>
                  <a:lnTo>
                    <a:pt x="111995" y="1551885"/>
                  </a:lnTo>
                  <a:lnTo>
                    <a:pt x="93729" y="1505557"/>
                  </a:lnTo>
                  <a:lnTo>
                    <a:pt x="76869" y="1456574"/>
                  </a:lnTo>
                  <a:lnTo>
                    <a:pt x="61486" y="1405093"/>
                  </a:lnTo>
                  <a:lnTo>
                    <a:pt x="47649" y="1351269"/>
                  </a:lnTo>
                  <a:lnTo>
                    <a:pt x="35429" y="1295259"/>
                  </a:lnTo>
                  <a:lnTo>
                    <a:pt x="24896" y="1237219"/>
                  </a:lnTo>
                  <a:lnTo>
                    <a:pt x="16121" y="1177304"/>
                  </a:lnTo>
                  <a:lnTo>
                    <a:pt x="9173" y="1115671"/>
                  </a:lnTo>
                  <a:lnTo>
                    <a:pt x="4123" y="1052475"/>
                  </a:lnTo>
                  <a:lnTo>
                    <a:pt x="1042" y="987873"/>
                  </a:lnTo>
                  <a:lnTo>
                    <a:pt x="0" y="922019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47609" y="5377688"/>
            <a:ext cx="822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Arial"/>
                <a:cs typeface="Arial"/>
              </a:rPr>
              <a:t>VATTU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47609" y="3821684"/>
            <a:ext cx="748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DUAN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65550" y="5857443"/>
            <a:ext cx="1300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CUNGCAP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38720" y="4262520"/>
            <a:ext cx="161925" cy="161925"/>
            <a:chOff x="4338720" y="4262520"/>
            <a:chExt cx="161925" cy="161925"/>
          </a:xfrm>
        </p:grpSpPr>
        <p:sp>
          <p:nvSpPr>
            <p:cNvPr id="25" name="object 25"/>
            <p:cNvSpPr/>
            <p:nvPr/>
          </p:nvSpPr>
          <p:spPr>
            <a:xfrm>
              <a:off x="4343400" y="426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43400" y="4267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338720" y="5405520"/>
            <a:ext cx="161925" cy="161925"/>
            <a:chOff x="4338720" y="5405520"/>
            <a:chExt cx="161925" cy="161925"/>
          </a:xfrm>
        </p:grpSpPr>
        <p:sp>
          <p:nvSpPr>
            <p:cNvPr id="28" name="object 28"/>
            <p:cNvSpPr/>
            <p:nvPr/>
          </p:nvSpPr>
          <p:spPr>
            <a:xfrm>
              <a:off x="4343400" y="5410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43400" y="54102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595519" y="3576720"/>
            <a:ext cx="5738495" cy="2295525"/>
            <a:chOff x="1595519" y="3576720"/>
            <a:chExt cx="5738495" cy="229552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719" y="4262520"/>
              <a:ext cx="161760" cy="16176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43399" y="48768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43399" y="4338828"/>
              <a:ext cx="2743200" cy="1300480"/>
            </a:xfrm>
            <a:custGeom>
              <a:avLst/>
              <a:gdLst/>
              <a:ahLst/>
              <a:cxnLst/>
              <a:rect l="l" t="t" r="r" b="b"/>
              <a:pathLst>
                <a:path w="2743200" h="1300479">
                  <a:moveTo>
                    <a:pt x="0" y="690372"/>
                  </a:moveTo>
                  <a:lnTo>
                    <a:pt x="152400" y="690372"/>
                  </a:lnTo>
                  <a:lnTo>
                    <a:pt x="152400" y="537972"/>
                  </a:lnTo>
                  <a:lnTo>
                    <a:pt x="0" y="537972"/>
                  </a:lnTo>
                  <a:lnTo>
                    <a:pt x="0" y="690372"/>
                  </a:lnTo>
                  <a:close/>
                </a:path>
                <a:path w="2743200" h="1300479">
                  <a:moveTo>
                    <a:pt x="76200" y="618744"/>
                  </a:moveTo>
                  <a:lnTo>
                    <a:pt x="2743200" y="0"/>
                  </a:lnTo>
                </a:path>
                <a:path w="2743200" h="1300479">
                  <a:moveTo>
                    <a:pt x="76200" y="614172"/>
                  </a:moveTo>
                  <a:lnTo>
                    <a:pt x="2743200" y="129997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5519" y="5176920"/>
              <a:ext cx="161760" cy="1617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76399" y="4948428"/>
              <a:ext cx="2743200" cy="314325"/>
            </a:xfrm>
            <a:custGeom>
              <a:avLst/>
              <a:gdLst/>
              <a:ahLst/>
              <a:cxnLst/>
              <a:rect l="l" t="t" r="r" b="b"/>
              <a:pathLst>
                <a:path w="2743200" h="314325">
                  <a:moveTo>
                    <a:pt x="0" y="313944"/>
                  </a:moveTo>
                  <a:lnTo>
                    <a:pt x="274320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7999" y="3581400"/>
              <a:ext cx="471170" cy="2286000"/>
            </a:xfrm>
            <a:custGeom>
              <a:avLst/>
              <a:gdLst/>
              <a:ahLst/>
              <a:cxnLst/>
              <a:rect l="l" t="t" r="r" b="b"/>
              <a:pathLst>
                <a:path w="471170" h="22860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  <a:path w="471170" h="2286000">
                  <a:moveTo>
                    <a:pt x="0" y="2057400"/>
                  </a:moveTo>
                  <a:lnTo>
                    <a:pt x="4644" y="2011333"/>
                  </a:lnTo>
                  <a:lnTo>
                    <a:pt x="17966" y="1968424"/>
                  </a:lnTo>
                  <a:lnTo>
                    <a:pt x="39045" y="1929593"/>
                  </a:lnTo>
                  <a:lnTo>
                    <a:pt x="66960" y="1895760"/>
                  </a:lnTo>
                  <a:lnTo>
                    <a:pt x="100793" y="1867845"/>
                  </a:lnTo>
                  <a:lnTo>
                    <a:pt x="139624" y="1846766"/>
                  </a:lnTo>
                  <a:lnTo>
                    <a:pt x="182533" y="1833444"/>
                  </a:lnTo>
                  <a:lnTo>
                    <a:pt x="228600" y="1828800"/>
                  </a:lnTo>
                  <a:lnTo>
                    <a:pt x="274666" y="1833444"/>
                  </a:lnTo>
                  <a:lnTo>
                    <a:pt x="317575" y="1846766"/>
                  </a:lnTo>
                  <a:lnTo>
                    <a:pt x="356406" y="1867845"/>
                  </a:lnTo>
                  <a:lnTo>
                    <a:pt x="390239" y="1895760"/>
                  </a:lnTo>
                  <a:lnTo>
                    <a:pt x="418154" y="1929593"/>
                  </a:lnTo>
                  <a:lnTo>
                    <a:pt x="439233" y="1968424"/>
                  </a:lnTo>
                  <a:lnTo>
                    <a:pt x="452555" y="2011333"/>
                  </a:lnTo>
                  <a:lnTo>
                    <a:pt x="457200" y="2057400"/>
                  </a:lnTo>
                  <a:lnTo>
                    <a:pt x="452555" y="2103470"/>
                  </a:lnTo>
                  <a:lnTo>
                    <a:pt x="439233" y="2146380"/>
                  </a:lnTo>
                  <a:lnTo>
                    <a:pt x="418154" y="2185211"/>
                  </a:lnTo>
                  <a:lnTo>
                    <a:pt x="390239" y="2219044"/>
                  </a:lnTo>
                  <a:lnTo>
                    <a:pt x="356406" y="2246958"/>
                  </a:lnTo>
                  <a:lnTo>
                    <a:pt x="317575" y="2268035"/>
                  </a:lnTo>
                  <a:lnTo>
                    <a:pt x="274666" y="2281355"/>
                  </a:lnTo>
                  <a:lnTo>
                    <a:pt x="228600" y="2286000"/>
                  </a:lnTo>
                  <a:lnTo>
                    <a:pt x="182533" y="2281355"/>
                  </a:lnTo>
                  <a:lnTo>
                    <a:pt x="139624" y="2268035"/>
                  </a:lnTo>
                  <a:lnTo>
                    <a:pt x="100793" y="2246958"/>
                  </a:lnTo>
                  <a:lnTo>
                    <a:pt x="66960" y="2219044"/>
                  </a:lnTo>
                  <a:lnTo>
                    <a:pt x="39045" y="2185211"/>
                  </a:lnTo>
                  <a:lnTo>
                    <a:pt x="17966" y="2146380"/>
                  </a:lnTo>
                  <a:lnTo>
                    <a:pt x="4644" y="2103470"/>
                  </a:lnTo>
                  <a:lnTo>
                    <a:pt x="0" y="2057400"/>
                  </a:lnTo>
                  <a:close/>
                </a:path>
                <a:path w="471170" h="2286000">
                  <a:moveTo>
                    <a:pt x="13716" y="762000"/>
                  </a:moveTo>
                  <a:lnTo>
                    <a:pt x="18360" y="715933"/>
                  </a:lnTo>
                  <a:lnTo>
                    <a:pt x="31682" y="673024"/>
                  </a:lnTo>
                  <a:lnTo>
                    <a:pt x="52761" y="634193"/>
                  </a:lnTo>
                  <a:lnTo>
                    <a:pt x="80676" y="600360"/>
                  </a:lnTo>
                  <a:lnTo>
                    <a:pt x="114509" y="572445"/>
                  </a:lnTo>
                  <a:lnTo>
                    <a:pt x="153340" y="551366"/>
                  </a:lnTo>
                  <a:lnTo>
                    <a:pt x="196249" y="538044"/>
                  </a:lnTo>
                  <a:lnTo>
                    <a:pt x="242316" y="533400"/>
                  </a:lnTo>
                  <a:lnTo>
                    <a:pt x="288382" y="538044"/>
                  </a:lnTo>
                  <a:lnTo>
                    <a:pt x="331291" y="551366"/>
                  </a:lnTo>
                  <a:lnTo>
                    <a:pt x="370122" y="572445"/>
                  </a:lnTo>
                  <a:lnTo>
                    <a:pt x="403955" y="600360"/>
                  </a:lnTo>
                  <a:lnTo>
                    <a:pt x="431870" y="634193"/>
                  </a:lnTo>
                  <a:lnTo>
                    <a:pt x="452949" y="673024"/>
                  </a:lnTo>
                  <a:lnTo>
                    <a:pt x="466271" y="715933"/>
                  </a:lnTo>
                  <a:lnTo>
                    <a:pt x="470916" y="762000"/>
                  </a:lnTo>
                  <a:lnTo>
                    <a:pt x="466271" y="808066"/>
                  </a:lnTo>
                  <a:lnTo>
                    <a:pt x="452949" y="850975"/>
                  </a:lnTo>
                  <a:lnTo>
                    <a:pt x="431870" y="889806"/>
                  </a:lnTo>
                  <a:lnTo>
                    <a:pt x="403955" y="923639"/>
                  </a:lnTo>
                  <a:lnTo>
                    <a:pt x="370122" y="951554"/>
                  </a:lnTo>
                  <a:lnTo>
                    <a:pt x="331291" y="972633"/>
                  </a:lnTo>
                  <a:lnTo>
                    <a:pt x="288382" y="985955"/>
                  </a:lnTo>
                  <a:lnTo>
                    <a:pt x="242316" y="990600"/>
                  </a:lnTo>
                  <a:lnTo>
                    <a:pt x="196249" y="985955"/>
                  </a:lnTo>
                  <a:lnTo>
                    <a:pt x="153340" y="972633"/>
                  </a:lnTo>
                  <a:lnTo>
                    <a:pt x="114509" y="951554"/>
                  </a:lnTo>
                  <a:lnTo>
                    <a:pt x="80676" y="923639"/>
                  </a:lnTo>
                  <a:lnTo>
                    <a:pt x="52761" y="889806"/>
                  </a:lnTo>
                  <a:lnTo>
                    <a:pt x="31682" y="850975"/>
                  </a:lnTo>
                  <a:lnTo>
                    <a:pt x="18360" y="808066"/>
                  </a:lnTo>
                  <a:lnTo>
                    <a:pt x="13716" y="7620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76399" y="4338828"/>
              <a:ext cx="5410200" cy="1300480"/>
            </a:xfrm>
            <a:custGeom>
              <a:avLst/>
              <a:gdLst/>
              <a:ahLst/>
              <a:cxnLst/>
              <a:rect l="l" t="t" r="r" b="b"/>
              <a:pathLst>
                <a:path w="5410200" h="1300479">
                  <a:moveTo>
                    <a:pt x="2743200" y="1152144"/>
                  </a:moveTo>
                  <a:lnTo>
                    <a:pt x="5410200" y="0"/>
                  </a:lnTo>
                </a:path>
                <a:path w="5410200" h="1300479">
                  <a:moveTo>
                    <a:pt x="2743200" y="1147572"/>
                  </a:moveTo>
                  <a:lnTo>
                    <a:pt x="5410200" y="1299972"/>
                  </a:lnTo>
                </a:path>
                <a:path w="5410200" h="1300479">
                  <a:moveTo>
                    <a:pt x="0" y="461772"/>
                  </a:moveTo>
                  <a:lnTo>
                    <a:pt x="2743200" y="114757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90999" y="5257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3" y="317580"/>
                  </a:lnTo>
                  <a:lnTo>
                    <a:pt x="418154" y="356411"/>
                  </a:lnTo>
                  <a:lnTo>
                    <a:pt x="390239" y="390244"/>
                  </a:lnTo>
                  <a:lnTo>
                    <a:pt x="356406" y="418158"/>
                  </a:lnTo>
                  <a:lnTo>
                    <a:pt x="317575" y="439235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5"/>
                  </a:lnTo>
                  <a:lnTo>
                    <a:pt x="100793" y="418158"/>
                  </a:lnTo>
                  <a:lnTo>
                    <a:pt x="66960" y="390244"/>
                  </a:lnTo>
                  <a:lnTo>
                    <a:pt x="39045" y="356411"/>
                  </a:lnTo>
                  <a:lnTo>
                    <a:pt x="17966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936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585209" y="163042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79641" y="1630425"/>
            <a:ext cx="1943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M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01590" y="2361056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7BD67861-B9EE-B745-8288-DC64578509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kết</a:t>
            </a:r>
            <a:r>
              <a:rPr spc="-65" dirty="0"/>
              <a:t> </a:t>
            </a:r>
            <a:r>
              <a:rPr dirty="0"/>
              <a:t>tam</a:t>
            </a:r>
            <a:r>
              <a:rPr spc="-60" dirty="0"/>
              <a:t> </a:t>
            </a:r>
            <a:r>
              <a:rPr spc="-20" dirty="0"/>
              <a:t>phân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4483" y="3432047"/>
            <a:ext cx="180467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NHACUNGCAP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2171" y="3429000"/>
            <a:ext cx="82804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latin typeface="Arial"/>
                <a:cs typeface="Arial"/>
              </a:rPr>
              <a:t>DUAN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7428" y="5376671"/>
            <a:ext cx="932815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VATTU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39617" y="3246882"/>
            <a:ext cx="1019810" cy="737870"/>
          </a:xfrm>
          <a:custGeom>
            <a:avLst/>
            <a:gdLst/>
            <a:ahLst/>
            <a:cxnLst/>
            <a:rect l="l" t="t" r="r" b="b"/>
            <a:pathLst>
              <a:path w="1019810" h="737870">
                <a:moveTo>
                  <a:pt x="0" y="368807"/>
                </a:moveTo>
                <a:lnTo>
                  <a:pt x="509778" y="0"/>
                </a:lnTo>
                <a:lnTo>
                  <a:pt x="1019556" y="368807"/>
                </a:lnTo>
                <a:lnTo>
                  <a:pt x="509778" y="737615"/>
                </a:lnTo>
                <a:lnTo>
                  <a:pt x="0" y="368807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71469" y="3459302"/>
            <a:ext cx="354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CC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8900" y="3613403"/>
            <a:ext cx="409575" cy="1905"/>
          </a:xfrm>
          <a:custGeom>
            <a:avLst/>
            <a:gdLst/>
            <a:ahLst/>
            <a:cxnLst/>
            <a:rect l="l" t="t" r="r" b="b"/>
            <a:pathLst>
              <a:path w="409575" h="1904">
                <a:moveTo>
                  <a:pt x="0" y="1651"/>
                </a:moveTo>
                <a:lnTo>
                  <a:pt x="40957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503390" y="3799302"/>
            <a:ext cx="1033780" cy="1582420"/>
            <a:chOff x="4503390" y="3799302"/>
            <a:chExt cx="1033780" cy="1582420"/>
          </a:xfrm>
        </p:grpSpPr>
        <p:sp>
          <p:nvSpPr>
            <p:cNvPr id="10" name="object 10"/>
            <p:cNvSpPr/>
            <p:nvPr/>
          </p:nvSpPr>
          <p:spPr>
            <a:xfrm>
              <a:off x="5020056" y="4998720"/>
              <a:ext cx="15875" cy="377825"/>
            </a:xfrm>
            <a:custGeom>
              <a:avLst/>
              <a:gdLst/>
              <a:ahLst/>
              <a:cxnLst/>
              <a:rect l="l" t="t" r="r" b="b"/>
              <a:pathLst>
                <a:path w="15875" h="377825">
                  <a:moveTo>
                    <a:pt x="0" y="0"/>
                  </a:moveTo>
                  <a:lnTo>
                    <a:pt x="15875" y="37782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2470" y="3818382"/>
              <a:ext cx="995680" cy="1183005"/>
            </a:xfrm>
            <a:custGeom>
              <a:avLst/>
              <a:gdLst/>
              <a:ahLst/>
              <a:cxnLst/>
              <a:rect l="l" t="t" r="r" b="b"/>
              <a:pathLst>
                <a:path w="995679" h="1183004">
                  <a:moveTo>
                    <a:pt x="0" y="814578"/>
                  </a:moveTo>
                  <a:lnTo>
                    <a:pt x="497585" y="446532"/>
                  </a:lnTo>
                  <a:lnTo>
                    <a:pt x="995171" y="814578"/>
                  </a:lnTo>
                  <a:lnTo>
                    <a:pt x="497585" y="1182624"/>
                  </a:lnTo>
                  <a:lnTo>
                    <a:pt x="0" y="814578"/>
                  </a:lnTo>
                  <a:close/>
                </a:path>
                <a:path w="995679" h="1183004">
                  <a:moveTo>
                    <a:pt x="507491" y="473964"/>
                  </a:moveTo>
                  <a:lnTo>
                    <a:pt x="509015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63973" y="3429761"/>
            <a:ext cx="1321435" cy="368935"/>
          </a:xfrm>
          <a:prstGeom prst="rect">
            <a:avLst/>
          </a:prstGeom>
          <a:ln w="38159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CUNGCAP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03797" y="3246882"/>
            <a:ext cx="1018540" cy="737870"/>
          </a:xfrm>
          <a:custGeom>
            <a:avLst/>
            <a:gdLst/>
            <a:ahLst/>
            <a:cxnLst/>
            <a:rect l="l" t="t" r="r" b="b"/>
            <a:pathLst>
              <a:path w="1018540" h="737870">
                <a:moveTo>
                  <a:pt x="0" y="368807"/>
                </a:moveTo>
                <a:lnTo>
                  <a:pt x="509016" y="0"/>
                </a:lnTo>
                <a:lnTo>
                  <a:pt x="1018031" y="368807"/>
                </a:lnTo>
                <a:lnTo>
                  <a:pt x="509016" y="737615"/>
                </a:lnTo>
                <a:lnTo>
                  <a:pt x="0" y="368807"/>
                </a:lnTo>
                <a:close/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36029" y="3459302"/>
            <a:ext cx="354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CD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9009" y="3994480"/>
            <a:ext cx="411480" cy="1260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latin typeface="Arial"/>
                <a:cs typeface="Arial"/>
              </a:rPr>
              <a:t>CV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83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56126" y="3617214"/>
            <a:ext cx="288290" cy="1905"/>
          </a:xfrm>
          <a:custGeom>
            <a:avLst/>
            <a:gdLst/>
            <a:ahLst/>
            <a:cxnLst/>
            <a:rect l="l" t="t" r="r" b="b"/>
            <a:pathLst>
              <a:path w="288289" h="1904">
                <a:moveTo>
                  <a:pt x="0" y="0"/>
                </a:moveTo>
                <a:lnTo>
                  <a:pt x="288036" y="1524"/>
                </a:lnTo>
              </a:path>
            </a:pathLst>
          </a:custGeom>
          <a:ln w="38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682966" y="3596610"/>
            <a:ext cx="1793875" cy="40005"/>
            <a:chOff x="5682966" y="3596610"/>
            <a:chExt cx="1793875" cy="40005"/>
          </a:xfrm>
        </p:grpSpPr>
        <p:sp>
          <p:nvSpPr>
            <p:cNvPr id="18" name="object 18"/>
            <p:cNvSpPr/>
            <p:nvPr/>
          </p:nvSpPr>
          <p:spPr>
            <a:xfrm>
              <a:off x="7021068" y="3613404"/>
              <a:ext cx="450850" cy="1905"/>
            </a:xfrm>
            <a:custGeom>
              <a:avLst/>
              <a:gdLst/>
              <a:ahLst/>
              <a:cxnLst/>
              <a:rect l="l" t="t" r="r" b="b"/>
              <a:pathLst>
                <a:path w="450850" h="1904">
                  <a:moveTo>
                    <a:pt x="0" y="1651"/>
                  </a:moveTo>
                  <a:lnTo>
                    <a:pt x="450850" y="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02046" y="3615690"/>
              <a:ext cx="302260" cy="1905"/>
            </a:xfrm>
            <a:custGeom>
              <a:avLst/>
              <a:gdLst/>
              <a:ahLst/>
              <a:cxnLst/>
              <a:rect l="l" t="t" r="r" b="b"/>
              <a:pathLst>
                <a:path w="302260" h="1904">
                  <a:moveTo>
                    <a:pt x="0" y="0"/>
                  </a:moveTo>
                  <a:lnTo>
                    <a:pt x="301751" y="1524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4300728" y="2636520"/>
            <a:ext cx="1443355" cy="524510"/>
          </a:xfrm>
          <a:custGeom>
            <a:avLst/>
            <a:gdLst/>
            <a:ahLst/>
            <a:cxnLst/>
            <a:rect l="l" t="t" r="r" b="b"/>
            <a:pathLst>
              <a:path w="1443354" h="524510">
                <a:moveTo>
                  <a:pt x="0" y="262127"/>
                </a:moveTo>
                <a:lnTo>
                  <a:pt x="13012" y="212314"/>
                </a:lnTo>
                <a:lnTo>
                  <a:pt x="50435" y="165657"/>
                </a:lnTo>
                <a:lnTo>
                  <a:pt x="109850" y="123036"/>
                </a:lnTo>
                <a:lnTo>
                  <a:pt x="147049" y="103512"/>
                </a:lnTo>
                <a:lnTo>
                  <a:pt x="188838" y="85327"/>
                </a:lnTo>
                <a:lnTo>
                  <a:pt x="234915" y="68590"/>
                </a:lnTo>
                <a:lnTo>
                  <a:pt x="284978" y="53411"/>
                </a:lnTo>
                <a:lnTo>
                  <a:pt x="338724" y="39900"/>
                </a:lnTo>
                <a:lnTo>
                  <a:pt x="395851" y="28165"/>
                </a:lnTo>
                <a:lnTo>
                  <a:pt x="456057" y="18319"/>
                </a:lnTo>
                <a:lnTo>
                  <a:pt x="519038" y="10469"/>
                </a:lnTo>
                <a:lnTo>
                  <a:pt x="584493" y="4726"/>
                </a:lnTo>
                <a:lnTo>
                  <a:pt x="652119" y="1199"/>
                </a:lnTo>
                <a:lnTo>
                  <a:pt x="721613" y="0"/>
                </a:lnTo>
                <a:lnTo>
                  <a:pt x="791108" y="1199"/>
                </a:lnTo>
                <a:lnTo>
                  <a:pt x="858734" y="4726"/>
                </a:lnTo>
                <a:lnTo>
                  <a:pt x="924189" y="10469"/>
                </a:lnTo>
                <a:lnTo>
                  <a:pt x="987170" y="18319"/>
                </a:lnTo>
                <a:lnTo>
                  <a:pt x="1047376" y="28165"/>
                </a:lnTo>
                <a:lnTo>
                  <a:pt x="1104503" y="39900"/>
                </a:lnTo>
                <a:lnTo>
                  <a:pt x="1158249" y="53411"/>
                </a:lnTo>
                <a:lnTo>
                  <a:pt x="1208312" y="68590"/>
                </a:lnTo>
                <a:lnTo>
                  <a:pt x="1254389" y="85327"/>
                </a:lnTo>
                <a:lnTo>
                  <a:pt x="1296178" y="103512"/>
                </a:lnTo>
                <a:lnTo>
                  <a:pt x="1333377" y="123036"/>
                </a:lnTo>
                <a:lnTo>
                  <a:pt x="1365682" y="143787"/>
                </a:lnTo>
                <a:lnTo>
                  <a:pt x="1414404" y="188536"/>
                </a:lnTo>
                <a:lnTo>
                  <a:pt x="1439924" y="236881"/>
                </a:lnTo>
                <a:lnTo>
                  <a:pt x="1443227" y="262127"/>
                </a:lnTo>
                <a:lnTo>
                  <a:pt x="1439924" y="287374"/>
                </a:lnTo>
                <a:lnTo>
                  <a:pt x="1414404" y="335719"/>
                </a:lnTo>
                <a:lnTo>
                  <a:pt x="1365682" y="380468"/>
                </a:lnTo>
                <a:lnTo>
                  <a:pt x="1333377" y="401219"/>
                </a:lnTo>
                <a:lnTo>
                  <a:pt x="1296178" y="420743"/>
                </a:lnTo>
                <a:lnTo>
                  <a:pt x="1254389" y="438928"/>
                </a:lnTo>
                <a:lnTo>
                  <a:pt x="1208312" y="455665"/>
                </a:lnTo>
                <a:lnTo>
                  <a:pt x="1158249" y="470844"/>
                </a:lnTo>
                <a:lnTo>
                  <a:pt x="1104503" y="484355"/>
                </a:lnTo>
                <a:lnTo>
                  <a:pt x="1047376" y="496090"/>
                </a:lnTo>
                <a:lnTo>
                  <a:pt x="987170" y="505936"/>
                </a:lnTo>
                <a:lnTo>
                  <a:pt x="924189" y="513786"/>
                </a:lnTo>
                <a:lnTo>
                  <a:pt x="858734" y="519529"/>
                </a:lnTo>
                <a:lnTo>
                  <a:pt x="791108" y="523056"/>
                </a:lnTo>
                <a:lnTo>
                  <a:pt x="721613" y="524255"/>
                </a:lnTo>
                <a:lnTo>
                  <a:pt x="652119" y="523056"/>
                </a:lnTo>
                <a:lnTo>
                  <a:pt x="584493" y="519529"/>
                </a:lnTo>
                <a:lnTo>
                  <a:pt x="519038" y="513786"/>
                </a:lnTo>
                <a:lnTo>
                  <a:pt x="456057" y="505936"/>
                </a:lnTo>
                <a:lnTo>
                  <a:pt x="395851" y="496090"/>
                </a:lnTo>
                <a:lnTo>
                  <a:pt x="338724" y="484355"/>
                </a:lnTo>
                <a:lnTo>
                  <a:pt x="284978" y="470844"/>
                </a:lnTo>
                <a:lnTo>
                  <a:pt x="234915" y="455665"/>
                </a:lnTo>
                <a:lnTo>
                  <a:pt x="188838" y="438928"/>
                </a:lnTo>
                <a:lnTo>
                  <a:pt x="147049" y="420743"/>
                </a:lnTo>
                <a:lnTo>
                  <a:pt x="109850" y="401219"/>
                </a:lnTo>
                <a:lnTo>
                  <a:pt x="77545" y="380468"/>
                </a:lnTo>
                <a:lnTo>
                  <a:pt x="28823" y="335719"/>
                </a:lnTo>
                <a:lnTo>
                  <a:pt x="3303" y="287374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5815" y="1017067"/>
            <a:ext cx="8136255" cy="20262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Biểu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phân.</a:t>
            </a:r>
            <a:endParaRPr sz="24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Xuất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chuyển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đổi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tương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nào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đầu.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Arial"/>
              <a:cs typeface="Arial"/>
            </a:endParaRPr>
          </a:p>
          <a:p>
            <a:pPr marL="1298575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Soluong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021579" y="3159251"/>
            <a:ext cx="3175" cy="269875"/>
          </a:xfrm>
          <a:custGeom>
            <a:avLst/>
            <a:gdLst/>
            <a:ahLst/>
            <a:cxnLst/>
            <a:rect l="l" t="t" r="r" b="b"/>
            <a:pathLst>
              <a:path w="3175" h="269875">
                <a:moveTo>
                  <a:pt x="0" y="0"/>
                </a:moveTo>
                <a:lnTo>
                  <a:pt x="3175" y="26987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23210" y="330898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8918" y="330898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58209" y="3308985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7664" y="3308985"/>
            <a:ext cx="172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C0A907B-4B8D-91EA-4332-D8CFBFBC3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60" dirty="0"/>
              <a:t> </a:t>
            </a:r>
            <a:r>
              <a:rPr dirty="0"/>
              <a:t>vấn</a:t>
            </a:r>
            <a:r>
              <a:rPr spc="-50" dirty="0"/>
              <a:t> </a:t>
            </a:r>
            <a:r>
              <a:rPr dirty="0"/>
              <a:t>đề</a:t>
            </a:r>
            <a:r>
              <a:rPr spc="-60" dirty="0"/>
              <a:t> </a:t>
            </a:r>
            <a:r>
              <a:rPr dirty="0"/>
              <a:t>về</a:t>
            </a:r>
            <a:r>
              <a:rPr spc="-60" dirty="0"/>
              <a:t> </a:t>
            </a:r>
            <a:r>
              <a:rPr dirty="0"/>
              <a:t>thiết</a:t>
            </a:r>
            <a:r>
              <a:rPr spc="-50" dirty="0"/>
              <a:t> </a:t>
            </a:r>
            <a:r>
              <a:rPr spc="-25" dirty="0"/>
              <a:t>kế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6994"/>
            <a:ext cx="7673975" cy="47288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41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nguyên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tắc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7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Khảo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kỹ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nghiệp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vụ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dụng.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Giao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tiếp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người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dùng.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Sử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thuật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ngữ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thế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giới</a:t>
            </a:r>
            <a:r>
              <a:rPr sz="2000" spc="-10" dirty="0">
                <a:latin typeface="Arial"/>
                <a:cs typeface="Arial"/>
              </a:rPr>
              <a:t> thực.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Chính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giản,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dễ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hiểu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trùng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lắp.</a:t>
            </a:r>
            <a:endParaRPr sz="2000">
              <a:latin typeface="Arial"/>
              <a:cs typeface="Arial"/>
            </a:endParaRPr>
          </a:p>
          <a:p>
            <a:pPr marL="351155" indent="-338455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351155" algn="l"/>
              </a:tabLst>
            </a:pPr>
            <a:r>
              <a:rPr sz="2400" dirty="0">
                <a:latin typeface="Arial"/>
                <a:cs typeface="Arial"/>
              </a:rPr>
              <a:t>Phương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cận</a:t>
            </a:r>
            <a:endParaRPr sz="2400">
              <a:latin typeface="Arial"/>
              <a:cs typeface="Arial"/>
            </a:endParaRPr>
          </a:p>
          <a:p>
            <a:pPr marL="281305" marR="1586865" lvl="1" indent="-281305" algn="r">
              <a:lnSpc>
                <a:spcPct val="100000"/>
              </a:lnSpc>
              <a:spcBef>
                <a:spcPts val="270"/>
              </a:spcBef>
              <a:buChar char="•"/>
              <a:tabLst>
                <a:tab pos="281305" algn="l"/>
              </a:tabLst>
            </a:pPr>
            <a:r>
              <a:rPr sz="2000" dirty="0">
                <a:latin typeface="Arial"/>
                <a:cs typeface="Arial"/>
              </a:rPr>
              <a:t>Nhận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cơ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đồ</a:t>
            </a:r>
            <a:endParaRPr sz="2000">
              <a:latin typeface="Arial"/>
              <a:cs typeface="Arial"/>
            </a:endParaRPr>
          </a:p>
          <a:p>
            <a:pPr marL="227965" marR="1532255" lvl="2" indent="-227965" algn="r">
              <a:lnSpc>
                <a:spcPct val="100000"/>
              </a:lnSpc>
              <a:spcBef>
                <a:spcPts val="300"/>
              </a:spcBef>
              <a:buChar char="-"/>
              <a:tabLst>
                <a:tab pos="227965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tính.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8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khóa,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tỉ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lệ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lực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gia.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0" dirty="0">
                <a:latin typeface="Arial"/>
                <a:cs typeface="Arial"/>
              </a:rPr>
              <a:t> yếu.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chuyên biệt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hóa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tổng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quát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hóa.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2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pháp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tiếp</a:t>
            </a:r>
            <a:r>
              <a:rPr sz="2000" spc="-25" dirty="0">
                <a:latin typeface="Arial"/>
                <a:cs typeface="Arial"/>
              </a:rPr>
              <a:t> cận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trực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tổng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thể.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9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Thiết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tổng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tích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FE1F1-F358-2297-7548-245B4F18AD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60" dirty="0"/>
              <a:t> </a:t>
            </a:r>
            <a:r>
              <a:rPr dirty="0"/>
              <a:t>vấn</a:t>
            </a:r>
            <a:r>
              <a:rPr spc="-50" dirty="0"/>
              <a:t> </a:t>
            </a:r>
            <a:r>
              <a:rPr dirty="0"/>
              <a:t>đề</a:t>
            </a:r>
            <a:r>
              <a:rPr spc="-60" dirty="0"/>
              <a:t> </a:t>
            </a:r>
            <a:r>
              <a:rPr dirty="0"/>
              <a:t>về</a:t>
            </a:r>
            <a:r>
              <a:rPr spc="-60" dirty="0"/>
              <a:t> </a:t>
            </a:r>
            <a:r>
              <a:rPr dirty="0"/>
              <a:t>thiết</a:t>
            </a:r>
            <a:r>
              <a:rPr spc="-50" dirty="0"/>
              <a:t> </a:t>
            </a:r>
            <a:r>
              <a:rPr spc="-25" dirty="0"/>
              <a:t>kế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4664075" cy="9874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1155" algn="l"/>
              </a:tabLst>
            </a:pPr>
            <a:r>
              <a:rPr sz="2800" dirty="0">
                <a:latin typeface="Arial"/>
                <a:cs typeface="Arial"/>
              </a:rPr>
              <a:t>Tinh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chỉnh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đồ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Kiểu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320" y="4172265"/>
            <a:ext cx="5376545" cy="17945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705"/>
              </a:spcBef>
              <a:buChar char="•"/>
              <a:tabLst>
                <a:tab pos="294005" algn="l"/>
              </a:tabLst>
            </a:pPr>
            <a:r>
              <a:rPr sz="2400" dirty="0">
                <a:latin typeface="Arial"/>
                <a:cs typeface="Arial"/>
              </a:rPr>
              <a:t>Kiểu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00"/>
              </a:spcBef>
              <a:buChar char="•"/>
              <a:tabLst>
                <a:tab pos="294005" algn="l"/>
              </a:tabLst>
            </a:pPr>
            <a:r>
              <a:rPr sz="2400" dirty="0">
                <a:latin typeface="Arial"/>
                <a:cs typeface="Arial"/>
              </a:rPr>
              <a:t>Sắp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xếp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00"/>
              </a:spcBef>
              <a:buChar char="•"/>
              <a:tabLst>
                <a:tab pos="294005" algn="l"/>
              </a:tabLst>
            </a:pPr>
            <a:r>
              <a:rPr sz="2400" dirty="0">
                <a:latin typeface="Arial"/>
                <a:cs typeface="Arial"/>
              </a:rPr>
              <a:t>CBH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TQH.</a:t>
            </a:r>
            <a:endParaRPr sz="2400">
              <a:latin typeface="Arial"/>
              <a:cs typeface="Arial"/>
            </a:endParaRPr>
          </a:p>
          <a:p>
            <a:pPr marL="294005" indent="-281305">
              <a:lnSpc>
                <a:spcPct val="100000"/>
              </a:lnSpc>
              <a:spcBef>
                <a:spcPts val="600"/>
              </a:spcBef>
              <a:buChar char="•"/>
              <a:tabLst>
                <a:tab pos="294005" algn="l"/>
              </a:tabLst>
            </a:pPr>
            <a:r>
              <a:rPr sz="2400" dirty="0">
                <a:latin typeface="Arial"/>
                <a:cs typeface="Arial"/>
              </a:rPr>
              <a:t>Liên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nhị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n-phân.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0967" y="2162555"/>
            <a:ext cx="12604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Arial"/>
                <a:cs typeface="Arial"/>
              </a:rPr>
              <a:t>SINHVIEN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7467" y="2087879"/>
            <a:ext cx="1013460" cy="524510"/>
          </a:xfrm>
          <a:custGeom>
            <a:avLst/>
            <a:gdLst/>
            <a:ahLst/>
            <a:cxnLst/>
            <a:rect l="l" t="t" r="r" b="b"/>
            <a:pathLst>
              <a:path w="1013460" h="524510">
                <a:moveTo>
                  <a:pt x="0" y="262128"/>
                </a:moveTo>
                <a:lnTo>
                  <a:pt x="15473" y="197581"/>
                </a:lnTo>
                <a:lnTo>
                  <a:pt x="59361" y="138895"/>
                </a:lnTo>
                <a:lnTo>
                  <a:pt x="90775" y="112363"/>
                </a:lnTo>
                <a:lnTo>
                  <a:pt x="127870" y="88034"/>
                </a:lnTo>
                <a:lnTo>
                  <a:pt x="170170" y="66151"/>
                </a:lnTo>
                <a:lnTo>
                  <a:pt x="217202" y="46961"/>
                </a:lnTo>
                <a:lnTo>
                  <a:pt x="268492" y="30710"/>
                </a:lnTo>
                <a:lnTo>
                  <a:pt x="323563" y="17642"/>
                </a:lnTo>
                <a:lnTo>
                  <a:pt x="381943" y="8004"/>
                </a:lnTo>
                <a:lnTo>
                  <a:pt x="443157" y="2042"/>
                </a:lnTo>
                <a:lnTo>
                  <a:pt x="506729" y="0"/>
                </a:lnTo>
                <a:lnTo>
                  <a:pt x="570302" y="2042"/>
                </a:lnTo>
                <a:lnTo>
                  <a:pt x="631516" y="8004"/>
                </a:lnTo>
                <a:lnTo>
                  <a:pt x="689896" y="17642"/>
                </a:lnTo>
                <a:lnTo>
                  <a:pt x="744967" y="30710"/>
                </a:lnTo>
                <a:lnTo>
                  <a:pt x="796257" y="46961"/>
                </a:lnTo>
                <a:lnTo>
                  <a:pt x="843289" y="66151"/>
                </a:lnTo>
                <a:lnTo>
                  <a:pt x="885589" y="88034"/>
                </a:lnTo>
                <a:lnTo>
                  <a:pt x="922684" y="112363"/>
                </a:lnTo>
                <a:lnTo>
                  <a:pt x="954098" y="138895"/>
                </a:lnTo>
                <a:lnTo>
                  <a:pt x="997986" y="197581"/>
                </a:lnTo>
                <a:lnTo>
                  <a:pt x="1013459" y="262128"/>
                </a:lnTo>
                <a:lnTo>
                  <a:pt x="1009512" y="295010"/>
                </a:lnTo>
                <a:lnTo>
                  <a:pt x="979357" y="356872"/>
                </a:lnTo>
                <a:lnTo>
                  <a:pt x="922684" y="411892"/>
                </a:lnTo>
                <a:lnTo>
                  <a:pt x="885589" y="436221"/>
                </a:lnTo>
                <a:lnTo>
                  <a:pt x="843289" y="458104"/>
                </a:lnTo>
                <a:lnTo>
                  <a:pt x="796257" y="477294"/>
                </a:lnTo>
                <a:lnTo>
                  <a:pt x="744967" y="493545"/>
                </a:lnTo>
                <a:lnTo>
                  <a:pt x="689896" y="506613"/>
                </a:lnTo>
                <a:lnTo>
                  <a:pt x="631516" y="516251"/>
                </a:lnTo>
                <a:lnTo>
                  <a:pt x="570302" y="522213"/>
                </a:lnTo>
                <a:lnTo>
                  <a:pt x="506729" y="524256"/>
                </a:lnTo>
                <a:lnTo>
                  <a:pt x="443157" y="522213"/>
                </a:lnTo>
                <a:lnTo>
                  <a:pt x="381943" y="516251"/>
                </a:lnTo>
                <a:lnTo>
                  <a:pt x="323563" y="506613"/>
                </a:lnTo>
                <a:lnTo>
                  <a:pt x="268492" y="493545"/>
                </a:lnTo>
                <a:lnTo>
                  <a:pt x="217202" y="477294"/>
                </a:lnTo>
                <a:lnTo>
                  <a:pt x="170170" y="458104"/>
                </a:lnTo>
                <a:lnTo>
                  <a:pt x="127870" y="436221"/>
                </a:lnTo>
                <a:lnTo>
                  <a:pt x="90775" y="411892"/>
                </a:lnTo>
                <a:lnTo>
                  <a:pt x="59361" y="385360"/>
                </a:lnTo>
                <a:lnTo>
                  <a:pt x="15473" y="326674"/>
                </a:lnTo>
                <a:lnTo>
                  <a:pt x="0" y="262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05813" y="2193747"/>
            <a:ext cx="558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Khoa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38527" y="2346960"/>
            <a:ext cx="473075" cy="3175"/>
          </a:xfrm>
          <a:custGeom>
            <a:avLst/>
            <a:gdLst/>
            <a:ahLst/>
            <a:cxnLst/>
            <a:rect l="l" t="t" r="r" b="b"/>
            <a:pathLst>
              <a:path w="473075" h="3175">
                <a:moveTo>
                  <a:pt x="0" y="3175"/>
                </a:moveTo>
                <a:lnTo>
                  <a:pt x="47307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20467" y="2909316"/>
            <a:ext cx="1452880" cy="36893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4"/>
              </a:spcBef>
            </a:pPr>
            <a:r>
              <a:rPr sz="1800" spc="-10" dirty="0">
                <a:latin typeface="Arial"/>
                <a:cs typeface="Arial"/>
              </a:rPr>
              <a:t>GIANGVIEN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2980" y="2834639"/>
            <a:ext cx="1012190" cy="524510"/>
          </a:xfrm>
          <a:custGeom>
            <a:avLst/>
            <a:gdLst/>
            <a:ahLst/>
            <a:cxnLst/>
            <a:rect l="l" t="t" r="r" b="b"/>
            <a:pathLst>
              <a:path w="1012189" h="524510">
                <a:moveTo>
                  <a:pt x="0" y="262127"/>
                </a:moveTo>
                <a:lnTo>
                  <a:pt x="15452" y="197581"/>
                </a:lnTo>
                <a:lnTo>
                  <a:pt x="59282" y="138895"/>
                </a:lnTo>
                <a:lnTo>
                  <a:pt x="90652" y="112363"/>
                </a:lnTo>
                <a:lnTo>
                  <a:pt x="127694" y="88034"/>
                </a:lnTo>
                <a:lnTo>
                  <a:pt x="169934" y="66151"/>
                </a:lnTo>
                <a:lnTo>
                  <a:pt x="216897" y="46961"/>
                </a:lnTo>
                <a:lnTo>
                  <a:pt x="268110" y="30710"/>
                </a:lnTo>
                <a:lnTo>
                  <a:pt x="323097" y="17642"/>
                </a:lnTo>
                <a:lnTo>
                  <a:pt x="381385" y="8004"/>
                </a:lnTo>
                <a:lnTo>
                  <a:pt x="442500" y="2042"/>
                </a:lnTo>
                <a:lnTo>
                  <a:pt x="505967" y="0"/>
                </a:lnTo>
                <a:lnTo>
                  <a:pt x="569427" y="2042"/>
                </a:lnTo>
                <a:lnTo>
                  <a:pt x="630537" y="8004"/>
                </a:lnTo>
                <a:lnTo>
                  <a:pt x="688823" y="17642"/>
                </a:lnTo>
                <a:lnTo>
                  <a:pt x="743809" y="30710"/>
                </a:lnTo>
                <a:lnTo>
                  <a:pt x="795021" y="46961"/>
                </a:lnTo>
                <a:lnTo>
                  <a:pt x="841986" y="66151"/>
                </a:lnTo>
                <a:lnTo>
                  <a:pt x="884227" y="88034"/>
                </a:lnTo>
                <a:lnTo>
                  <a:pt x="921272" y="112363"/>
                </a:lnTo>
                <a:lnTo>
                  <a:pt x="952646" y="138895"/>
                </a:lnTo>
                <a:lnTo>
                  <a:pt x="996480" y="197581"/>
                </a:lnTo>
                <a:lnTo>
                  <a:pt x="1011936" y="262127"/>
                </a:lnTo>
                <a:lnTo>
                  <a:pt x="1007993" y="295010"/>
                </a:lnTo>
                <a:lnTo>
                  <a:pt x="977873" y="356872"/>
                </a:lnTo>
                <a:lnTo>
                  <a:pt x="921272" y="411892"/>
                </a:lnTo>
                <a:lnTo>
                  <a:pt x="884227" y="436221"/>
                </a:lnTo>
                <a:lnTo>
                  <a:pt x="841986" y="458104"/>
                </a:lnTo>
                <a:lnTo>
                  <a:pt x="795021" y="477294"/>
                </a:lnTo>
                <a:lnTo>
                  <a:pt x="743809" y="493545"/>
                </a:lnTo>
                <a:lnTo>
                  <a:pt x="688823" y="506613"/>
                </a:lnTo>
                <a:lnTo>
                  <a:pt x="630537" y="516251"/>
                </a:lnTo>
                <a:lnTo>
                  <a:pt x="569427" y="522213"/>
                </a:lnTo>
                <a:lnTo>
                  <a:pt x="505967" y="524256"/>
                </a:lnTo>
                <a:lnTo>
                  <a:pt x="442500" y="522213"/>
                </a:lnTo>
                <a:lnTo>
                  <a:pt x="381385" y="516251"/>
                </a:lnTo>
                <a:lnTo>
                  <a:pt x="323097" y="506613"/>
                </a:lnTo>
                <a:lnTo>
                  <a:pt x="268110" y="493545"/>
                </a:lnTo>
                <a:lnTo>
                  <a:pt x="216897" y="477294"/>
                </a:lnTo>
                <a:lnTo>
                  <a:pt x="169934" y="458104"/>
                </a:lnTo>
                <a:lnTo>
                  <a:pt x="127694" y="436221"/>
                </a:lnTo>
                <a:lnTo>
                  <a:pt x="90652" y="411892"/>
                </a:lnTo>
                <a:lnTo>
                  <a:pt x="59282" y="385360"/>
                </a:lnTo>
                <a:lnTo>
                  <a:pt x="15452" y="326674"/>
                </a:lnTo>
                <a:lnTo>
                  <a:pt x="0" y="262127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10767" y="2942082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Khoa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42516" y="3093720"/>
            <a:ext cx="377825" cy="3175"/>
          </a:xfrm>
          <a:custGeom>
            <a:avLst/>
            <a:gdLst/>
            <a:ahLst/>
            <a:cxnLst/>
            <a:rect l="l" t="t" r="r" b="b"/>
            <a:pathLst>
              <a:path w="377825" h="3175">
                <a:moveTo>
                  <a:pt x="0" y="3175"/>
                </a:moveTo>
                <a:lnTo>
                  <a:pt x="37782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49067" y="3720084"/>
            <a:ext cx="1222375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MONHOC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7280" y="3645408"/>
            <a:ext cx="1012190" cy="523240"/>
          </a:xfrm>
          <a:custGeom>
            <a:avLst/>
            <a:gdLst/>
            <a:ahLst/>
            <a:cxnLst/>
            <a:rect l="l" t="t" r="r" b="b"/>
            <a:pathLst>
              <a:path w="1012189" h="523239">
                <a:moveTo>
                  <a:pt x="0" y="261366"/>
                </a:moveTo>
                <a:lnTo>
                  <a:pt x="15455" y="196994"/>
                </a:lnTo>
                <a:lnTo>
                  <a:pt x="59289" y="138474"/>
                </a:lnTo>
                <a:lnTo>
                  <a:pt x="90663" y="112019"/>
                </a:lnTo>
                <a:lnTo>
                  <a:pt x="127708" y="87762"/>
                </a:lnTo>
                <a:lnTo>
                  <a:pt x="169949" y="65945"/>
                </a:lnTo>
                <a:lnTo>
                  <a:pt x="216914" y="46814"/>
                </a:lnTo>
                <a:lnTo>
                  <a:pt x="268126" y="30613"/>
                </a:lnTo>
                <a:lnTo>
                  <a:pt x="323112" y="17586"/>
                </a:lnTo>
                <a:lnTo>
                  <a:pt x="381398" y="7979"/>
                </a:lnTo>
                <a:lnTo>
                  <a:pt x="442508" y="2035"/>
                </a:lnTo>
                <a:lnTo>
                  <a:pt x="505967" y="0"/>
                </a:lnTo>
                <a:lnTo>
                  <a:pt x="569427" y="2035"/>
                </a:lnTo>
                <a:lnTo>
                  <a:pt x="630537" y="7979"/>
                </a:lnTo>
                <a:lnTo>
                  <a:pt x="688823" y="17586"/>
                </a:lnTo>
                <a:lnTo>
                  <a:pt x="743809" y="30613"/>
                </a:lnTo>
                <a:lnTo>
                  <a:pt x="795021" y="46814"/>
                </a:lnTo>
                <a:lnTo>
                  <a:pt x="841986" y="65945"/>
                </a:lnTo>
                <a:lnTo>
                  <a:pt x="884227" y="87762"/>
                </a:lnTo>
                <a:lnTo>
                  <a:pt x="921272" y="112019"/>
                </a:lnTo>
                <a:lnTo>
                  <a:pt x="952646" y="138474"/>
                </a:lnTo>
                <a:lnTo>
                  <a:pt x="996480" y="196994"/>
                </a:lnTo>
                <a:lnTo>
                  <a:pt x="1011936" y="261366"/>
                </a:lnTo>
                <a:lnTo>
                  <a:pt x="1007993" y="294161"/>
                </a:lnTo>
                <a:lnTo>
                  <a:pt x="977873" y="355851"/>
                </a:lnTo>
                <a:lnTo>
                  <a:pt x="921272" y="410712"/>
                </a:lnTo>
                <a:lnTo>
                  <a:pt x="884227" y="434969"/>
                </a:lnTo>
                <a:lnTo>
                  <a:pt x="841986" y="456786"/>
                </a:lnTo>
                <a:lnTo>
                  <a:pt x="795021" y="475917"/>
                </a:lnTo>
                <a:lnTo>
                  <a:pt x="743809" y="492118"/>
                </a:lnTo>
                <a:lnTo>
                  <a:pt x="688823" y="505145"/>
                </a:lnTo>
                <a:lnTo>
                  <a:pt x="630537" y="514752"/>
                </a:lnTo>
                <a:lnTo>
                  <a:pt x="569427" y="520696"/>
                </a:lnTo>
                <a:lnTo>
                  <a:pt x="505967" y="522732"/>
                </a:lnTo>
                <a:lnTo>
                  <a:pt x="442508" y="520696"/>
                </a:lnTo>
                <a:lnTo>
                  <a:pt x="381398" y="514752"/>
                </a:lnTo>
                <a:lnTo>
                  <a:pt x="323112" y="505145"/>
                </a:lnTo>
                <a:lnTo>
                  <a:pt x="268126" y="492118"/>
                </a:lnTo>
                <a:lnTo>
                  <a:pt x="216914" y="475917"/>
                </a:lnTo>
                <a:lnTo>
                  <a:pt x="169949" y="456786"/>
                </a:lnTo>
                <a:lnTo>
                  <a:pt x="127708" y="434969"/>
                </a:lnTo>
                <a:lnTo>
                  <a:pt x="90663" y="410712"/>
                </a:lnTo>
                <a:lnTo>
                  <a:pt x="59289" y="384257"/>
                </a:lnTo>
                <a:lnTo>
                  <a:pt x="15455" y="325737"/>
                </a:lnTo>
                <a:lnTo>
                  <a:pt x="0" y="26136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25117" y="3751833"/>
            <a:ext cx="55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Khoa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56816" y="3902964"/>
            <a:ext cx="492125" cy="3175"/>
          </a:xfrm>
          <a:custGeom>
            <a:avLst/>
            <a:gdLst/>
            <a:ahLst/>
            <a:cxnLst/>
            <a:rect l="l" t="t" r="r" b="b"/>
            <a:pathLst>
              <a:path w="492125" h="3175">
                <a:moveTo>
                  <a:pt x="0" y="3175"/>
                </a:moveTo>
                <a:lnTo>
                  <a:pt x="492125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47232" y="2923032"/>
            <a:ext cx="828040" cy="36766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latin typeface="Arial"/>
                <a:cs typeface="Arial"/>
              </a:rPr>
              <a:t>KHOA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68540" y="2851404"/>
            <a:ext cx="818515" cy="524510"/>
          </a:xfrm>
          <a:custGeom>
            <a:avLst/>
            <a:gdLst/>
            <a:ahLst/>
            <a:cxnLst/>
            <a:rect l="l" t="t" r="r" b="b"/>
            <a:pathLst>
              <a:path w="818515" h="524510">
                <a:moveTo>
                  <a:pt x="0" y="262128"/>
                </a:moveTo>
                <a:lnTo>
                  <a:pt x="14620" y="192440"/>
                </a:lnTo>
                <a:lnTo>
                  <a:pt x="55879" y="129822"/>
                </a:lnTo>
                <a:lnTo>
                  <a:pt x="85278" y="101944"/>
                </a:lnTo>
                <a:lnTo>
                  <a:pt x="119872" y="76771"/>
                </a:lnTo>
                <a:lnTo>
                  <a:pt x="159172" y="54614"/>
                </a:lnTo>
                <a:lnTo>
                  <a:pt x="202692" y="35785"/>
                </a:lnTo>
                <a:lnTo>
                  <a:pt x="249941" y="20597"/>
                </a:lnTo>
                <a:lnTo>
                  <a:pt x="300434" y="9362"/>
                </a:lnTo>
                <a:lnTo>
                  <a:pt x="353681" y="2392"/>
                </a:lnTo>
                <a:lnTo>
                  <a:pt x="409193" y="0"/>
                </a:lnTo>
                <a:lnTo>
                  <a:pt x="464706" y="2392"/>
                </a:lnTo>
                <a:lnTo>
                  <a:pt x="517953" y="9362"/>
                </a:lnTo>
                <a:lnTo>
                  <a:pt x="568446" y="20597"/>
                </a:lnTo>
                <a:lnTo>
                  <a:pt x="615695" y="35785"/>
                </a:lnTo>
                <a:lnTo>
                  <a:pt x="659215" y="54614"/>
                </a:lnTo>
                <a:lnTo>
                  <a:pt x="698515" y="76771"/>
                </a:lnTo>
                <a:lnTo>
                  <a:pt x="733109" y="101944"/>
                </a:lnTo>
                <a:lnTo>
                  <a:pt x="762507" y="129822"/>
                </a:lnTo>
                <a:lnTo>
                  <a:pt x="786223" y="160091"/>
                </a:lnTo>
                <a:lnTo>
                  <a:pt x="814651" y="226556"/>
                </a:lnTo>
                <a:lnTo>
                  <a:pt x="818387" y="262128"/>
                </a:lnTo>
                <a:lnTo>
                  <a:pt x="814651" y="297699"/>
                </a:lnTo>
                <a:lnTo>
                  <a:pt x="786223" y="364164"/>
                </a:lnTo>
                <a:lnTo>
                  <a:pt x="762507" y="394433"/>
                </a:lnTo>
                <a:lnTo>
                  <a:pt x="733109" y="422311"/>
                </a:lnTo>
                <a:lnTo>
                  <a:pt x="698515" y="447484"/>
                </a:lnTo>
                <a:lnTo>
                  <a:pt x="659215" y="469641"/>
                </a:lnTo>
                <a:lnTo>
                  <a:pt x="615695" y="488470"/>
                </a:lnTo>
                <a:lnTo>
                  <a:pt x="568446" y="503658"/>
                </a:lnTo>
                <a:lnTo>
                  <a:pt x="517953" y="514893"/>
                </a:lnTo>
                <a:lnTo>
                  <a:pt x="464706" y="521863"/>
                </a:lnTo>
                <a:lnTo>
                  <a:pt x="409193" y="524256"/>
                </a:lnTo>
                <a:lnTo>
                  <a:pt x="353681" y="521863"/>
                </a:lnTo>
                <a:lnTo>
                  <a:pt x="300434" y="514893"/>
                </a:lnTo>
                <a:lnTo>
                  <a:pt x="249941" y="503658"/>
                </a:lnTo>
                <a:lnTo>
                  <a:pt x="202691" y="488470"/>
                </a:lnTo>
                <a:lnTo>
                  <a:pt x="159172" y="469641"/>
                </a:lnTo>
                <a:lnTo>
                  <a:pt x="119872" y="447484"/>
                </a:lnTo>
                <a:lnTo>
                  <a:pt x="85278" y="422311"/>
                </a:lnTo>
                <a:lnTo>
                  <a:pt x="55879" y="394433"/>
                </a:lnTo>
                <a:lnTo>
                  <a:pt x="32164" y="364164"/>
                </a:lnTo>
                <a:lnTo>
                  <a:pt x="3736" y="297699"/>
                </a:lnTo>
                <a:lnTo>
                  <a:pt x="0" y="262128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81645" y="2957829"/>
            <a:ext cx="395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Ten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74764" y="3107435"/>
            <a:ext cx="614680" cy="6350"/>
          </a:xfrm>
          <a:custGeom>
            <a:avLst/>
            <a:gdLst/>
            <a:ahLst/>
            <a:cxnLst/>
            <a:rect l="l" t="t" r="r" b="b"/>
            <a:pathLst>
              <a:path w="614679" h="6350">
                <a:moveTo>
                  <a:pt x="614299" y="6350"/>
                </a:moveTo>
                <a:lnTo>
                  <a:pt x="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71315" y="2153411"/>
            <a:ext cx="2376170" cy="1937385"/>
          </a:xfrm>
          <a:custGeom>
            <a:avLst/>
            <a:gdLst/>
            <a:ahLst/>
            <a:cxnLst/>
            <a:rect l="l" t="t" r="r" b="b"/>
            <a:pathLst>
              <a:path w="2376170" h="1937385">
                <a:moveTo>
                  <a:pt x="922020" y="952500"/>
                </a:moveTo>
                <a:lnTo>
                  <a:pt x="1188720" y="762000"/>
                </a:lnTo>
                <a:lnTo>
                  <a:pt x="1455420" y="952500"/>
                </a:lnTo>
                <a:lnTo>
                  <a:pt x="1188720" y="1143000"/>
                </a:lnTo>
                <a:lnTo>
                  <a:pt x="922020" y="952500"/>
                </a:lnTo>
                <a:close/>
              </a:path>
              <a:path w="2376170" h="1937385">
                <a:moveTo>
                  <a:pt x="922020" y="190500"/>
                </a:moveTo>
                <a:lnTo>
                  <a:pt x="1188720" y="0"/>
                </a:lnTo>
                <a:lnTo>
                  <a:pt x="1455420" y="190500"/>
                </a:lnTo>
                <a:lnTo>
                  <a:pt x="1188720" y="381000"/>
                </a:lnTo>
                <a:lnTo>
                  <a:pt x="922020" y="190500"/>
                </a:lnTo>
                <a:close/>
              </a:path>
              <a:path w="2376170" h="1937385">
                <a:moveTo>
                  <a:pt x="922020" y="1746504"/>
                </a:moveTo>
                <a:lnTo>
                  <a:pt x="1188720" y="1556004"/>
                </a:lnTo>
                <a:lnTo>
                  <a:pt x="1455420" y="1746504"/>
                </a:lnTo>
                <a:lnTo>
                  <a:pt x="1188720" y="1937004"/>
                </a:lnTo>
                <a:lnTo>
                  <a:pt x="922020" y="1746504"/>
                </a:lnTo>
                <a:close/>
              </a:path>
              <a:path w="2376170" h="1937385">
                <a:moveTo>
                  <a:pt x="0" y="193675"/>
                </a:moveTo>
                <a:lnTo>
                  <a:pt x="922274" y="190500"/>
                </a:lnTo>
              </a:path>
              <a:path w="2376170" h="1937385">
                <a:moveTo>
                  <a:pt x="1455420" y="190500"/>
                </a:moveTo>
                <a:lnTo>
                  <a:pt x="2376170" y="954024"/>
                </a:lnTo>
              </a:path>
              <a:path w="2376170" h="1937385">
                <a:moveTo>
                  <a:pt x="1524" y="940308"/>
                </a:moveTo>
                <a:lnTo>
                  <a:pt x="920750" y="951357"/>
                </a:lnTo>
              </a:path>
              <a:path w="2376170" h="1937385">
                <a:moveTo>
                  <a:pt x="1455420" y="952500"/>
                </a:moveTo>
                <a:lnTo>
                  <a:pt x="2376170" y="954151"/>
                </a:lnTo>
              </a:path>
              <a:path w="2376170" h="1937385">
                <a:moveTo>
                  <a:pt x="0" y="1749679"/>
                </a:moveTo>
                <a:lnTo>
                  <a:pt x="922274" y="1746504"/>
                </a:lnTo>
              </a:path>
              <a:path w="2376170" h="1937385">
                <a:moveTo>
                  <a:pt x="1455420" y="1747774"/>
                </a:moveTo>
                <a:lnTo>
                  <a:pt x="2376170" y="954024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56C007B-5419-60F7-1822-34D4D6BB70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2473</Words>
  <Application>Microsoft Office PowerPoint</Application>
  <PresentationFormat>On-screen Show (4:3)</PresentationFormat>
  <Paragraphs>565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Symbol</vt:lpstr>
      <vt:lpstr>Times New Roman</vt:lpstr>
      <vt:lpstr>Verdana</vt:lpstr>
      <vt:lpstr>Wingdings</vt:lpstr>
      <vt:lpstr>Office Theme</vt:lpstr>
      <vt:lpstr>PowerPoint Presentation</vt:lpstr>
      <vt:lpstr>Nội dung trình bày</vt:lpstr>
      <vt:lpstr>Quá trình thiết kế và cài đặt CSDL</vt:lpstr>
      <vt:lpstr>Quá trình thiết kế và cài đặt CSDL</vt:lpstr>
      <vt:lpstr>Mô hình ER</vt:lpstr>
      <vt:lpstr>Bài toán</vt:lpstr>
      <vt:lpstr>Bài toán</vt:lpstr>
      <vt:lpstr>Thực thể, thuộc tính</vt:lpstr>
      <vt:lpstr>Thực thể, thuộc tính</vt:lpstr>
      <vt:lpstr>Thuộc tính, thực thể</vt:lpstr>
      <vt:lpstr>Liên kết</vt:lpstr>
      <vt:lpstr>Liên kết</vt:lpstr>
      <vt:lpstr>Liên kết</vt:lpstr>
      <vt:lpstr>Liên kết</vt:lpstr>
      <vt:lpstr>Liên kết</vt:lpstr>
      <vt:lpstr>Bản số của liên kết (min, max)</vt:lpstr>
      <vt:lpstr>Các loại ràng buộc trên liên kết</vt:lpstr>
      <vt:lpstr>Liên kết một - nhiều (1 : N)</vt:lpstr>
      <vt:lpstr>Liên kết một - một (1 : 1)</vt:lpstr>
      <vt:lpstr>Liên kết nhiều - nhiều (M : N)</vt:lpstr>
      <vt:lpstr>Thực thể yếu</vt:lpstr>
      <vt:lpstr>Thực thể yếu</vt:lpstr>
      <vt:lpstr>Mô hình ER mở rộng</vt:lpstr>
      <vt:lpstr>Liên kết mở rộng</vt:lpstr>
      <vt:lpstr>Ví dụ - Liên kết mở rộng</vt:lpstr>
      <vt:lpstr>Lớp con và lớp cha</vt:lpstr>
      <vt:lpstr>Lớp con và lớp cha</vt:lpstr>
      <vt:lpstr>CBH và TQH</vt:lpstr>
      <vt:lpstr>CBH và TQH</vt:lpstr>
      <vt:lpstr>Các ràng buộc trong CBH và TQH</vt:lpstr>
      <vt:lpstr>Tính kế thừa trong CBH và TQH</vt:lpstr>
      <vt:lpstr>Liên kết tam phân</vt:lpstr>
      <vt:lpstr>Liên kết tam phân</vt:lpstr>
      <vt:lpstr>Liên kết tam phân</vt:lpstr>
      <vt:lpstr>Liên kết tam phân</vt:lpstr>
      <vt:lpstr>Các vấn đề về thiết kế</vt:lpstr>
      <vt:lpstr>Các vấn đề về thiết kế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thực thể liên kết (Entity-Relationship - ER)</dc:title>
  <dc:creator>Dũng Hà Thanh</dc:creator>
  <cp:lastModifiedBy>Nguyễn Thanh Tiến</cp:lastModifiedBy>
  <cp:revision>1</cp:revision>
  <dcterms:created xsi:type="dcterms:W3CDTF">2025-04-22T03:00:12Z</dcterms:created>
  <dcterms:modified xsi:type="dcterms:W3CDTF">2025-05-13T02:01:07Z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2025-04-22T00:00:00Z</vt:filetime>
  </property>
  <property fmtid="{D5CDD505-2E9C-101B-9397-08002B2CF9AE}" pid="5" name="Producer">
    <vt:lpwstr>3-Heights(TM) PDF Security Shell 4.8.25.2 (http://www.pdf-tools.com)</vt:lpwstr>
  </property>
</Properties>
</file>